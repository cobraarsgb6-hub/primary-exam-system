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81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EAF17-783F-3086-9498-25BCDFAC9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809E7-51EE-4D85-B463-A27542B0F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8A82E-254C-AECC-044F-6DFB9BC0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CE13D-3685-E7A7-B1F4-22F578AF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BB320-DC0D-31FF-39B0-0D35016A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E38C-3EBB-A97A-5195-D43FB20C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3B11-E369-AB69-24FC-25CF5CE3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7874-7005-9728-DB77-6B57C888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54DF3-B282-00F1-0136-DEA6F34A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C9087-207A-D00A-D119-A649F767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9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3CB9-6C6F-1904-4605-A35AD3C4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59373-8B35-6E5E-E848-75C3AA3E0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61BA3-EF22-A3BE-50FA-A791B660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C982A-38C1-2B13-2050-1FAF8518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C786D-8A85-1349-32D8-ECAE93EA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4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5E97-E52C-B812-547C-E2FD1E84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98F4-2CFB-479B-B126-6F95FF46C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FD2E4-CE0B-36B0-43D2-7AC3388F9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9D062-355D-63E9-28F6-8EC0EA58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742BF-3C04-DB77-7BC9-EFD8B2CF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826E5-088C-BF58-28B7-F8DA7D9D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1747-2BB9-3503-FCC0-7CCF9F97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556DE-AE27-14F1-EC12-0BAE270B0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8DE2A-18D4-D61B-00FD-259DDC1BB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60192-9EC7-2A0C-0113-A8BB9EA35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9CA03-90BF-4FA3-C4E3-AC5D904DF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1CDBE-EC47-8423-DE55-C9C86361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32EBE-31DC-6693-5A51-B8BD64D3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5D59C-7316-349E-55A6-A7D84E99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7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73E6-82B2-CFB1-9702-BBF3917D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42654-6C12-5CE5-AB63-E1E1B670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C5713-B008-DD35-3529-2503D223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75030-7C93-0E54-3B12-7BB9DD11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1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B88C9-35B8-6702-00F5-058C6247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785C9-7C0F-9CDD-E7FF-EFABE5AF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E6E29-6425-F6C7-1FD8-F871DDB6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70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A6D32-B3B1-7705-0CA8-E7F91769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60547-3206-6AE8-F0B9-E7EDB2CEB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B7E58-C363-F939-F07D-67603CD41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FA28-99E6-46D3-FCF0-334C75A7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48B5C-5D0D-00B6-BB75-F2C5C2FA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49EEC-9D4E-5DF8-343B-3C94E96A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8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A4E2-DEAB-743E-733E-DBDCE197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709DBB-F4F5-2BAE-B965-F8A00BDC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36D96-245D-6ACE-2FC0-3F463C99A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A918C-04F6-EE25-0127-8F778686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24772-25C3-019A-06D2-32B6C026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F3553-1600-D305-8ACD-278A136E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4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16B04-491E-76ED-3B09-397F233F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BACE9-835D-C19F-7A0E-E1E9396CE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791FE-6FC4-668F-EED2-0F6562AF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CED6A-038D-B0EC-88F7-D14A4337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F4FEA-55C2-DED1-95F7-5BD29C41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7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5CD580-7CF0-DE07-F236-DDD79480E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20120-FA46-2248-4508-302F8C9C6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88DB6-C6A8-05C9-4F8E-DBE8D54E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80A3B-5980-7B30-456D-27EB412D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4853A-998C-D558-6B44-01361560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6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48BDD-632F-1271-9042-16B4EC0D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FC46A-3F49-E98A-F88A-644AC52D4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8226D-94C0-88E9-E791-9164B6E31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BE79E-25F3-B434-4966-1A6800CB6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C2007-74AE-76B0-D8E9-75A57D1CB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7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B4F0-42E3-9EF5-5E0E-81817FE990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Sustainable Development Goals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E631E-EF23-7408-0901-913D0BA14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800" b="1" dirty="0"/>
              <a:t>MEIS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5286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F1F411-9E48-DD14-215A-808DF5571AE8}"/>
              </a:ext>
            </a:extLst>
          </p:cNvPr>
          <p:cNvSpPr txBox="1"/>
          <p:nvPr/>
        </p:nvSpPr>
        <p:spPr>
          <a:xfrm>
            <a:off x="701749" y="1432164"/>
            <a:ext cx="10983432" cy="4072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b="1" dirty="0"/>
              <a:t>What are the SDGs?</a:t>
            </a:r>
            <a:br>
              <a:rPr lang="en-US" sz="4000" b="1" dirty="0"/>
            </a:br>
            <a:endParaRPr lang="en-US" sz="4000" b="1" dirty="0"/>
          </a:p>
          <a:p>
            <a:r>
              <a:rPr lang="en-US" sz="3200" b="1" dirty="0"/>
              <a:t>SDGs</a:t>
            </a:r>
            <a:r>
              <a:rPr lang="en-US" sz="3200" dirty="0"/>
              <a:t> stands for </a:t>
            </a:r>
            <a:r>
              <a:rPr lang="en-US" sz="3200" b="1" dirty="0"/>
              <a:t>Sustainable Development Goals</a:t>
            </a:r>
            <a:r>
              <a:rPr lang="en-US" sz="3200" dirty="0"/>
              <a:t>.</a:t>
            </a:r>
          </a:p>
          <a:p>
            <a:pPr algn="just"/>
            <a:r>
              <a:rPr lang="en-US" sz="3200" dirty="0"/>
              <a:t>	They are </a:t>
            </a:r>
            <a:r>
              <a:rPr lang="en-US" sz="3200" b="1" dirty="0"/>
              <a:t>17 global goals</a:t>
            </a:r>
            <a:r>
              <a:rPr lang="en-US" sz="3200" dirty="0"/>
              <a:t> created by the United Nations to help make the world a better place by </a:t>
            </a:r>
            <a:r>
              <a:rPr lang="en-US" sz="3200" b="1" dirty="0"/>
              <a:t>2030</a:t>
            </a:r>
            <a:r>
              <a:rPr lang="en-US" sz="3200" dirty="0"/>
              <a:t>. They focus on important issues such as poverty, education, health, equality, climate change, and protecting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310549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170E54-71A7-703C-77BF-01F1D295CBD4}"/>
              </a:ext>
            </a:extLst>
          </p:cNvPr>
          <p:cNvSpPr txBox="1"/>
          <p:nvPr/>
        </p:nvSpPr>
        <p:spPr>
          <a:xfrm>
            <a:off x="637953" y="1111803"/>
            <a:ext cx="110578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Sustainable Development Goals (SDGs)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There are </a:t>
            </a:r>
            <a:r>
              <a:rPr lang="en-US" sz="3200" b="1" dirty="0"/>
              <a:t>17 Sustainable Development Goals</a:t>
            </a:r>
            <a:r>
              <a:rPr lang="en-US" sz="32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They aim to address major challenges facing people and the planet.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Each goal focuses on an important global issue.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SDGs encourage </a:t>
            </a:r>
            <a:r>
              <a:rPr lang="en-US" sz="3200" b="1" dirty="0"/>
              <a:t>countries, communities, schools, and individuals</a:t>
            </a:r>
            <a:r>
              <a:rPr lang="en-US" sz="3200" dirty="0"/>
              <a:t> to work together.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can explore the SDGs through research, discussion, projects, and real-world examples.</a:t>
            </a:r>
          </a:p>
        </p:txBody>
      </p:sp>
    </p:spTree>
    <p:extLst>
      <p:ext uri="{BB962C8B-B14F-4D97-AF65-F5344CB8AC3E}">
        <p14:creationId xmlns:p14="http://schemas.microsoft.com/office/powerpoint/2010/main" val="423869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14AA4-FC5E-280F-071B-57D14EFC0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C9DD7F-5736-833D-271B-053218DEB929}"/>
              </a:ext>
            </a:extLst>
          </p:cNvPr>
          <p:cNvSpPr txBox="1"/>
          <p:nvPr/>
        </p:nvSpPr>
        <p:spPr>
          <a:xfrm>
            <a:off x="637953" y="452583"/>
            <a:ext cx="1105786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Examples of SDGs:</a:t>
            </a:r>
            <a:endParaRPr lang="en-US" sz="3200" u="sng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No Poverty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Zero Hunger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Good Health and Well-being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Quality Education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Gender Equality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Clean Water and Sanitation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Affordable and Clean Energy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Decent Work and Economic Growth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Climate Action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Life Below Water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Life on Land</a:t>
            </a:r>
          </a:p>
        </p:txBody>
      </p:sp>
    </p:spTree>
    <p:extLst>
      <p:ext uri="{BB962C8B-B14F-4D97-AF65-F5344CB8AC3E}">
        <p14:creationId xmlns:p14="http://schemas.microsoft.com/office/powerpoint/2010/main" val="271069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1D6AC-32D8-239B-667C-AAA41B69F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6308-C548-06C1-3BEA-D0FDBA0AD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Global Perspectives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F34B9-DD85-F852-B942-E533A00F5E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b="1" dirty="0"/>
              <a:t>MEIS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435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6871-DA42-F3C8-0731-7C8B434F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DDF54D-CF30-D584-FD3F-1D712118C33D}"/>
              </a:ext>
            </a:extLst>
          </p:cNvPr>
          <p:cNvSpPr txBox="1"/>
          <p:nvPr/>
        </p:nvSpPr>
        <p:spPr>
          <a:xfrm>
            <a:off x="701749" y="1123813"/>
            <a:ext cx="1098343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What is Global Perspectives?</a:t>
            </a:r>
            <a:endParaRPr lang="en-US" sz="3600" dirty="0"/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Global Perspectives is a subject that helps students understand the world around them.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Students explore global issues from different points of view.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They learn to think critically, ask questions, research information, and communicate their ideas.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The subject encourages students to become open-minded, responsible, and active members of society.</a:t>
            </a:r>
          </a:p>
        </p:txBody>
      </p:sp>
    </p:spTree>
    <p:extLst>
      <p:ext uri="{BB962C8B-B14F-4D97-AF65-F5344CB8AC3E}">
        <p14:creationId xmlns:p14="http://schemas.microsoft.com/office/powerpoint/2010/main" val="2979164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79E3-39A4-6C3D-B99A-EE7B65C84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4C04C9-D62D-B734-598D-0E48EF1578AA}"/>
              </a:ext>
            </a:extLst>
          </p:cNvPr>
          <p:cNvSpPr txBox="1"/>
          <p:nvPr/>
        </p:nvSpPr>
        <p:spPr>
          <a:xfrm>
            <a:off x="701749" y="687873"/>
            <a:ext cx="1098343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What are the students going to do?</a:t>
            </a:r>
          </a:p>
          <a:p>
            <a:endParaRPr lang="en-US" sz="3200" b="1" u="sng" dirty="0"/>
          </a:p>
          <a:p>
            <a:r>
              <a:rPr lang="en-US" sz="3200" b="1" u="sng" dirty="0"/>
              <a:t>Students will: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Explore </a:t>
            </a:r>
            <a:r>
              <a:rPr lang="en-US" sz="3200" b="1" dirty="0"/>
              <a:t>global and local issues</a:t>
            </a:r>
            <a:r>
              <a:rPr lang="en-US" sz="32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Research information from different sources.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Look at issues from </a:t>
            </a:r>
            <a:r>
              <a:rPr lang="en-US" sz="3200" b="1" dirty="0"/>
              <a:t>different perspectives</a:t>
            </a:r>
            <a:r>
              <a:rPr lang="en-US" sz="32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Discuss ideas and share their opinions.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Work individually and in groups.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Develop </a:t>
            </a:r>
            <a:r>
              <a:rPr lang="en-US" sz="3200" b="1" dirty="0"/>
              <a:t>critical-thinking and problem-solving skills</a:t>
            </a:r>
            <a:r>
              <a:rPr lang="en-US" sz="32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Present their findings and communicate their ideas clearly.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Reflect on what they have learned.</a:t>
            </a:r>
          </a:p>
        </p:txBody>
      </p:sp>
    </p:spTree>
    <p:extLst>
      <p:ext uri="{BB962C8B-B14F-4D97-AF65-F5344CB8AC3E}">
        <p14:creationId xmlns:p14="http://schemas.microsoft.com/office/powerpoint/2010/main" val="161769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A387C-8AC8-BA0C-CDA8-130708A04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8FACA7-1B2A-E2F2-018D-36C0333B631B}"/>
              </a:ext>
            </a:extLst>
          </p:cNvPr>
          <p:cNvSpPr txBox="1"/>
          <p:nvPr/>
        </p:nvSpPr>
        <p:spPr>
          <a:xfrm>
            <a:off x="701749" y="687873"/>
            <a:ext cx="1098343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What Is the Teacher's Role?</a:t>
            </a:r>
          </a:p>
          <a:p>
            <a:endParaRPr lang="en-US" sz="3200" dirty="0"/>
          </a:p>
          <a:p>
            <a:r>
              <a:rPr lang="en-US" sz="3200" b="1" u="sng" dirty="0"/>
              <a:t>The teacher will: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Guide</a:t>
            </a:r>
            <a:r>
              <a:rPr lang="en-US" sz="3200" dirty="0"/>
              <a:t> students throughout their learning.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Introduce topics and provide useful resources.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Encourage students to ask questions and think deeply.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Help students evaluate information and sources.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Facilitate discussions and teamwork.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Give feedback and support when needed.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Encourage students to consider different perspectives rather than simply giving them answers.</a:t>
            </a:r>
          </a:p>
        </p:txBody>
      </p:sp>
    </p:spTree>
    <p:extLst>
      <p:ext uri="{BB962C8B-B14F-4D97-AF65-F5344CB8AC3E}">
        <p14:creationId xmlns:p14="http://schemas.microsoft.com/office/powerpoint/2010/main" val="251487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8729E-41C6-D54B-93E5-A63A746C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D516E-18F4-F3D3-37B7-DE1AF7E2D33A}"/>
              </a:ext>
            </a:extLst>
          </p:cNvPr>
          <p:cNvSpPr txBox="1"/>
          <p:nvPr/>
        </p:nvSpPr>
        <p:spPr>
          <a:xfrm>
            <a:off x="701749" y="687873"/>
            <a:ext cx="109834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The Main Goal</a:t>
            </a:r>
          </a:p>
          <a:p>
            <a:endParaRPr lang="en-US" sz="3200" b="1" dirty="0"/>
          </a:p>
          <a:p>
            <a:r>
              <a:rPr lang="en-US" sz="3200" b="1" u="sng" dirty="0"/>
              <a:t>Global Perspectives helps students become:</a:t>
            </a:r>
            <a:endParaRPr lang="en-US" sz="3200" u="sng" dirty="0"/>
          </a:p>
          <a:p>
            <a:r>
              <a:rPr lang="en-US" sz="3200" dirty="0"/>
              <a:t>🌍 </a:t>
            </a:r>
            <a:r>
              <a:rPr lang="en-US" sz="3200" b="1" dirty="0"/>
              <a:t>Informed</a:t>
            </a:r>
            <a:r>
              <a:rPr lang="en-US" sz="3200" dirty="0"/>
              <a:t> – understanding issues in the world</a:t>
            </a:r>
            <a:br>
              <a:rPr lang="en-US" sz="3200" dirty="0"/>
            </a:br>
            <a:r>
              <a:rPr lang="en-US" sz="3200" dirty="0"/>
              <a:t>💡 </a:t>
            </a:r>
            <a:r>
              <a:rPr lang="en-US" sz="3200" b="1" dirty="0"/>
              <a:t>Critical thinkers</a:t>
            </a:r>
            <a:r>
              <a:rPr lang="en-US" sz="3200" dirty="0"/>
              <a:t> – questioning and evaluating information</a:t>
            </a:r>
            <a:br>
              <a:rPr lang="en-US" sz="3200" dirty="0"/>
            </a:br>
            <a:r>
              <a:rPr lang="en-US" sz="3200" dirty="0"/>
              <a:t>🤝 </a:t>
            </a:r>
            <a:r>
              <a:rPr lang="en-US" sz="3200" b="1" dirty="0"/>
              <a:t>Open-minded</a:t>
            </a:r>
            <a:r>
              <a:rPr lang="en-US" sz="3200" dirty="0"/>
              <a:t> – respecting different perspectives</a:t>
            </a:r>
            <a:br>
              <a:rPr lang="en-US" sz="3200" dirty="0"/>
            </a:br>
            <a:r>
              <a:rPr lang="en-US" sz="3200" dirty="0"/>
              <a:t>🗣️ </a:t>
            </a:r>
            <a:r>
              <a:rPr lang="en-US" sz="3200" b="1" dirty="0"/>
              <a:t>Effective communicators</a:t>
            </a:r>
            <a:r>
              <a:rPr lang="en-US" sz="3200" dirty="0"/>
              <a:t> – expressing ideas clearly</a:t>
            </a:r>
            <a:br>
              <a:rPr lang="en-US" sz="3200" dirty="0"/>
            </a:br>
            <a:r>
              <a:rPr lang="en-US" sz="3200" dirty="0"/>
              <a:t>🔎 </a:t>
            </a:r>
            <a:r>
              <a:rPr lang="en-US" sz="3200" b="1" dirty="0"/>
              <a:t>Independent learners</a:t>
            </a:r>
            <a:r>
              <a:rPr lang="en-US" sz="3200" dirty="0"/>
              <a:t> – researching and discovering answers themselves</a:t>
            </a:r>
          </a:p>
        </p:txBody>
      </p:sp>
    </p:spTree>
    <p:extLst>
      <p:ext uri="{BB962C8B-B14F-4D97-AF65-F5344CB8AC3E}">
        <p14:creationId xmlns:p14="http://schemas.microsoft.com/office/powerpoint/2010/main" val="3250880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2301</TotalTime>
  <Words>409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Sustainable Development Goals</vt:lpstr>
      <vt:lpstr>PowerPoint Presentation</vt:lpstr>
      <vt:lpstr>PowerPoint Presentation</vt:lpstr>
      <vt:lpstr>PowerPoint Presentation</vt:lpstr>
      <vt:lpstr>Global Perspectives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Hatem Mohamed Hassan</dc:creator>
  <cp:lastModifiedBy>Hatem Mohamed Hassan</cp:lastModifiedBy>
  <cp:revision>22</cp:revision>
  <dcterms:created xsi:type="dcterms:W3CDTF">2026-09-10T08:43:43Z</dcterms:created>
  <dcterms:modified xsi:type="dcterms:W3CDTF">2026-09-29T11:47:53Z</dcterms:modified>
</cp:coreProperties>
</file>