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5" r:id="rId4"/>
    <p:sldId id="265" r:id="rId5"/>
    <p:sldId id="259" r:id="rId6"/>
    <p:sldId id="258" r:id="rId7"/>
    <p:sldId id="276" r:id="rId8"/>
    <p:sldId id="263" r:id="rId9"/>
    <p:sldId id="264" r:id="rId10"/>
    <p:sldId id="293" r:id="rId11"/>
    <p:sldId id="266" r:id="rId12"/>
    <p:sldId id="267" r:id="rId13"/>
    <p:sldId id="278" r:id="rId14"/>
    <p:sldId id="277" r:id="rId15"/>
    <p:sldId id="279" r:id="rId16"/>
    <p:sldId id="280" r:id="rId17"/>
    <p:sldId id="268" r:id="rId18"/>
    <p:sldId id="269" r:id="rId19"/>
    <p:sldId id="270" r:id="rId20"/>
    <p:sldId id="281" r:id="rId21"/>
    <p:sldId id="282" r:id="rId22"/>
    <p:sldId id="285" r:id="rId23"/>
    <p:sldId id="286" r:id="rId24"/>
    <p:sldId id="283" r:id="rId25"/>
    <p:sldId id="284" r:id="rId26"/>
    <p:sldId id="287" r:id="rId27"/>
    <p:sldId id="288" r:id="rId28"/>
    <p:sldId id="289" r:id="rId29"/>
    <p:sldId id="290" r:id="rId30"/>
    <p:sldId id="291" r:id="rId31"/>
    <p:sldId id="292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6" autoAdjust="0"/>
    <p:restoredTop sz="94660"/>
  </p:normalViewPr>
  <p:slideViewPr>
    <p:cSldViewPr showGuides="1">
      <p:cViewPr varScale="1">
        <p:scale>
          <a:sx n="69" d="100"/>
          <a:sy n="69" d="100"/>
        </p:scale>
        <p:origin x="-144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33400"/>
            <a:ext cx="8839199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52400" y="228600"/>
            <a:ext cx="8534400" cy="6598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87036" y="2499043"/>
            <a:ext cx="8686800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A change that </a:t>
            </a:r>
            <a:r>
              <a:rPr lang="en-US" sz="2800" b="1" dirty="0" smtClean="0">
                <a:solidFill>
                  <a:srgbClr val="FF0000"/>
                </a:solidFill>
              </a:rPr>
              <a:t>CAN RETURN </a:t>
            </a:r>
            <a:r>
              <a:rPr lang="en-US" sz="2800" dirty="0" smtClean="0">
                <a:solidFill>
                  <a:schemeClr val="tx1"/>
                </a:solidFill>
              </a:rPr>
              <a:t>back.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A temporary change.</a:t>
            </a:r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 smtClean="0">
              <a:solidFill>
                <a:schemeClr val="tx1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49" r="5776"/>
          <a:stretch>
            <a:fillRect/>
          </a:stretch>
        </p:blipFill>
        <p:spPr bwMode="auto">
          <a:xfrm>
            <a:off x="2971800" y="457200"/>
            <a:ext cx="4156364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8519306" cy="6684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91" y="152400"/>
            <a:ext cx="8991600" cy="6607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90944" y="1600200"/>
            <a:ext cx="8700655" cy="1600200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You only change the shape and the size of the paper, There is no new substance formed.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8" y="76200"/>
            <a:ext cx="9101462" cy="673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9144000" cy="6310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5811"/>
            <a:ext cx="8458200" cy="6499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08" y="304800"/>
            <a:ext cx="8698592" cy="646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Object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43000" y="217805"/>
          <a:ext cx="6985635" cy="6422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3134995" imgH="2882265" progId="Acrobat.Document.DC">
                  <p:embed/>
                </p:oleObj>
              </mc:Choice>
              <mc:Fallback>
                <p:oleObj name="" r:id="rId1" imgW="3134995" imgH="2882265" progId="Acrobat.Document.DC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3000" y="217805"/>
                        <a:ext cx="6985635" cy="6422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52400" y="228600"/>
            <a:ext cx="8534400" cy="6598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64" y="457200"/>
            <a:ext cx="8873836" cy="2057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87036" y="2499043"/>
            <a:ext cx="8686800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A change that </a:t>
            </a:r>
            <a:r>
              <a:rPr lang="en-US" sz="2800" b="1" dirty="0" smtClean="0">
                <a:solidFill>
                  <a:srgbClr val="FF0000"/>
                </a:solidFill>
              </a:rPr>
              <a:t>CANNOT RETURN </a:t>
            </a:r>
            <a:r>
              <a:rPr lang="en-US" sz="2800" dirty="0" smtClean="0">
                <a:solidFill>
                  <a:schemeClr val="tx1"/>
                </a:solidFill>
              </a:rPr>
              <a:t>back.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A Permanent change.</a:t>
            </a:r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 smtClean="0">
              <a:solidFill>
                <a:schemeClr val="tx1"/>
              </a:solidFill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49"/>
          <a:stretch>
            <a:fillRect/>
          </a:stretch>
        </p:blipFill>
        <p:spPr bwMode="auto">
          <a:xfrm>
            <a:off x="3920836" y="609600"/>
            <a:ext cx="3842039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2" y="0"/>
            <a:ext cx="8968239" cy="6629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Baking Soda and Vinegar Experiment to Find Out What's Best!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30"/>
          <a:stretch>
            <a:fillRect/>
          </a:stretch>
        </p:blipFill>
        <p:spPr bwMode="auto">
          <a:xfrm>
            <a:off x="152399" y="228600"/>
            <a:ext cx="4281071" cy="54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145" y="2590800"/>
            <a:ext cx="4448169" cy="2938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58145" y="381000"/>
            <a:ext cx="466986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It produces a new </a:t>
            </a:r>
            <a:endParaRPr lang="en-US" sz="3200" dirty="0" smtClean="0"/>
          </a:p>
          <a:p>
            <a:r>
              <a:rPr lang="en-US" sz="3200" dirty="0" smtClean="0"/>
              <a:t>substance </a:t>
            </a:r>
            <a:r>
              <a:rPr lang="en-US" sz="3200" dirty="0"/>
              <a:t>which </a:t>
            </a:r>
            <a:r>
              <a:rPr lang="en-US" sz="3200" dirty="0" smtClean="0"/>
              <a:t>is the </a:t>
            </a:r>
            <a:r>
              <a:rPr lang="en-US" sz="3200" dirty="0"/>
              <a:t>gas </a:t>
            </a:r>
            <a:endParaRPr lang="en-US" sz="3200" dirty="0" smtClean="0"/>
          </a:p>
          <a:p>
            <a:r>
              <a:rPr lang="en-US" sz="3200" dirty="0" smtClean="0"/>
              <a:t>that fill the </a:t>
            </a:r>
            <a:endParaRPr lang="en-US" sz="3200" dirty="0" smtClean="0"/>
          </a:p>
          <a:p>
            <a:r>
              <a:rPr lang="en-US" sz="3200" dirty="0" smtClean="0"/>
              <a:t>rubber glove to inflate it.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533400"/>
            <a:ext cx="8600243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60960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85309"/>
            <a:ext cx="7124675" cy="285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01"/>
          <a:stretch>
            <a:fillRect/>
          </a:stretch>
        </p:blipFill>
        <p:spPr bwMode="auto">
          <a:xfrm>
            <a:off x="1279525" y="2119745"/>
            <a:ext cx="6583363" cy="3190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447800" y="914400"/>
            <a:ext cx="6330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Rotten food is a chemical change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88" y="152400"/>
            <a:ext cx="8818082" cy="64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8534400" cy="6702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61" y="304800"/>
            <a:ext cx="8363539" cy="6378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90" y="228600"/>
            <a:ext cx="8802210" cy="631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62" y="228600"/>
            <a:ext cx="8868937" cy="6379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6" y="381000"/>
            <a:ext cx="8954424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18" y="304800"/>
            <a:ext cx="8632682" cy="6287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02" y="228600"/>
            <a:ext cx="8745498" cy="6470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599"/>
            <a:ext cx="9055579" cy="6463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60" y="152400"/>
            <a:ext cx="8623240" cy="6486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8748802" cy="6473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8918590" cy="6566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8" y="78143"/>
            <a:ext cx="8999872" cy="6627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64" y="304800"/>
            <a:ext cx="8451836" cy="6002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-Point Star 1"/>
          <p:cNvSpPr/>
          <p:nvPr/>
        </p:nvSpPr>
        <p:spPr>
          <a:xfrm>
            <a:off x="838200" y="838200"/>
            <a:ext cx="7772400" cy="5410200"/>
          </a:xfrm>
          <a:prstGeom prst="star6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b="1" dirty="0" smtClean="0">
                <a:solidFill>
                  <a:srgbClr val="FF0000"/>
                </a:solidFill>
              </a:rPr>
              <a:t>Thank you</a:t>
            </a:r>
            <a:endParaRPr lang="en-US" sz="8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WPS Presentation</Application>
  <PresentationFormat>On-screen Show (4:3)</PresentationFormat>
  <Paragraphs>19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Acrobat.Document.DC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Melina Mahdy</cp:lastModifiedBy>
  <cp:revision>11</cp:revision>
  <dcterms:created xsi:type="dcterms:W3CDTF">2006-08-16T00:00:00Z</dcterms:created>
  <dcterms:modified xsi:type="dcterms:W3CDTF">2026-09-28T00:56:25Z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C721A3396D7F463880EA4ABD336E1A19_13</vt:lpwstr>
  </property>
  <property fmtid="{D5CDD505-2E9C-101B-9397-08002B2CF9AE}" pid="3" name="KSOProductBuildVer">
    <vt:lpwstr>1033-12.1.0.28485</vt:lpwstr>
  </property>
</Properties>
</file>