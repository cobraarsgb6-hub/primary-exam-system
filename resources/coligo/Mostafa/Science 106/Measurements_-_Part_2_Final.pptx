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fonts/font1.fntdata" ContentType="application/x-fontdata"/>
  <Override PartName="/ppt/fonts/font2.fntdata" ContentType="application/x-fontdata"/>
  <Override PartName="/ppt/fonts/font3.fntdata" ContentType="application/x-fontdata"/>
  <Override PartName="/ppt/fonts/font4.fntdata" ContentType="application/x-fontdata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4"/>
  </p:notesMasterIdLst>
  <p:sldIdLst>
    <p:sldId id="256" r:id="rId3"/>
    <p:sldId id="263" r:id="rId5"/>
    <p:sldId id="258" r:id="rId6"/>
    <p:sldId id="261" r:id="rId7"/>
    <p:sldId id="347" r:id="rId8"/>
    <p:sldId id="348" r:id="rId9"/>
    <p:sldId id="354" r:id="rId10"/>
    <p:sldId id="349" r:id="rId11"/>
    <p:sldId id="351" r:id="rId12"/>
    <p:sldId id="280" r:id="rId13"/>
    <p:sldId id="352" r:id="rId14"/>
    <p:sldId id="353" r:id="rId15"/>
    <p:sldId id="355" r:id="rId16"/>
    <p:sldId id="356" r:id="rId17"/>
    <p:sldId id="357" r:id="rId18"/>
    <p:sldId id="358" r:id="rId19"/>
    <p:sldId id="359" r:id="rId20"/>
    <p:sldId id="268" r:id="rId21"/>
  </p:sldIdLst>
  <p:sldSz cx="9144000" cy="5143500" type="screen16x9"/>
  <p:notesSz cx="6858000" cy="9144000"/>
  <p:embeddedFontLst>
    <p:embeddedFont>
      <p:font typeface="Paytone One"/>
      <p:regular r:id="rId25"/>
    </p:embeddedFont>
    <p:embeddedFont>
      <p:font typeface="Bebas Neue" panose="020B0606020202050201"/>
      <p:regular r:id="rId26"/>
    </p:embeddedFont>
    <p:embeddedFont>
      <p:font typeface="Hind" panose="02000000000000000000"/>
      <p:regular r:id="rId27"/>
      <p:bold r:id="rId28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>
        <p:scale>
          <a:sx n="66" d="100"/>
          <a:sy n="66" d="100"/>
        </p:scale>
        <p:origin x="-1506" y="-510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8" Type="http://schemas.openxmlformats.org/officeDocument/2006/relationships/font" Target="fonts/font4.fntdata"/><Relationship Id="rId27" Type="http://schemas.openxmlformats.org/officeDocument/2006/relationships/font" Target="fonts/font3.fntdata"/><Relationship Id="rId26" Type="http://schemas.openxmlformats.org/officeDocument/2006/relationships/font" Target="fonts/font2.fntdata"/><Relationship Id="rId25" Type="http://schemas.openxmlformats.org/officeDocument/2006/relationships/font" Target="fonts/font1.fntdata"/><Relationship Id="rId24" Type="http://schemas.openxmlformats.org/officeDocument/2006/relationships/tableStyles" Target="tableStyles.xml"/><Relationship Id="rId23" Type="http://schemas.openxmlformats.org/officeDocument/2006/relationships/viewProps" Target="viewProps.xml"/><Relationship Id="rId22" Type="http://schemas.openxmlformats.org/officeDocument/2006/relationships/presProps" Target="presProps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17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3" name="Google Shape;1703;g13cdcce58d8_0_27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04" name="Google Shape;1704;g13cdcce58d8_0_27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2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4" name="Google Shape;2184;g13cc361da34_2_38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85" name="Google Shape;2185;g13cc361da34_2_38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18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4" name="Google Shape;1854;g13cdcce58d8_0_38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55" name="Google Shape;1855;g13cdcce58d8_0_38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20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4" name="Google Shape;2014;g13cc361da34_2_37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15" name="Google Shape;2015;g13cc361da34_2_37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20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4" name="Google Shape;2014;g13cc361da34_2_37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15" name="Google Shape;2015;g13cc361da34_2_37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20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4" name="Google Shape;2014;g13cc361da34_2_37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15" name="Google Shape;2015;g13cc361da34_2_37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20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4" name="Google Shape;2014;g13cc361da34_2_37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15" name="Google Shape;2015;g13cc361da34_2_37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2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5" name="Google Shape;2275;g13d264e5c4f_1_30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76" name="Google Shape;2276;g13d264e5c4f_1_30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3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4" name="Google Shape;3224;g13d264e5c4f_1_36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25" name="Google Shape;3225;g13d264e5c4f_1_36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3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4" name="Google Shape;3224;g13d264e5c4f_1_36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25" name="Google Shape;3225;g13d264e5c4f_1_36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3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4" name="Google Shape;3224;g13d264e5c4f_1_36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25" name="Google Shape;3225;g13d264e5c4f_1_36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3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4" name="Google Shape;3224;g13d264e5c4f_1_36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25" name="Google Shape;3225;g13d264e5c4f_1_36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3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4" name="Google Shape;3224;g13d264e5c4f_1_36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25" name="Google Shape;3225;g13d264e5c4f_1_36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3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4" name="Google Shape;3224;g13d264e5c4f_1_36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25" name="Google Shape;3225;g13d264e5c4f_1_36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3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4" name="Google Shape;3224;g13d264e5c4f_1_36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25" name="Google Shape;3225;g13d264e5c4f_1_36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3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4" name="Google Shape;3224;g13d264e5c4f_1_36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25" name="Google Shape;3225;g13d264e5c4f_1_36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3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4" name="Google Shape;3224;g13d264e5c4f_1_36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25" name="Google Shape;3225;g13d264e5c4f_1_36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25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9" name="Google Shape;2509;g13c3d1e0f81_0_7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10" name="Google Shape;2510;g13c3d1e0f81_0_7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matchingName="Title slide">
  <p:cSld name="TITL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 txBox="1">
            <a:spLocks noGrp="1"/>
          </p:cNvSpPr>
          <p:nvPr>
            <p:ph type="ctrTitle"/>
          </p:nvPr>
        </p:nvSpPr>
        <p:spPr>
          <a:xfrm>
            <a:off x="734100" y="1036892"/>
            <a:ext cx="5589600" cy="21804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8500"/>
            </a:lvl1pPr>
            <a:lvl2pPr lvl="1" algn="ctr">
              <a:spcBef>
                <a:spcPts val="20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0" name="Google Shape;10;p2"/>
          <p:cNvSpPr txBox="1">
            <a:spLocks noGrp="1"/>
          </p:cNvSpPr>
          <p:nvPr>
            <p:ph type="subTitle" idx="1"/>
          </p:nvPr>
        </p:nvSpPr>
        <p:spPr>
          <a:xfrm>
            <a:off x="734200" y="3116075"/>
            <a:ext cx="5589600" cy="409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grpSp>
        <p:nvGrpSpPr>
          <p:cNvPr id="11" name="Google Shape;11;p2"/>
          <p:cNvGrpSpPr/>
          <p:nvPr/>
        </p:nvGrpSpPr>
        <p:grpSpPr>
          <a:xfrm>
            <a:off x="6368900" y="0"/>
            <a:ext cx="2812370" cy="5162950"/>
            <a:chOff x="6368900" y="0"/>
            <a:chExt cx="2812370" cy="5162950"/>
          </a:xfrm>
        </p:grpSpPr>
        <p:sp>
          <p:nvSpPr>
            <p:cNvPr id="12" name="Google Shape;12;p2"/>
            <p:cNvSpPr/>
            <p:nvPr/>
          </p:nvSpPr>
          <p:spPr>
            <a:xfrm>
              <a:off x="6368900" y="0"/>
              <a:ext cx="2806463" cy="5162950"/>
            </a:xfrm>
            <a:custGeom>
              <a:avLst/>
              <a:gdLst/>
              <a:ahLst/>
              <a:cxnLst/>
              <a:rect l="l" t="t" r="r" b="b"/>
              <a:pathLst>
                <a:path w="139625" h="206518" extrusionOk="0">
                  <a:moveTo>
                    <a:pt x="0" y="0"/>
                  </a:moveTo>
                  <a:lnTo>
                    <a:pt x="139625" y="389"/>
                  </a:lnTo>
                  <a:lnTo>
                    <a:pt x="139236" y="206518"/>
                  </a:lnTo>
                  <a:lnTo>
                    <a:pt x="71546" y="205778"/>
                  </a:lnTo>
                  <a:close/>
                </a:path>
              </a:pathLst>
            </a:custGeom>
            <a:solidFill>
              <a:srgbClr val="B1B9E6">
                <a:alpha val="30950"/>
              </a:srgbClr>
            </a:solidFill>
            <a:ln>
              <a:noFill/>
            </a:ln>
          </p:spPr>
        </p:sp>
        <p:grpSp>
          <p:nvGrpSpPr>
            <p:cNvPr id="13" name="Google Shape;13;p2"/>
            <p:cNvGrpSpPr/>
            <p:nvPr/>
          </p:nvGrpSpPr>
          <p:grpSpPr>
            <a:xfrm>
              <a:off x="6409225" y="0"/>
              <a:ext cx="2772045" cy="5143502"/>
              <a:chOff x="6409225" y="0"/>
              <a:chExt cx="2772045" cy="5143502"/>
            </a:xfrm>
          </p:grpSpPr>
          <p:cxnSp>
            <p:nvCxnSpPr>
              <p:cNvPr id="14" name="Google Shape;14;p2"/>
              <p:cNvCxnSpPr/>
              <p:nvPr/>
            </p:nvCxnSpPr>
            <p:spPr>
              <a:xfrm>
                <a:off x="6718570" y="1209275"/>
                <a:ext cx="2462700" cy="0"/>
              </a:xfrm>
              <a:prstGeom prst="straightConnector1">
                <a:avLst/>
              </a:prstGeom>
              <a:noFill/>
              <a:ln w="9525" cap="rnd" cmpd="sng">
                <a:solidFill>
                  <a:schemeClr val="accent5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5" name="Google Shape;15;p2"/>
              <p:cNvCxnSpPr/>
              <p:nvPr/>
            </p:nvCxnSpPr>
            <p:spPr>
              <a:xfrm>
                <a:off x="6871289" y="1754250"/>
                <a:ext cx="2307900" cy="0"/>
              </a:xfrm>
              <a:prstGeom prst="straightConnector1">
                <a:avLst/>
              </a:prstGeom>
              <a:noFill/>
              <a:ln w="9525" cap="rnd" cmpd="sng">
                <a:solidFill>
                  <a:schemeClr val="accent5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6" name="Google Shape;16;p2"/>
              <p:cNvCxnSpPr/>
              <p:nvPr/>
            </p:nvCxnSpPr>
            <p:spPr>
              <a:xfrm>
                <a:off x="7024008" y="2299225"/>
                <a:ext cx="2155200" cy="0"/>
              </a:xfrm>
              <a:prstGeom prst="straightConnector1">
                <a:avLst/>
              </a:prstGeom>
              <a:noFill/>
              <a:ln w="9525" cap="rnd" cmpd="sng">
                <a:solidFill>
                  <a:schemeClr val="accent5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7" name="Google Shape;17;p2"/>
              <p:cNvCxnSpPr/>
              <p:nvPr/>
            </p:nvCxnSpPr>
            <p:spPr>
              <a:xfrm>
                <a:off x="7176726" y="2844200"/>
                <a:ext cx="2002800" cy="0"/>
              </a:xfrm>
              <a:prstGeom prst="straightConnector1">
                <a:avLst/>
              </a:prstGeom>
              <a:noFill/>
              <a:ln w="9525" cap="rnd" cmpd="sng">
                <a:solidFill>
                  <a:schemeClr val="accent5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8" name="Google Shape;18;p2"/>
              <p:cNvCxnSpPr/>
              <p:nvPr/>
            </p:nvCxnSpPr>
            <p:spPr>
              <a:xfrm>
                <a:off x="7329447" y="3389150"/>
                <a:ext cx="1850100" cy="0"/>
              </a:xfrm>
              <a:prstGeom prst="straightConnector1">
                <a:avLst/>
              </a:prstGeom>
              <a:noFill/>
              <a:ln w="9525" cap="rnd" cmpd="sng">
                <a:solidFill>
                  <a:schemeClr val="accent5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9" name="Google Shape;19;p2"/>
              <p:cNvCxnSpPr/>
              <p:nvPr/>
            </p:nvCxnSpPr>
            <p:spPr>
              <a:xfrm>
                <a:off x="7482163" y="3934125"/>
                <a:ext cx="1697100" cy="0"/>
              </a:xfrm>
              <a:prstGeom prst="straightConnector1">
                <a:avLst/>
              </a:prstGeom>
              <a:noFill/>
              <a:ln w="9525" cap="rnd" cmpd="sng">
                <a:solidFill>
                  <a:schemeClr val="accent5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0" name="Google Shape;20;p2"/>
              <p:cNvCxnSpPr/>
              <p:nvPr/>
            </p:nvCxnSpPr>
            <p:spPr>
              <a:xfrm>
                <a:off x="7636859" y="4479100"/>
                <a:ext cx="1542900" cy="0"/>
              </a:xfrm>
              <a:prstGeom prst="straightConnector1">
                <a:avLst/>
              </a:prstGeom>
              <a:noFill/>
              <a:ln w="9525" cap="rnd" cmpd="sng">
                <a:solidFill>
                  <a:schemeClr val="accent5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1" name="Google Shape;21;p2"/>
              <p:cNvCxnSpPr/>
              <p:nvPr/>
            </p:nvCxnSpPr>
            <p:spPr>
              <a:xfrm>
                <a:off x="7787800" y="5024075"/>
                <a:ext cx="1391400" cy="0"/>
              </a:xfrm>
              <a:prstGeom prst="straightConnector1">
                <a:avLst/>
              </a:prstGeom>
              <a:noFill/>
              <a:ln w="9525" cap="rnd" cmpd="sng">
                <a:solidFill>
                  <a:schemeClr val="accent5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2" name="Google Shape;22;p2"/>
              <p:cNvCxnSpPr/>
              <p:nvPr/>
            </p:nvCxnSpPr>
            <p:spPr>
              <a:xfrm>
                <a:off x="6566925" y="664300"/>
                <a:ext cx="2614200" cy="0"/>
              </a:xfrm>
              <a:prstGeom prst="straightConnector1">
                <a:avLst/>
              </a:prstGeom>
              <a:noFill/>
              <a:ln w="9525" cap="rnd" cmpd="sng">
                <a:solidFill>
                  <a:schemeClr val="accent5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3" name="Google Shape;23;p2"/>
              <p:cNvCxnSpPr/>
              <p:nvPr/>
            </p:nvCxnSpPr>
            <p:spPr>
              <a:xfrm>
                <a:off x="6409225" y="119325"/>
                <a:ext cx="2770500" cy="0"/>
              </a:xfrm>
              <a:prstGeom prst="straightConnector1">
                <a:avLst/>
              </a:prstGeom>
              <a:noFill/>
              <a:ln w="9525" cap="rnd" cmpd="sng">
                <a:solidFill>
                  <a:schemeClr val="accent5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4" name="Google Shape;24;p2"/>
              <p:cNvCxnSpPr/>
              <p:nvPr/>
            </p:nvCxnSpPr>
            <p:spPr>
              <a:xfrm rot="5400000">
                <a:off x="5342616" y="2571752"/>
                <a:ext cx="5143500" cy="0"/>
              </a:xfrm>
              <a:prstGeom prst="straightConnector1">
                <a:avLst/>
              </a:prstGeom>
              <a:noFill/>
              <a:ln w="9525" cap="rnd" cmpd="sng">
                <a:solidFill>
                  <a:schemeClr val="accent5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5" name="Google Shape;25;p2"/>
              <p:cNvCxnSpPr/>
              <p:nvPr/>
            </p:nvCxnSpPr>
            <p:spPr>
              <a:xfrm rot="5400000">
                <a:off x="5632100" y="1737300"/>
                <a:ext cx="3474600" cy="0"/>
              </a:xfrm>
              <a:prstGeom prst="straightConnector1">
                <a:avLst/>
              </a:prstGeom>
              <a:noFill/>
              <a:ln w="9525" cap="rnd" cmpd="sng">
                <a:solidFill>
                  <a:schemeClr val="accent5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6" name="Google Shape;26;p2"/>
              <p:cNvCxnSpPr/>
              <p:nvPr/>
            </p:nvCxnSpPr>
            <p:spPr>
              <a:xfrm>
                <a:off x="6824425" y="0"/>
                <a:ext cx="0" cy="1628400"/>
              </a:xfrm>
              <a:prstGeom prst="straightConnector1">
                <a:avLst/>
              </a:prstGeom>
              <a:noFill/>
              <a:ln w="9525" cap="rnd" cmpd="sng">
                <a:solidFill>
                  <a:schemeClr val="accent5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7" name="Google Shape;27;p2"/>
              <p:cNvCxnSpPr/>
              <p:nvPr/>
            </p:nvCxnSpPr>
            <p:spPr>
              <a:xfrm rot="5400000">
                <a:off x="5887589" y="2571752"/>
                <a:ext cx="5143500" cy="0"/>
              </a:xfrm>
              <a:prstGeom prst="straightConnector1">
                <a:avLst/>
              </a:prstGeom>
              <a:noFill/>
              <a:ln w="9525" cap="rnd" cmpd="sng">
                <a:solidFill>
                  <a:schemeClr val="accent5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8" name="Google Shape;28;p2"/>
              <p:cNvCxnSpPr/>
              <p:nvPr/>
            </p:nvCxnSpPr>
            <p:spPr>
              <a:xfrm rot="5400000">
                <a:off x="6432562" y="2571752"/>
                <a:ext cx="5143500" cy="0"/>
              </a:xfrm>
              <a:prstGeom prst="straightConnector1">
                <a:avLst/>
              </a:prstGeom>
              <a:noFill/>
              <a:ln w="9525" cap="rnd" cmpd="sng">
                <a:solidFill>
                  <a:schemeClr val="accent5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</p:grpSp>
      <p:sp>
        <p:nvSpPr>
          <p:cNvPr id="29" name="Google Shape;29;p2"/>
          <p:cNvSpPr/>
          <p:nvPr/>
        </p:nvSpPr>
        <p:spPr>
          <a:xfrm>
            <a:off x="-9075" y="2215375"/>
            <a:ext cx="1039200" cy="29259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30" name="Google Shape;30;p2"/>
          <p:cNvSpPr/>
          <p:nvPr/>
        </p:nvSpPr>
        <p:spPr>
          <a:xfrm rot="-10087101">
            <a:off x="-884687" y="3115647"/>
            <a:ext cx="2225325" cy="2114241"/>
          </a:xfrm>
          <a:custGeom>
            <a:avLst/>
            <a:gdLst/>
            <a:ahLst/>
            <a:cxnLst/>
            <a:rect l="l" t="t" r="r" b="b"/>
            <a:pathLst>
              <a:path w="68206" h="79041" fill="none" extrusionOk="0">
                <a:moveTo>
                  <a:pt x="63443" y="14218"/>
                </a:moveTo>
                <a:cubicBezTo>
                  <a:pt x="63443" y="14218"/>
                  <a:pt x="52345" y="26125"/>
                  <a:pt x="15814" y="16599"/>
                </a:cubicBezTo>
                <a:cubicBezTo>
                  <a:pt x="12861" y="15837"/>
                  <a:pt x="9312" y="13717"/>
                  <a:pt x="7312" y="11479"/>
                </a:cubicBezTo>
                <a:cubicBezTo>
                  <a:pt x="4621" y="8478"/>
                  <a:pt x="5312" y="4096"/>
                  <a:pt x="8812" y="2120"/>
                </a:cubicBezTo>
                <a:cubicBezTo>
                  <a:pt x="12504" y="0"/>
                  <a:pt x="17671" y="1810"/>
                  <a:pt x="20981" y="3954"/>
                </a:cubicBezTo>
                <a:cubicBezTo>
                  <a:pt x="37390" y="14551"/>
                  <a:pt x="44058" y="45772"/>
                  <a:pt x="22958" y="55250"/>
                </a:cubicBezTo>
                <a:cubicBezTo>
                  <a:pt x="18886" y="57060"/>
                  <a:pt x="13456" y="56464"/>
                  <a:pt x="9384" y="55035"/>
                </a:cubicBezTo>
                <a:cubicBezTo>
                  <a:pt x="1858" y="52368"/>
                  <a:pt x="1" y="45367"/>
                  <a:pt x="7502" y="41175"/>
                </a:cubicBezTo>
                <a:cubicBezTo>
                  <a:pt x="8598" y="40580"/>
                  <a:pt x="9860" y="40318"/>
                  <a:pt x="11098" y="40175"/>
                </a:cubicBezTo>
                <a:cubicBezTo>
                  <a:pt x="21886" y="38913"/>
                  <a:pt x="33151" y="42866"/>
                  <a:pt x="41414" y="49772"/>
                </a:cubicBezTo>
                <a:cubicBezTo>
                  <a:pt x="45606" y="53273"/>
                  <a:pt x="49106" y="57655"/>
                  <a:pt x="51297" y="62656"/>
                </a:cubicBezTo>
                <a:cubicBezTo>
                  <a:pt x="52607" y="65680"/>
                  <a:pt x="54084" y="69372"/>
                  <a:pt x="53774" y="72706"/>
                </a:cubicBezTo>
                <a:cubicBezTo>
                  <a:pt x="53369" y="77111"/>
                  <a:pt x="48749" y="79040"/>
                  <a:pt x="44963" y="76492"/>
                </a:cubicBezTo>
                <a:cubicBezTo>
                  <a:pt x="40700" y="73611"/>
                  <a:pt x="41795" y="66704"/>
                  <a:pt x="43391" y="62608"/>
                </a:cubicBezTo>
                <a:cubicBezTo>
                  <a:pt x="47487" y="52082"/>
                  <a:pt x="61157" y="55631"/>
                  <a:pt x="68206" y="61060"/>
                </a:cubicBezTo>
              </a:path>
            </a:pathLst>
          </a:custGeom>
          <a:noFill/>
          <a:ln w="19050" cap="rnd" cmpd="sng">
            <a:solidFill>
              <a:schemeClr val="dk1"/>
            </a:solidFill>
            <a:prstDash val="solid"/>
            <a:miter lim="23814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31" name="Google Shape;31;p2"/>
          <p:cNvSpPr/>
          <p:nvPr/>
        </p:nvSpPr>
        <p:spPr>
          <a:xfrm>
            <a:off x="7318725" y="-5268"/>
            <a:ext cx="1665188" cy="1095875"/>
          </a:xfrm>
          <a:custGeom>
            <a:avLst/>
            <a:gdLst/>
            <a:ahLst/>
            <a:cxnLst/>
            <a:rect l="l" t="t" r="r" b="b"/>
            <a:pathLst>
              <a:path w="57609" h="37913" fill="none" extrusionOk="0">
                <a:moveTo>
                  <a:pt x="1" y="27601"/>
                </a:moveTo>
                <a:cubicBezTo>
                  <a:pt x="2263" y="22767"/>
                  <a:pt x="6931" y="18242"/>
                  <a:pt x="11932" y="16337"/>
                </a:cubicBezTo>
                <a:cubicBezTo>
                  <a:pt x="17028" y="14408"/>
                  <a:pt x="22386" y="17528"/>
                  <a:pt x="25387" y="21600"/>
                </a:cubicBezTo>
                <a:cubicBezTo>
                  <a:pt x="28054" y="25268"/>
                  <a:pt x="30221" y="33102"/>
                  <a:pt x="25316" y="36079"/>
                </a:cubicBezTo>
                <a:cubicBezTo>
                  <a:pt x="22267" y="37913"/>
                  <a:pt x="18933" y="36174"/>
                  <a:pt x="16933" y="33698"/>
                </a:cubicBezTo>
                <a:cubicBezTo>
                  <a:pt x="12551" y="28292"/>
                  <a:pt x="13551" y="18528"/>
                  <a:pt x="16147" y="12574"/>
                </a:cubicBezTo>
                <a:cubicBezTo>
                  <a:pt x="19338" y="5359"/>
                  <a:pt x="28030" y="0"/>
                  <a:pt x="35889" y="262"/>
                </a:cubicBezTo>
                <a:cubicBezTo>
                  <a:pt x="42176" y="453"/>
                  <a:pt x="48154" y="4454"/>
                  <a:pt x="51631" y="9717"/>
                </a:cubicBezTo>
                <a:cubicBezTo>
                  <a:pt x="54631" y="14313"/>
                  <a:pt x="57608" y="23720"/>
                  <a:pt x="50702" y="26387"/>
                </a:cubicBezTo>
                <a:cubicBezTo>
                  <a:pt x="38818" y="31007"/>
                  <a:pt x="39057" y="5978"/>
                  <a:pt x="42581" y="96"/>
                </a:cubicBezTo>
              </a:path>
            </a:pathLst>
          </a:custGeom>
          <a:noFill/>
          <a:ln w="19050" cap="rnd" cmpd="sng">
            <a:solidFill>
              <a:schemeClr val="dk1"/>
            </a:solidFill>
            <a:prstDash val="solid"/>
            <a:miter lim="23814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32" name="Google Shape;32;p2"/>
          <p:cNvSpPr/>
          <p:nvPr/>
        </p:nvSpPr>
        <p:spPr>
          <a:xfrm>
            <a:off x="524018" y="661403"/>
            <a:ext cx="1074821" cy="1316272"/>
          </a:xfrm>
          <a:custGeom>
            <a:avLst/>
            <a:gdLst/>
            <a:ahLst/>
            <a:cxnLst/>
            <a:rect l="l" t="t" r="r" b="b"/>
            <a:pathLst>
              <a:path w="33818" h="41415" extrusionOk="0">
                <a:moveTo>
                  <a:pt x="25840" y="1"/>
                </a:moveTo>
                <a:lnTo>
                  <a:pt x="25840" y="1"/>
                </a:lnTo>
                <a:cubicBezTo>
                  <a:pt x="23244" y="4454"/>
                  <a:pt x="20958" y="8812"/>
                  <a:pt x="18362" y="13218"/>
                </a:cubicBezTo>
                <a:cubicBezTo>
                  <a:pt x="17171" y="10170"/>
                  <a:pt x="16099" y="7336"/>
                  <a:pt x="14980" y="4454"/>
                </a:cubicBezTo>
                <a:cubicBezTo>
                  <a:pt x="14623" y="4740"/>
                  <a:pt x="14671" y="5026"/>
                  <a:pt x="14623" y="5264"/>
                </a:cubicBezTo>
                <a:cubicBezTo>
                  <a:pt x="14051" y="8169"/>
                  <a:pt x="13504" y="11075"/>
                  <a:pt x="12932" y="13980"/>
                </a:cubicBezTo>
                <a:cubicBezTo>
                  <a:pt x="12815" y="14537"/>
                  <a:pt x="12770" y="14761"/>
                  <a:pt x="12541" y="14761"/>
                </a:cubicBezTo>
                <a:cubicBezTo>
                  <a:pt x="12398" y="14761"/>
                  <a:pt x="12184" y="14674"/>
                  <a:pt x="11837" y="14528"/>
                </a:cubicBezTo>
                <a:cubicBezTo>
                  <a:pt x="9503" y="13575"/>
                  <a:pt x="7145" y="12622"/>
                  <a:pt x="4788" y="11646"/>
                </a:cubicBezTo>
                <a:cubicBezTo>
                  <a:pt x="4508" y="11546"/>
                  <a:pt x="4244" y="11362"/>
                  <a:pt x="3928" y="11362"/>
                </a:cubicBezTo>
                <a:cubicBezTo>
                  <a:pt x="3867" y="11362"/>
                  <a:pt x="3805" y="11369"/>
                  <a:pt x="3740" y="11384"/>
                </a:cubicBezTo>
                <a:cubicBezTo>
                  <a:pt x="3763" y="11646"/>
                  <a:pt x="3930" y="11789"/>
                  <a:pt x="4073" y="11979"/>
                </a:cubicBezTo>
                <a:cubicBezTo>
                  <a:pt x="5740" y="14075"/>
                  <a:pt x="7407" y="16195"/>
                  <a:pt x="9074" y="18314"/>
                </a:cubicBezTo>
                <a:cubicBezTo>
                  <a:pt x="9717" y="19148"/>
                  <a:pt x="9717" y="19148"/>
                  <a:pt x="8931" y="19791"/>
                </a:cubicBezTo>
                <a:cubicBezTo>
                  <a:pt x="6240" y="22005"/>
                  <a:pt x="3525" y="24196"/>
                  <a:pt x="858" y="26411"/>
                </a:cubicBezTo>
                <a:cubicBezTo>
                  <a:pt x="549" y="26673"/>
                  <a:pt x="144" y="26840"/>
                  <a:pt x="1" y="27292"/>
                </a:cubicBezTo>
                <a:cubicBezTo>
                  <a:pt x="73" y="27314"/>
                  <a:pt x="143" y="27322"/>
                  <a:pt x="212" y="27322"/>
                </a:cubicBezTo>
                <a:cubicBezTo>
                  <a:pt x="369" y="27322"/>
                  <a:pt x="518" y="27278"/>
                  <a:pt x="668" y="27244"/>
                </a:cubicBezTo>
                <a:cubicBezTo>
                  <a:pt x="3930" y="26482"/>
                  <a:pt x="7169" y="25697"/>
                  <a:pt x="10408" y="24958"/>
                </a:cubicBezTo>
                <a:cubicBezTo>
                  <a:pt x="10651" y="24904"/>
                  <a:pt x="10830" y="24871"/>
                  <a:pt x="10960" y="24871"/>
                </a:cubicBezTo>
                <a:cubicBezTo>
                  <a:pt x="11286" y="24871"/>
                  <a:pt x="11289" y="25082"/>
                  <a:pt x="11170" y="25697"/>
                </a:cubicBezTo>
                <a:cubicBezTo>
                  <a:pt x="10479" y="29483"/>
                  <a:pt x="9789" y="33270"/>
                  <a:pt x="9098" y="37080"/>
                </a:cubicBezTo>
                <a:cubicBezTo>
                  <a:pt x="8836" y="38509"/>
                  <a:pt x="8598" y="39938"/>
                  <a:pt x="8336" y="41366"/>
                </a:cubicBezTo>
                <a:cubicBezTo>
                  <a:pt x="8431" y="41390"/>
                  <a:pt x="8503" y="41414"/>
                  <a:pt x="8574" y="41414"/>
                </a:cubicBezTo>
                <a:cubicBezTo>
                  <a:pt x="11289" y="37437"/>
                  <a:pt x="13980" y="33460"/>
                  <a:pt x="16790" y="29340"/>
                </a:cubicBezTo>
                <a:cubicBezTo>
                  <a:pt x="18671" y="33365"/>
                  <a:pt x="20457" y="37199"/>
                  <a:pt x="22267" y="41057"/>
                </a:cubicBezTo>
                <a:lnTo>
                  <a:pt x="22482" y="40985"/>
                </a:lnTo>
                <a:cubicBezTo>
                  <a:pt x="22482" y="36627"/>
                  <a:pt x="22339" y="32246"/>
                  <a:pt x="22053" y="27792"/>
                </a:cubicBezTo>
                <a:lnTo>
                  <a:pt x="22053" y="27792"/>
                </a:lnTo>
                <a:cubicBezTo>
                  <a:pt x="26078" y="28911"/>
                  <a:pt x="29936" y="30007"/>
                  <a:pt x="33817" y="31079"/>
                </a:cubicBezTo>
                <a:cubicBezTo>
                  <a:pt x="33698" y="30674"/>
                  <a:pt x="33484" y="30412"/>
                  <a:pt x="33270" y="30174"/>
                </a:cubicBezTo>
                <a:cubicBezTo>
                  <a:pt x="30698" y="27411"/>
                  <a:pt x="28102" y="24649"/>
                  <a:pt x="25530" y="21886"/>
                </a:cubicBezTo>
                <a:cubicBezTo>
                  <a:pt x="24839" y="21148"/>
                  <a:pt x="24720" y="21196"/>
                  <a:pt x="25554" y="20410"/>
                </a:cubicBezTo>
                <a:cubicBezTo>
                  <a:pt x="28126" y="18076"/>
                  <a:pt x="30674" y="15695"/>
                  <a:pt x="33246" y="13337"/>
                </a:cubicBezTo>
                <a:cubicBezTo>
                  <a:pt x="33389" y="13194"/>
                  <a:pt x="33651" y="13123"/>
                  <a:pt x="33460" y="12765"/>
                </a:cubicBezTo>
                <a:lnTo>
                  <a:pt x="33460" y="12765"/>
                </a:lnTo>
                <a:cubicBezTo>
                  <a:pt x="31936" y="13099"/>
                  <a:pt x="30412" y="13432"/>
                  <a:pt x="28888" y="13766"/>
                </a:cubicBezTo>
                <a:cubicBezTo>
                  <a:pt x="27126" y="14147"/>
                  <a:pt x="25363" y="14551"/>
                  <a:pt x="23625" y="14932"/>
                </a:cubicBezTo>
                <a:cubicBezTo>
                  <a:pt x="23444" y="14971"/>
                  <a:pt x="23306" y="14994"/>
                  <a:pt x="23204" y="14994"/>
                </a:cubicBezTo>
                <a:cubicBezTo>
                  <a:pt x="22931" y="14994"/>
                  <a:pt x="22912" y="14829"/>
                  <a:pt x="22982" y="14361"/>
                </a:cubicBezTo>
                <a:cubicBezTo>
                  <a:pt x="23006" y="14266"/>
                  <a:pt x="23029" y="14194"/>
                  <a:pt x="23029" y="14123"/>
                </a:cubicBezTo>
                <a:cubicBezTo>
                  <a:pt x="23815" y="10432"/>
                  <a:pt x="24601" y="6740"/>
                  <a:pt x="25363" y="3049"/>
                </a:cubicBezTo>
                <a:cubicBezTo>
                  <a:pt x="25530" y="2120"/>
                  <a:pt x="25863" y="1215"/>
                  <a:pt x="25840" y="1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33" name="Google Shape;33;p2"/>
          <p:cNvSpPr/>
          <p:nvPr/>
        </p:nvSpPr>
        <p:spPr>
          <a:xfrm>
            <a:off x="3950025" y="2130075"/>
            <a:ext cx="5231000" cy="3014375"/>
          </a:xfrm>
          <a:custGeom>
            <a:avLst/>
            <a:gdLst/>
            <a:ahLst/>
            <a:cxnLst/>
            <a:rect l="l" t="t" r="r" b="b"/>
            <a:pathLst>
              <a:path w="209240" h="120575" extrusionOk="0">
                <a:moveTo>
                  <a:pt x="0" y="120446"/>
                </a:moveTo>
                <a:lnTo>
                  <a:pt x="209240" y="0"/>
                </a:lnTo>
                <a:lnTo>
                  <a:pt x="209240" y="70819"/>
                </a:lnTo>
                <a:lnTo>
                  <a:pt x="90481" y="120575"/>
                </a:lnTo>
                <a:close/>
              </a:path>
            </a:pathLst>
          </a:custGeom>
          <a:solidFill>
            <a:schemeClr val="accent6"/>
          </a:solidFill>
          <a:ln>
            <a:noFill/>
          </a:ln>
        </p:spPr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matchingName="Section header">
  <p:cSld name="SECTION_HEADER">
    <p:spTree>
      <p:nvGrpSpPr>
        <p:cNvPr id="1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5" name="Google Shape;35;p3"/>
          <p:cNvGrpSpPr/>
          <p:nvPr/>
        </p:nvGrpSpPr>
        <p:grpSpPr>
          <a:xfrm>
            <a:off x="-6325" y="-14750"/>
            <a:ext cx="2235300" cy="5194850"/>
            <a:chOff x="-6325" y="-14750"/>
            <a:chExt cx="2235300" cy="5194850"/>
          </a:xfrm>
        </p:grpSpPr>
        <p:grpSp>
          <p:nvGrpSpPr>
            <p:cNvPr id="36" name="Google Shape;36;p3"/>
            <p:cNvGrpSpPr/>
            <p:nvPr/>
          </p:nvGrpSpPr>
          <p:grpSpPr>
            <a:xfrm>
              <a:off x="-6325" y="-14750"/>
              <a:ext cx="2235300" cy="5158251"/>
              <a:chOff x="-6325" y="-14750"/>
              <a:chExt cx="2235300" cy="5158251"/>
            </a:xfrm>
          </p:grpSpPr>
          <p:sp>
            <p:nvSpPr>
              <p:cNvPr id="37" name="Google Shape;37;p3"/>
              <p:cNvSpPr/>
              <p:nvPr/>
            </p:nvSpPr>
            <p:spPr>
              <a:xfrm>
                <a:off x="-6325" y="-14750"/>
                <a:ext cx="2235300" cy="5158225"/>
              </a:xfrm>
              <a:custGeom>
                <a:avLst/>
                <a:gdLst/>
                <a:ahLst/>
                <a:cxnLst/>
                <a:rect l="l" t="t" r="r" b="b"/>
                <a:pathLst>
                  <a:path w="89412" h="206329" extrusionOk="0">
                    <a:moveTo>
                      <a:pt x="89412" y="206329"/>
                    </a:moveTo>
                    <a:lnTo>
                      <a:pt x="373" y="205940"/>
                    </a:lnTo>
                    <a:lnTo>
                      <a:pt x="0" y="0"/>
                    </a:lnTo>
                    <a:lnTo>
                      <a:pt x="15936" y="253"/>
                    </a:lnTo>
                    <a:close/>
                  </a:path>
                </a:pathLst>
              </a:custGeom>
              <a:solidFill>
                <a:srgbClr val="B1B9E6">
                  <a:alpha val="30950"/>
                </a:srgbClr>
              </a:solidFill>
              <a:ln>
                <a:noFill/>
              </a:ln>
            </p:spPr>
          </p:sp>
          <p:sp>
            <p:nvSpPr>
              <p:cNvPr id="38" name="Google Shape;38;p3"/>
              <p:cNvSpPr/>
              <p:nvPr/>
            </p:nvSpPr>
            <p:spPr>
              <a:xfrm rot="10800000">
                <a:off x="2086169" y="4806169"/>
                <a:ext cx="5339" cy="8359"/>
              </a:xfrm>
              <a:custGeom>
                <a:avLst/>
                <a:gdLst/>
                <a:ahLst/>
                <a:cxnLst/>
                <a:rect l="l" t="t" r="r" b="b"/>
                <a:pathLst>
                  <a:path w="168" h="263" extrusionOk="0">
                    <a:moveTo>
                      <a:pt x="0" y="1"/>
                    </a:moveTo>
                    <a:cubicBezTo>
                      <a:pt x="0" y="120"/>
                      <a:pt x="48" y="215"/>
                      <a:pt x="167" y="263"/>
                    </a:cubicBezTo>
                    <a:cubicBezTo>
                      <a:pt x="167" y="144"/>
                      <a:pt x="120" y="48"/>
                      <a:pt x="0" y="1"/>
                    </a:cubicBezTo>
                    <a:close/>
                  </a:path>
                </a:pathLst>
              </a:custGeom>
              <a:solidFill>
                <a:srgbClr val="4A90CC"/>
              </a:solidFill>
              <a:ln w="9525" cap="flat" cmpd="sng">
                <a:solidFill>
                  <a:schemeClr val="accent5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cxnSp>
            <p:nvCxnSpPr>
              <p:cNvPr id="39" name="Google Shape;39;p3"/>
              <p:cNvCxnSpPr/>
              <p:nvPr/>
            </p:nvCxnSpPr>
            <p:spPr>
              <a:xfrm rot="10800000">
                <a:off x="88" y="3934225"/>
                <a:ext cx="1956000" cy="0"/>
              </a:xfrm>
              <a:prstGeom prst="straightConnector1">
                <a:avLst/>
              </a:prstGeom>
              <a:noFill/>
              <a:ln w="9525" cap="rnd" cmpd="sng">
                <a:solidFill>
                  <a:schemeClr val="accent5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40" name="Google Shape;40;p3"/>
              <p:cNvCxnSpPr/>
              <p:nvPr/>
            </p:nvCxnSpPr>
            <p:spPr>
              <a:xfrm rot="10800000">
                <a:off x="1483" y="3389250"/>
                <a:ext cx="1833300" cy="0"/>
              </a:xfrm>
              <a:prstGeom prst="straightConnector1">
                <a:avLst/>
              </a:prstGeom>
              <a:noFill/>
              <a:ln w="9525" cap="rnd" cmpd="sng">
                <a:solidFill>
                  <a:schemeClr val="accent5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41" name="Google Shape;41;p3"/>
              <p:cNvCxnSpPr/>
              <p:nvPr/>
            </p:nvCxnSpPr>
            <p:spPr>
              <a:xfrm rot="10800000">
                <a:off x="1678" y="2844275"/>
                <a:ext cx="1711800" cy="0"/>
              </a:xfrm>
              <a:prstGeom prst="straightConnector1">
                <a:avLst/>
              </a:prstGeom>
              <a:noFill/>
              <a:ln w="9525" cap="rnd" cmpd="sng">
                <a:solidFill>
                  <a:schemeClr val="accent5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42" name="Google Shape;42;p3"/>
              <p:cNvCxnSpPr/>
              <p:nvPr/>
            </p:nvCxnSpPr>
            <p:spPr>
              <a:xfrm rot="10800000">
                <a:off x="1275" y="2299300"/>
                <a:ext cx="1590900" cy="0"/>
              </a:xfrm>
              <a:prstGeom prst="straightConnector1">
                <a:avLst/>
              </a:prstGeom>
              <a:noFill/>
              <a:ln w="9525" cap="rnd" cmpd="sng">
                <a:solidFill>
                  <a:schemeClr val="accent5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43" name="Google Shape;43;p3"/>
              <p:cNvCxnSpPr/>
              <p:nvPr/>
            </p:nvCxnSpPr>
            <p:spPr>
              <a:xfrm rot="10800000">
                <a:off x="1468" y="1754350"/>
                <a:ext cx="1469400" cy="0"/>
              </a:xfrm>
              <a:prstGeom prst="straightConnector1">
                <a:avLst/>
              </a:prstGeom>
              <a:noFill/>
              <a:ln w="9525" cap="rnd" cmpd="sng">
                <a:solidFill>
                  <a:schemeClr val="accent5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44" name="Google Shape;44;p3"/>
              <p:cNvCxnSpPr/>
              <p:nvPr/>
            </p:nvCxnSpPr>
            <p:spPr>
              <a:xfrm rot="10800000">
                <a:off x="1366" y="1209375"/>
                <a:ext cx="1348200" cy="0"/>
              </a:xfrm>
              <a:prstGeom prst="straightConnector1">
                <a:avLst/>
              </a:prstGeom>
              <a:noFill/>
              <a:ln w="9525" cap="rnd" cmpd="sng">
                <a:solidFill>
                  <a:schemeClr val="accent5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45" name="Google Shape;45;p3"/>
              <p:cNvCxnSpPr/>
              <p:nvPr/>
            </p:nvCxnSpPr>
            <p:spPr>
              <a:xfrm rot="10800000">
                <a:off x="2" y="664400"/>
                <a:ext cx="677700" cy="0"/>
              </a:xfrm>
              <a:prstGeom prst="straightConnector1">
                <a:avLst/>
              </a:prstGeom>
              <a:noFill/>
              <a:ln w="9525" cap="rnd" cmpd="sng">
                <a:solidFill>
                  <a:schemeClr val="accent5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46" name="Google Shape;46;p3"/>
              <p:cNvCxnSpPr/>
              <p:nvPr/>
            </p:nvCxnSpPr>
            <p:spPr>
              <a:xfrm rot="10800000">
                <a:off x="156" y="119425"/>
                <a:ext cx="609600" cy="0"/>
              </a:xfrm>
              <a:prstGeom prst="straightConnector1">
                <a:avLst/>
              </a:prstGeom>
              <a:noFill/>
              <a:ln w="9525" cap="rnd" cmpd="sng">
                <a:solidFill>
                  <a:schemeClr val="accent5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47" name="Google Shape;47;p3"/>
              <p:cNvCxnSpPr/>
              <p:nvPr/>
            </p:nvCxnSpPr>
            <p:spPr>
              <a:xfrm rot="10800000">
                <a:off x="240" y="4479200"/>
                <a:ext cx="2076300" cy="0"/>
              </a:xfrm>
              <a:prstGeom prst="straightConnector1">
                <a:avLst/>
              </a:prstGeom>
              <a:noFill/>
              <a:ln w="9525" cap="rnd" cmpd="sng">
                <a:solidFill>
                  <a:schemeClr val="accent5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48" name="Google Shape;48;p3"/>
              <p:cNvCxnSpPr/>
              <p:nvPr/>
            </p:nvCxnSpPr>
            <p:spPr>
              <a:xfrm rot="10800000">
                <a:off x="1301" y="5024175"/>
                <a:ext cx="2200500" cy="0"/>
              </a:xfrm>
              <a:prstGeom prst="straightConnector1">
                <a:avLst/>
              </a:prstGeom>
              <a:noFill/>
              <a:ln w="9525" cap="rnd" cmpd="sng">
                <a:solidFill>
                  <a:schemeClr val="accent5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49" name="Google Shape;49;p3"/>
              <p:cNvCxnSpPr/>
              <p:nvPr/>
            </p:nvCxnSpPr>
            <p:spPr>
              <a:xfrm rot="-5400000">
                <a:off x="-1955350" y="2644051"/>
                <a:ext cx="4998900" cy="0"/>
              </a:xfrm>
              <a:prstGeom prst="straightConnector1">
                <a:avLst/>
              </a:prstGeom>
              <a:noFill/>
              <a:ln w="9525" cap="rnd" cmpd="sng">
                <a:solidFill>
                  <a:schemeClr val="accent5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50" name="Google Shape;50;p3"/>
              <p:cNvCxnSpPr/>
              <p:nvPr/>
            </p:nvCxnSpPr>
            <p:spPr>
              <a:xfrm rot="-5400000">
                <a:off x="-599025" y="3455401"/>
                <a:ext cx="3376200" cy="0"/>
              </a:xfrm>
              <a:prstGeom prst="straightConnector1">
                <a:avLst/>
              </a:prstGeom>
              <a:noFill/>
              <a:ln w="9525" cap="rnd" cmpd="sng">
                <a:solidFill>
                  <a:schemeClr val="accent5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51" name="Google Shape;51;p3"/>
              <p:cNvCxnSpPr/>
              <p:nvPr/>
            </p:nvCxnSpPr>
            <p:spPr>
              <a:xfrm rot="-5400000">
                <a:off x="767200" y="4276651"/>
                <a:ext cx="1733700" cy="0"/>
              </a:xfrm>
              <a:prstGeom prst="straightConnector1">
                <a:avLst/>
              </a:prstGeom>
              <a:noFill/>
              <a:ln w="9525" cap="rnd" cmpd="sng">
                <a:solidFill>
                  <a:schemeClr val="accent5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52" name="Google Shape;52;p3"/>
              <p:cNvCxnSpPr/>
              <p:nvPr/>
            </p:nvCxnSpPr>
            <p:spPr>
              <a:xfrm rot="-5400000">
                <a:off x="2119333" y="5083788"/>
                <a:ext cx="119400" cy="0"/>
              </a:xfrm>
              <a:prstGeom prst="straightConnector1">
                <a:avLst/>
              </a:prstGeom>
              <a:noFill/>
              <a:ln w="9525" cap="rnd" cmpd="sng">
                <a:solidFill>
                  <a:schemeClr val="accent5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  <p:sp>
          <p:nvSpPr>
            <p:cNvPr id="53" name="Google Shape;53;p3"/>
            <p:cNvSpPr/>
            <p:nvPr/>
          </p:nvSpPr>
          <p:spPr>
            <a:xfrm rot="10800000">
              <a:off x="402275" y="4200"/>
              <a:ext cx="1826700" cy="5175900"/>
            </a:xfrm>
            <a:prstGeom prst="rtTriangle">
              <a:avLst/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sp>
        <p:nvSpPr>
          <p:cNvPr id="54" name="Google Shape;54;p3"/>
          <p:cNvSpPr/>
          <p:nvPr/>
        </p:nvSpPr>
        <p:spPr>
          <a:xfrm rot="945680">
            <a:off x="7491997" y="-1290683"/>
            <a:ext cx="1873819" cy="2114244"/>
          </a:xfrm>
          <a:custGeom>
            <a:avLst/>
            <a:gdLst/>
            <a:ahLst/>
            <a:cxnLst/>
            <a:rect l="l" t="t" r="r" b="b"/>
            <a:pathLst>
              <a:path w="68206" h="79041" fill="none" extrusionOk="0">
                <a:moveTo>
                  <a:pt x="63443" y="14218"/>
                </a:moveTo>
                <a:cubicBezTo>
                  <a:pt x="63443" y="14218"/>
                  <a:pt x="52345" y="26125"/>
                  <a:pt x="15814" y="16599"/>
                </a:cubicBezTo>
                <a:cubicBezTo>
                  <a:pt x="12861" y="15837"/>
                  <a:pt x="9312" y="13717"/>
                  <a:pt x="7312" y="11479"/>
                </a:cubicBezTo>
                <a:cubicBezTo>
                  <a:pt x="4621" y="8478"/>
                  <a:pt x="5312" y="4096"/>
                  <a:pt x="8812" y="2120"/>
                </a:cubicBezTo>
                <a:cubicBezTo>
                  <a:pt x="12504" y="0"/>
                  <a:pt x="17671" y="1810"/>
                  <a:pt x="20981" y="3954"/>
                </a:cubicBezTo>
                <a:cubicBezTo>
                  <a:pt x="37390" y="14551"/>
                  <a:pt x="44058" y="45772"/>
                  <a:pt x="22958" y="55250"/>
                </a:cubicBezTo>
                <a:cubicBezTo>
                  <a:pt x="18886" y="57060"/>
                  <a:pt x="13456" y="56464"/>
                  <a:pt x="9384" y="55035"/>
                </a:cubicBezTo>
                <a:cubicBezTo>
                  <a:pt x="1858" y="52368"/>
                  <a:pt x="1" y="45367"/>
                  <a:pt x="7502" y="41175"/>
                </a:cubicBezTo>
                <a:cubicBezTo>
                  <a:pt x="8598" y="40580"/>
                  <a:pt x="9860" y="40318"/>
                  <a:pt x="11098" y="40175"/>
                </a:cubicBezTo>
                <a:cubicBezTo>
                  <a:pt x="21886" y="38913"/>
                  <a:pt x="33151" y="42866"/>
                  <a:pt x="41414" y="49772"/>
                </a:cubicBezTo>
                <a:cubicBezTo>
                  <a:pt x="45606" y="53273"/>
                  <a:pt x="49106" y="57655"/>
                  <a:pt x="51297" y="62656"/>
                </a:cubicBezTo>
                <a:cubicBezTo>
                  <a:pt x="52607" y="65680"/>
                  <a:pt x="54084" y="69372"/>
                  <a:pt x="53774" y="72706"/>
                </a:cubicBezTo>
                <a:cubicBezTo>
                  <a:pt x="53369" y="77111"/>
                  <a:pt x="48749" y="79040"/>
                  <a:pt x="44963" y="76492"/>
                </a:cubicBezTo>
                <a:cubicBezTo>
                  <a:pt x="40700" y="73611"/>
                  <a:pt x="41795" y="66704"/>
                  <a:pt x="43391" y="62608"/>
                </a:cubicBezTo>
                <a:cubicBezTo>
                  <a:pt x="47487" y="52082"/>
                  <a:pt x="61157" y="55631"/>
                  <a:pt x="68206" y="61060"/>
                </a:cubicBezTo>
              </a:path>
            </a:pathLst>
          </a:custGeom>
          <a:noFill/>
          <a:ln w="19050" cap="rnd" cmpd="sng">
            <a:solidFill>
              <a:schemeClr val="dk1"/>
            </a:solidFill>
            <a:prstDash val="solid"/>
            <a:miter lim="23814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55" name="Google Shape;55;p3"/>
          <p:cNvSpPr/>
          <p:nvPr/>
        </p:nvSpPr>
        <p:spPr>
          <a:xfrm flipH="1">
            <a:off x="7648500" y="2139038"/>
            <a:ext cx="1495500" cy="30045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56" name="Google Shape;56;p3"/>
          <p:cNvSpPr/>
          <p:nvPr/>
        </p:nvSpPr>
        <p:spPr>
          <a:xfrm rot="10800000">
            <a:off x="8" y="-12182"/>
            <a:ext cx="5231000" cy="3014375"/>
          </a:xfrm>
          <a:custGeom>
            <a:avLst/>
            <a:gdLst/>
            <a:ahLst/>
            <a:cxnLst/>
            <a:rect l="l" t="t" r="r" b="b"/>
            <a:pathLst>
              <a:path w="209240" h="120575" extrusionOk="0">
                <a:moveTo>
                  <a:pt x="0" y="120446"/>
                </a:moveTo>
                <a:lnTo>
                  <a:pt x="209240" y="0"/>
                </a:lnTo>
                <a:lnTo>
                  <a:pt x="209240" y="70819"/>
                </a:lnTo>
                <a:lnTo>
                  <a:pt x="90481" y="120575"/>
                </a:lnTo>
                <a:close/>
              </a:path>
            </a:pathLst>
          </a:custGeom>
          <a:solidFill>
            <a:schemeClr val="accent6"/>
          </a:solidFill>
          <a:ln>
            <a:noFill/>
          </a:ln>
        </p:spPr>
      </p:sp>
      <p:sp>
        <p:nvSpPr>
          <p:cNvPr id="57" name="Google Shape;57;p3"/>
          <p:cNvSpPr txBox="1">
            <a:spLocks noGrp="1"/>
          </p:cNvSpPr>
          <p:nvPr>
            <p:ph type="title"/>
          </p:nvPr>
        </p:nvSpPr>
        <p:spPr>
          <a:xfrm>
            <a:off x="2360375" y="2540749"/>
            <a:ext cx="4423200" cy="971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53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58" name="Google Shape;58;p3"/>
          <p:cNvSpPr txBox="1">
            <a:spLocks noGrp="1"/>
          </p:cNvSpPr>
          <p:nvPr>
            <p:ph type="title" idx="2" hasCustomPrompt="1"/>
          </p:nvPr>
        </p:nvSpPr>
        <p:spPr>
          <a:xfrm>
            <a:off x="4005575" y="1454713"/>
            <a:ext cx="11328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>
                <a:solidFill>
                  <a:schemeClr val="accent5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r>
              <a:t>xx%</a:t>
            </a:r>
          </a:p>
        </p:txBody>
      </p:sp>
      <p:sp>
        <p:nvSpPr>
          <p:cNvPr id="59" name="Google Shape;59;p3"/>
          <p:cNvSpPr txBox="1">
            <a:spLocks noGrp="1"/>
          </p:cNvSpPr>
          <p:nvPr>
            <p:ph type="subTitle" idx="1"/>
          </p:nvPr>
        </p:nvSpPr>
        <p:spPr>
          <a:xfrm>
            <a:off x="2360375" y="3512365"/>
            <a:ext cx="4423200" cy="390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3" name="Google Shape;173;p8"/>
          <p:cNvGrpSpPr/>
          <p:nvPr/>
        </p:nvGrpSpPr>
        <p:grpSpPr>
          <a:xfrm>
            <a:off x="7664175" y="885300"/>
            <a:ext cx="1492500" cy="4258200"/>
            <a:chOff x="7664175" y="885300"/>
            <a:chExt cx="1492500" cy="4258200"/>
          </a:xfrm>
        </p:grpSpPr>
        <p:sp>
          <p:nvSpPr>
            <p:cNvPr id="174" name="Google Shape;174;p8"/>
            <p:cNvSpPr/>
            <p:nvPr/>
          </p:nvSpPr>
          <p:spPr>
            <a:xfrm rot="-5400000">
              <a:off x="6281325" y="2280900"/>
              <a:ext cx="4258200" cy="1467000"/>
            </a:xfrm>
            <a:prstGeom prst="rtTriangle">
              <a:avLst/>
            </a:prstGeom>
            <a:solidFill>
              <a:schemeClr val="accent5">
                <a:alpha val="3095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grpSp>
          <p:nvGrpSpPr>
            <p:cNvPr id="175" name="Google Shape;175;p8"/>
            <p:cNvGrpSpPr/>
            <p:nvPr/>
          </p:nvGrpSpPr>
          <p:grpSpPr>
            <a:xfrm rot="10800000" flipH="1">
              <a:off x="7763543" y="913250"/>
              <a:ext cx="1380300" cy="4230250"/>
              <a:chOff x="7137980" y="248850"/>
              <a:chExt cx="1380300" cy="4230250"/>
            </a:xfrm>
          </p:grpSpPr>
          <p:cxnSp>
            <p:nvCxnSpPr>
              <p:cNvPr id="176" name="Google Shape;176;p8"/>
              <p:cNvCxnSpPr/>
              <p:nvPr/>
            </p:nvCxnSpPr>
            <p:spPr>
              <a:xfrm>
                <a:off x="7218056" y="1209276"/>
                <a:ext cx="1300200" cy="0"/>
              </a:xfrm>
              <a:prstGeom prst="straightConnector1">
                <a:avLst/>
              </a:prstGeom>
              <a:noFill/>
              <a:ln w="9525" cap="rnd" cmpd="sng">
                <a:solidFill>
                  <a:schemeClr val="accent5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77" name="Google Shape;177;p8"/>
              <p:cNvCxnSpPr/>
              <p:nvPr/>
            </p:nvCxnSpPr>
            <p:spPr>
              <a:xfrm>
                <a:off x="7298699" y="1754251"/>
                <a:ext cx="1218600" cy="0"/>
              </a:xfrm>
              <a:prstGeom prst="straightConnector1">
                <a:avLst/>
              </a:prstGeom>
              <a:noFill/>
              <a:ln w="9525" cap="rnd" cmpd="sng">
                <a:solidFill>
                  <a:schemeClr val="accent5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78" name="Google Shape;178;p8"/>
              <p:cNvCxnSpPr/>
              <p:nvPr/>
            </p:nvCxnSpPr>
            <p:spPr>
              <a:xfrm>
                <a:off x="7379342" y="2299226"/>
                <a:ext cx="1138200" cy="0"/>
              </a:xfrm>
              <a:prstGeom prst="straightConnector1">
                <a:avLst/>
              </a:prstGeom>
              <a:noFill/>
              <a:ln w="9525" cap="rnd" cmpd="sng">
                <a:solidFill>
                  <a:schemeClr val="accent5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79" name="Google Shape;179;p8"/>
              <p:cNvCxnSpPr/>
              <p:nvPr/>
            </p:nvCxnSpPr>
            <p:spPr>
              <a:xfrm>
                <a:off x="7459984" y="2844201"/>
                <a:ext cx="1057500" cy="0"/>
              </a:xfrm>
              <a:prstGeom prst="straightConnector1">
                <a:avLst/>
              </a:prstGeom>
              <a:noFill/>
              <a:ln w="9525" cap="rnd" cmpd="sng">
                <a:solidFill>
                  <a:schemeClr val="accent5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80" name="Google Shape;180;p8"/>
              <p:cNvCxnSpPr/>
              <p:nvPr/>
            </p:nvCxnSpPr>
            <p:spPr>
              <a:xfrm>
                <a:off x="7540628" y="3389151"/>
                <a:ext cx="976800" cy="0"/>
              </a:xfrm>
              <a:prstGeom prst="straightConnector1">
                <a:avLst/>
              </a:prstGeom>
              <a:noFill/>
              <a:ln w="9525" cap="rnd" cmpd="sng">
                <a:solidFill>
                  <a:schemeClr val="accent5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81" name="Google Shape;181;p8"/>
              <p:cNvCxnSpPr/>
              <p:nvPr/>
            </p:nvCxnSpPr>
            <p:spPr>
              <a:xfrm>
                <a:off x="7621270" y="3934126"/>
                <a:ext cx="896400" cy="0"/>
              </a:xfrm>
              <a:prstGeom prst="straightConnector1">
                <a:avLst/>
              </a:prstGeom>
              <a:noFill/>
              <a:ln w="9525" cap="rnd" cmpd="sng">
                <a:solidFill>
                  <a:schemeClr val="accent5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82" name="Google Shape;182;p8"/>
              <p:cNvCxnSpPr/>
              <p:nvPr/>
            </p:nvCxnSpPr>
            <p:spPr>
              <a:xfrm>
                <a:off x="7702957" y="4479101"/>
                <a:ext cx="814500" cy="0"/>
              </a:xfrm>
              <a:prstGeom prst="straightConnector1">
                <a:avLst/>
              </a:prstGeom>
              <a:noFill/>
              <a:ln w="9525" cap="rnd" cmpd="sng">
                <a:solidFill>
                  <a:schemeClr val="accent5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83" name="Google Shape;183;p8"/>
              <p:cNvCxnSpPr/>
              <p:nvPr/>
            </p:nvCxnSpPr>
            <p:spPr>
              <a:xfrm>
                <a:off x="7137980" y="664301"/>
                <a:ext cx="1380300" cy="0"/>
              </a:xfrm>
              <a:prstGeom prst="straightConnector1">
                <a:avLst/>
              </a:prstGeom>
              <a:noFill/>
              <a:ln w="9525" cap="rnd" cmpd="sng">
                <a:solidFill>
                  <a:schemeClr val="accent5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84" name="Google Shape;184;p8"/>
              <p:cNvCxnSpPr/>
              <p:nvPr/>
            </p:nvCxnSpPr>
            <p:spPr>
              <a:xfrm rot="5400000">
                <a:off x="6450812" y="1852950"/>
                <a:ext cx="3208200" cy="0"/>
              </a:xfrm>
              <a:prstGeom prst="straightConnector1">
                <a:avLst/>
              </a:prstGeom>
              <a:noFill/>
              <a:ln w="9525" cap="rnd" cmpd="sng">
                <a:solidFill>
                  <a:schemeClr val="accent5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85" name="Google Shape;185;p8"/>
              <p:cNvCxnSpPr/>
              <p:nvPr/>
            </p:nvCxnSpPr>
            <p:spPr>
              <a:xfrm rot="5400000">
                <a:off x="6686287" y="1072500"/>
                <a:ext cx="1647300" cy="0"/>
              </a:xfrm>
              <a:prstGeom prst="straightConnector1">
                <a:avLst/>
              </a:prstGeom>
              <a:noFill/>
              <a:ln w="9525" cap="rnd" cmpd="sng">
                <a:solidFill>
                  <a:schemeClr val="accent5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  <p:sp>
          <p:nvSpPr>
            <p:cNvPr id="186" name="Google Shape;186;p8"/>
            <p:cNvSpPr/>
            <p:nvPr/>
          </p:nvSpPr>
          <p:spPr>
            <a:xfrm rot="10800000" flipH="1">
              <a:off x="7664175" y="886200"/>
              <a:ext cx="1492500" cy="4256400"/>
            </a:xfrm>
            <a:prstGeom prst="rtTriangle">
              <a:avLst/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sp>
        <p:nvSpPr>
          <p:cNvPr id="187" name="Google Shape;187;p8"/>
          <p:cNvSpPr txBox="1">
            <a:spLocks noGrp="1"/>
          </p:cNvSpPr>
          <p:nvPr>
            <p:ph type="title"/>
          </p:nvPr>
        </p:nvSpPr>
        <p:spPr>
          <a:xfrm>
            <a:off x="1801250" y="1307100"/>
            <a:ext cx="5541600" cy="2529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7500"/>
            </a:lvl1pPr>
            <a:lvl2pPr lvl="1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/>
        </p:txBody>
      </p:sp>
      <p:sp>
        <p:nvSpPr>
          <p:cNvPr id="188" name="Google Shape;188;p8"/>
          <p:cNvSpPr/>
          <p:nvPr/>
        </p:nvSpPr>
        <p:spPr>
          <a:xfrm rot="5400000">
            <a:off x="943350" y="-940133"/>
            <a:ext cx="1039200" cy="2925900"/>
          </a:xfrm>
          <a:prstGeom prst="rtTriangle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89" name="Google Shape;189;p8"/>
          <p:cNvSpPr/>
          <p:nvPr/>
        </p:nvSpPr>
        <p:spPr>
          <a:xfrm rot="3372411">
            <a:off x="7640325" y="-12972"/>
            <a:ext cx="1665255" cy="1095920"/>
          </a:xfrm>
          <a:custGeom>
            <a:avLst/>
            <a:gdLst/>
            <a:ahLst/>
            <a:cxnLst/>
            <a:rect l="l" t="t" r="r" b="b"/>
            <a:pathLst>
              <a:path w="57609" h="37913" fill="none" extrusionOk="0">
                <a:moveTo>
                  <a:pt x="1" y="27601"/>
                </a:moveTo>
                <a:cubicBezTo>
                  <a:pt x="2263" y="22767"/>
                  <a:pt x="6931" y="18242"/>
                  <a:pt x="11932" y="16337"/>
                </a:cubicBezTo>
                <a:cubicBezTo>
                  <a:pt x="17028" y="14408"/>
                  <a:pt x="22386" y="17528"/>
                  <a:pt x="25387" y="21600"/>
                </a:cubicBezTo>
                <a:cubicBezTo>
                  <a:pt x="28054" y="25268"/>
                  <a:pt x="30221" y="33102"/>
                  <a:pt x="25316" y="36079"/>
                </a:cubicBezTo>
                <a:cubicBezTo>
                  <a:pt x="22267" y="37913"/>
                  <a:pt x="18933" y="36174"/>
                  <a:pt x="16933" y="33698"/>
                </a:cubicBezTo>
                <a:cubicBezTo>
                  <a:pt x="12551" y="28292"/>
                  <a:pt x="13551" y="18528"/>
                  <a:pt x="16147" y="12574"/>
                </a:cubicBezTo>
                <a:cubicBezTo>
                  <a:pt x="19338" y="5359"/>
                  <a:pt x="28030" y="0"/>
                  <a:pt x="35889" y="262"/>
                </a:cubicBezTo>
                <a:cubicBezTo>
                  <a:pt x="42176" y="453"/>
                  <a:pt x="48154" y="4454"/>
                  <a:pt x="51631" y="9717"/>
                </a:cubicBezTo>
                <a:cubicBezTo>
                  <a:pt x="54631" y="14313"/>
                  <a:pt x="57608" y="23720"/>
                  <a:pt x="50702" y="26387"/>
                </a:cubicBezTo>
                <a:cubicBezTo>
                  <a:pt x="38818" y="31007"/>
                  <a:pt x="39057" y="5978"/>
                  <a:pt x="42581" y="96"/>
                </a:cubicBezTo>
              </a:path>
            </a:pathLst>
          </a:custGeom>
          <a:noFill/>
          <a:ln w="19050" cap="rnd" cmpd="sng">
            <a:solidFill>
              <a:schemeClr val="dk1"/>
            </a:solidFill>
            <a:prstDash val="solid"/>
            <a:miter lim="23814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matchingName="Blank">
  <p:cSld name="BLANK">
    <p:bg>
      <p:bgPr>
        <a:noFill/>
        <a:effectLst/>
      </p:bgPr>
    </p:bg>
    <p:spTree>
      <p:nvGrpSpPr>
        <p:cNvPr id="1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of contents">
  <p:cSld name="BLANK_1">
    <p:spTree>
      <p:nvGrpSpPr>
        <p:cNvPr id="1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p13"/>
          <p:cNvSpPr/>
          <p:nvPr/>
        </p:nvSpPr>
        <p:spPr>
          <a:xfrm rot="5400000">
            <a:off x="-1244825" y="1245000"/>
            <a:ext cx="3836400" cy="1346400"/>
          </a:xfrm>
          <a:prstGeom prst="rtTriangle">
            <a:avLst/>
          </a:prstGeom>
          <a:solidFill>
            <a:schemeClr val="accent5">
              <a:alpha val="3095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grpSp>
        <p:nvGrpSpPr>
          <p:cNvPr id="288" name="Google Shape;288;p13"/>
          <p:cNvGrpSpPr/>
          <p:nvPr/>
        </p:nvGrpSpPr>
        <p:grpSpPr>
          <a:xfrm rot="-5400000">
            <a:off x="-1250022" y="1201947"/>
            <a:ext cx="3831600" cy="1407406"/>
            <a:chOff x="4112378" y="-126170"/>
            <a:chExt cx="3831600" cy="1407406"/>
          </a:xfrm>
        </p:grpSpPr>
        <p:grpSp>
          <p:nvGrpSpPr>
            <p:cNvPr id="289" name="Google Shape;289;p13"/>
            <p:cNvGrpSpPr/>
            <p:nvPr/>
          </p:nvGrpSpPr>
          <p:grpSpPr>
            <a:xfrm rot="5400000" flipH="1">
              <a:off x="5342553" y="-1310914"/>
              <a:ext cx="1369500" cy="3814800"/>
              <a:chOff x="7326247" y="1209295"/>
              <a:chExt cx="1369500" cy="3814800"/>
            </a:xfrm>
          </p:grpSpPr>
          <p:cxnSp>
            <p:nvCxnSpPr>
              <p:cNvPr id="290" name="Google Shape;290;p13"/>
              <p:cNvCxnSpPr/>
              <p:nvPr/>
            </p:nvCxnSpPr>
            <p:spPr>
              <a:xfrm>
                <a:off x="7326247" y="1209295"/>
                <a:ext cx="1369500" cy="0"/>
              </a:xfrm>
              <a:prstGeom prst="straightConnector1">
                <a:avLst/>
              </a:prstGeom>
              <a:noFill/>
              <a:ln w="9525" cap="rnd" cmpd="sng">
                <a:solidFill>
                  <a:schemeClr val="accent5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91" name="Google Shape;291;p13"/>
              <p:cNvCxnSpPr/>
              <p:nvPr/>
            </p:nvCxnSpPr>
            <p:spPr>
              <a:xfrm>
                <a:off x="7411184" y="1754270"/>
                <a:ext cx="1283700" cy="0"/>
              </a:xfrm>
              <a:prstGeom prst="straightConnector1">
                <a:avLst/>
              </a:prstGeom>
              <a:noFill/>
              <a:ln w="9525" cap="rnd" cmpd="sng">
                <a:solidFill>
                  <a:schemeClr val="accent5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92" name="Google Shape;292;p13"/>
              <p:cNvCxnSpPr/>
              <p:nvPr/>
            </p:nvCxnSpPr>
            <p:spPr>
              <a:xfrm>
                <a:off x="7496121" y="2299245"/>
                <a:ext cx="1198800" cy="0"/>
              </a:xfrm>
              <a:prstGeom prst="straightConnector1">
                <a:avLst/>
              </a:prstGeom>
              <a:noFill/>
              <a:ln w="9525" cap="rnd" cmpd="sng">
                <a:solidFill>
                  <a:schemeClr val="accent5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93" name="Google Shape;293;p13"/>
              <p:cNvCxnSpPr/>
              <p:nvPr/>
            </p:nvCxnSpPr>
            <p:spPr>
              <a:xfrm>
                <a:off x="7581057" y="2844220"/>
                <a:ext cx="1113900" cy="0"/>
              </a:xfrm>
              <a:prstGeom prst="straightConnector1">
                <a:avLst/>
              </a:prstGeom>
              <a:noFill/>
              <a:ln w="9525" cap="rnd" cmpd="sng">
                <a:solidFill>
                  <a:schemeClr val="accent5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94" name="Google Shape;294;p13"/>
              <p:cNvCxnSpPr/>
              <p:nvPr/>
            </p:nvCxnSpPr>
            <p:spPr>
              <a:xfrm>
                <a:off x="7665995" y="3389170"/>
                <a:ext cx="1029000" cy="0"/>
              </a:xfrm>
              <a:prstGeom prst="straightConnector1">
                <a:avLst/>
              </a:prstGeom>
              <a:noFill/>
              <a:ln w="9525" cap="rnd" cmpd="sng">
                <a:solidFill>
                  <a:schemeClr val="accent5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95" name="Google Shape;295;p13"/>
              <p:cNvCxnSpPr/>
              <p:nvPr/>
            </p:nvCxnSpPr>
            <p:spPr>
              <a:xfrm>
                <a:off x="7750930" y="3934145"/>
                <a:ext cx="944100" cy="0"/>
              </a:xfrm>
              <a:prstGeom prst="straightConnector1">
                <a:avLst/>
              </a:prstGeom>
              <a:noFill/>
              <a:ln w="9525" cap="rnd" cmpd="sng">
                <a:solidFill>
                  <a:schemeClr val="accent5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96" name="Google Shape;296;p13"/>
              <p:cNvCxnSpPr/>
              <p:nvPr/>
            </p:nvCxnSpPr>
            <p:spPr>
              <a:xfrm>
                <a:off x="7836966" y="4479120"/>
                <a:ext cx="858000" cy="0"/>
              </a:xfrm>
              <a:prstGeom prst="straightConnector1">
                <a:avLst/>
              </a:prstGeom>
              <a:noFill/>
              <a:ln w="9525" cap="rnd" cmpd="sng">
                <a:solidFill>
                  <a:schemeClr val="accent5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97" name="Google Shape;297;p13"/>
              <p:cNvCxnSpPr/>
              <p:nvPr/>
            </p:nvCxnSpPr>
            <p:spPr>
              <a:xfrm>
                <a:off x="7922987" y="5024095"/>
                <a:ext cx="771900" cy="0"/>
              </a:xfrm>
              <a:prstGeom prst="straightConnector1">
                <a:avLst/>
              </a:prstGeom>
              <a:noFill/>
              <a:ln w="9525" cap="rnd" cmpd="sng">
                <a:solidFill>
                  <a:schemeClr val="accent5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98" name="Google Shape;298;p13"/>
              <p:cNvCxnSpPr/>
              <p:nvPr/>
            </p:nvCxnSpPr>
            <p:spPr>
              <a:xfrm rot="5400000">
                <a:off x="6705553" y="3104521"/>
                <a:ext cx="3788700" cy="0"/>
              </a:xfrm>
              <a:prstGeom prst="straightConnector1">
                <a:avLst/>
              </a:prstGeom>
              <a:noFill/>
              <a:ln w="9525" cap="rnd" cmpd="sng">
                <a:solidFill>
                  <a:schemeClr val="accent5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99" name="Google Shape;299;p13"/>
              <p:cNvCxnSpPr/>
              <p:nvPr/>
            </p:nvCxnSpPr>
            <p:spPr>
              <a:xfrm rot="5400000">
                <a:off x="6775428" y="2489671"/>
                <a:ext cx="2559000" cy="0"/>
              </a:xfrm>
              <a:prstGeom prst="straightConnector1">
                <a:avLst/>
              </a:prstGeom>
              <a:noFill/>
              <a:ln w="9525" cap="rnd" cmpd="sng">
                <a:solidFill>
                  <a:schemeClr val="accent5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00" name="Google Shape;300;p13"/>
              <p:cNvCxnSpPr/>
              <p:nvPr/>
            </p:nvCxnSpPr>
            <p:spPr>
              <a:xfrm rot="5400000">
                <a:off x="6852953" y="1867171"/>
                <a:ext cx="1314000" cy="0"/>
              </a:xfrm>
              <a:prstGeom prst="straightConnector1">
                <a:avLst/>
              </a:prstGeom>
              <a:noFill/>
              <a:ln w="9525" cap="rnd" cmpd="sng">
                <a:solidFill>
                  <a:schemeClr val="accent5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  <p:sp>
          <p:nvSpPr>
            <p:cNvPr id="301" name="Google Shape;301;p13"/>
            <p:cNvSpPr/>
            <p:nvPr/>
          </p:nvSpPr>
          <p:spPr>
            <a:xfrm>
              <a:off x="4112378" y="-126170"/>
              <a:ext cx="3831600" cy="1404000"/>
            </a:xfrm>
            <a:prstGeom prst="rtTriangle">
              <a:avLst/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sp>
        <p:nvSpPr>
          <p:cNvPr id="302" name="Google Shape;302;p13"/>
          <p:cNvSpPr txBox="1">
            <a:spLocks noGrp="1"/>
          </p:cNvSpPr>
          <p:nvPr>
            <p:ph type="title" hasCustomPrompt="1"/>
          </p:nvPr>
        </p:nvSpPr>
        <p:spPr>
          <a:xfrm>
            <a:off x="770863" y="1916500"/>
            <a:ext cx="873600" cy="511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>
                <a:solidFill>
                  <a:schemeClr val="accent5"/>
                </a:solidFill>
                <a:latin typeface="Paytone One"/>
                <a:ea typeface="Paytone One"/>
                <a:cs typeface="Paytone One"/>
                <a:sym typeface="Paytone One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303" name="Google Shape;303;p13"/>
          <p:cNvSpPr txBox="1">
            <a:spLocks noGrp="1"/>
          </p:cNvSpPr>
          <p:nvPr>
            <p:ph type="subTitle" idx="1"/>
          </p:nvPr>
        </p:nvSpPr>
        <p:spPr>
          <a:xfrm>
            <a:off x="1812539" y="2073511"/>
            <a:ext cx="2151300" cy="4848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  <a:latin typeface="Hind" panose="02000000000000000000"/>
                <a:ea typeface="Hind" panose="02000000000000000000"/>
                <a:cs typeface="Hind" panose="02000000000000000000"/>
                <a:sym typeface="Hind" panose="02000000000000000000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4" name="Google Shape;304;p13"/>
          <p:cNvSpPr txBox="1">
            <a:spLocks noGrp="1"/>
          </p:cNvSpPr>
          <p:nvPr>
            <p:ph type="title" idx="2" hasCustomPrompt="1"/>
          </p:nvPr>
        </p:nvSpPr>
        <p:spPr>
          <a:xfrm flipH="1">
            <a:off x="7494550" y="1912150"/>
            <a:ext cx="873600" cy="511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>
                <a:solidFill>
                  <a:schemeClr val="accent5"/>
                </a:solidFill>
                <a:latin typeface="Paytone One"/>
                <a:ea typeface="Paytone One"/>
                <a:cs typeface="Paytone One"/>
                <a:sym typeface="Paytone One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305" name="Google Shape;305;p13"/>
          <p:cNvSpPr txBox="1">
            <a:spLocks noGrp="1"/>
          </p:cNvSpPr>
          <p:nvPr>
            <p:ph type="subTitle" idx="3"/>
          </p:nvPr>
        </p:nvSpPr>
        <p:spPr>
          <a:xfrm flipH="1">
            <a:off x="5175261" y="2073511"/>
            <a:ext cx="2155800" cy="4848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  <a:latin typeface="Hind" panose="02000000000000000000"/>
                <a:ea typeface="Hind" panose="02000000000000000000"/>
                <a:cs typeface="Hind" panose="02000000000000000000"/>
                <a:sym typeface="Hind" panose="02000000000000000000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6" name="Google Shape;306;p13"/>
          <p:cNvSpPr txBox="1">
            <a:spLocks noGrp="1"/>
          </p:cNvSpPr>
          <p:nvPr>
            <p:ph type="title" idx="4" hasCustomPrompt="1"/>
          </p:nvPr>
        </p:nvSpPr>
        <p:spPr>
          <a:xfrm>
            <a:off x="770849" y="3581650"/>
            <a:ext cx="873600" cy="511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>
                <a:solidFill>
                  <a:schemeClr val="accent5"/>
                </a:solidFill>
                <a:latin typeface="Paytone One"/>
                <a:ea typeface="Paytone One"/>
                <a:cs typeface="Paytone One"/>
                <a:sym typeface="Paytone One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307" name="Google Shape;307;p13"/>
          <p:cNvSpPr txBox="1">
            <a:spLocks noGrp="1"/>
          </p:cNvSpPr>
          <p:nvPr>
            <p:ph type="subTitle" idx="5"/>
          </p:nvPr>
        </p:nvSpPr>
        <p:spPr>
          <a:xfrm>
            <a:off x="1812539" y="3744326"/>
            <a:ext cx="2151300" cy="4848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  <a:latin typeface="Hind" panose="02000000000000000000"/>
                <a:ea typeface="Hind" panose="02000000000000000000"/>
                <a:cs typeface="Hind" panose="02000000000000000000"/>
                <a:sym typeface="Hind" panose="02000000000000000000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8" name="Google Shape;308;p13"/>
          <p:cNvSpPr txBox="1">
            <a:spLocks noGrp="1"/>
          </p:cNvSpPr>
          <p:nvPr>
            <p:ph type="title" idx="6" hasCustomPrompt="1"/>
          </p:nvPr>
        </p:nvSpPr>
        <p:spPr>
          <a:xfrm flipH="1">
            <a:off x="7494550" y="3581650"/>
            <a:ext cx="873600" cy="511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>
                <a:solidFill>
                  <a:schemeClr val="accent5"/>
                </a:solidFill>
                <a:latin typeface="Paytone One"/>
                <a:ea typeface="Paytone One"/>
                <a:cs typeface="Paytone One"/>
                <a:sym typeface="Paytone One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309" name="Google Shape;309;p13"/>
          <p:cNvSpPr txBox="1">
            <a:spLocks noGrp="1"/>
          </p:cNvSpPr>
          <p:nvPr>
            <p:ph type="subTitle" idx="7"/>
          </p:nvPr>
        </p:nvSpPr>
        <p:spPr>
          <a:xfrm flipH="1">
            <a:off x="5175261" y="3744326"/>
            <a:ext cx="2155800" cy="4848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  <a:latin typeface="Hind" panose="02000000000000000000"/>
                <a:ea typeface="Hind" panose="02000000000000000000"/>
                <a:cs typeface="Hind" panose="02000000000000000000"/>
                <a:sym typeface="Hind" panose="02000000000000000000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0" name="Google Shape;310;p13"/>
          <p:cNvSpPr txBox="1">
            <a:spLocks noGrp="1"/>
          </p:cNvSpPr>
          <p:nvPr>
            <p:ph type="title" idx="8"/>
          </p:nvPr>
        </p:nvSpPr>
        <p:spPr>
          <a:xfrm>
            <a:off x="720000" y="535000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>
                <a:solidFill>
                  <a:schemeClr val="dk2"/>
                </a:solidFill>
                <a:latin typeface="Paytone One"/>
                <a:ea typeface="Paytone One"/>
                <a:cs typeface="Paytone One"/>
                <a:sym typeface="Paytone One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311" name="Google Shape;311;p13"/>
          <p:cNvSpPr txBox="1">
            <a:spLocks noGrp="1"/>
          </p:cNvSpPr>
          <p:nvPr>
            <p:ph type="subTitle" idx="9"/>
          </p:nvPr>
        </p:nvSpPr>
        <p:spPr>
          <a:xfrm>
            <a:off x="1808038" y="1824375"/>
            <a:ext cx="2151300" cy="3600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 panose="020B0606020202050201"/>
              <a:buNone/>
              <a:defRPr sz="2200">
                <a:solidFill>
                  <a:schemeClr val="lt2"/>
                </a:solidFill>
                <a:latin typeface="Paytone One"/>
                <a:ea typeface="Paytone One"/>
                <a:cs typeface="Paytone One"/>
                <a:sym typeface="Paytone One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 panose="020B0606020202050201"/>
              <a:buNone/>
              <a:defRPr sz="2400">
                <a:solidFill>
                  <a:schemeClr val="dk1"/>
                </a:solidFill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 panose="020B0606020202050201"/>
              <a:buNone/>
              <a:defRPr sz="2400">
                <a:solidFill>
                  <a:schemeClr val="dk1"/>
                </a:solidFill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 panose="020B0606020202050201"/>
              <a:buNone/>
              <a:defRPr sz="2400">
                <a:solidFill>
                  <a:schemeClr val="dk1"/>
                </a:solidFill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 panose="020B0606020202050201"/>
              <a:buNone/>
              <a:defRPr sz="2400">
                <a:solidFill>
                  <a:schemeClr val="dk1"/>
                </a:solidFill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 panose="020B0606020202050201"/>
              <a:buNone/>
              <a:defRPr sz="2400">
                <a:solidFill>
                  <a:schemeClr val="dk1"/>
                </a:solidFill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 panose="020B0606020202050201"/>
              <a:buNone/>
              <a:defRPr sz="2400">
                <a:solidFill>
                  <a:schemeClr val="dk1"/>
                </a:solidFill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 panose="020B0606020202050201"/>
              <a:buNone/>
              <a:defRPr sz="2400">
                <a:solidFill>
                  <a:schemeClr val="dk1"/>
                </a:solidFill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 panose="020B0606020202050201"/>
              <a:buNone/>
              <a:defRPr sz="2400">
                <a:solidFill>
                  <a:schemeClr val="dk1"/>
                </a:solidFill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9pPr>
          </a:lstStyle>
          <a:p/>
        </p:txBody>
      </p:sp>
      <p:sp>
        <p:nvSpPr>
          <p:cNvPr id="312" name="Google Shape;312;p13"/>
          <p:cNvSpPr txBox="1">
            <a:spLocks noGrp="1"/>
          </p:cNvSpPr>
          <p:nvPr>
            <p:ph type="subTitle" idx="13"/>
          </p:nvPr>
        </p:nvSpPr>
        <p:spPr>
          <a:xfrm flipH="1">
            <a:off x="5175263" y="1824400"/>
            <a:ext cx="2155800" cy="3600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 panose="020B0606020202050201"/>
              <a:buNone/>
              <a:defRPr sz="2200">
                <a:solidFill>
                  <a:schemeClr val="lt2"/>
                </a:solidFill>
                <a:latin typeface="Paytone One"/>
                <a:ea typeface="Paytone One"/>
                <a:cs typeface="Paytone One"/>
                <a:sym typeface="Paytone One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 panose="020B0606020202050201"/>
              <a:buNone/>
              <a:defRPr sz="2400">
                <a:solidFill>
                  <a:schemeClr val="dk1"/>
                </a:solidFill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 panose="020B0606020202050201"/>
              <a:buNone/>
              <a:defRPr sz="2400">
                <a:solidFill>
                  <a:schemeClr val="dk1"/>
                </a:solidFill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 panose="020B0606020202050201"/>
              <a:buNone/>
              <a:defRPr sz="2400">
                <a:solidFill>
                  <a:schemeClr val="dk1"/>
                </a:solidFill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 panose="020B0606020202050201"/>
              <a:buNone/>
              <a:defRPr sz="2400">
                <a:solidFill>
                  <a:schemeClr val="dk1"/>
                </a:solidFill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 panose="020B0606020202050201"/>
              <a:buNone/>
              <a:defRPr sz="2400">
                <a:solidFill>
                  <a:schemeClr val="dk1"/>
                </a:solidFill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 panose="020B0606020202050201"/>
              <a:buNone/>
              <a:defRPr sz="2400">
                <a:solidFill>
                  <a:schemeClr val="dk1"/>
                </a:solidFill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 panose="020B0606020202050201"/>
              <a:buNone/>
              <a:defRPr sz="2400">
                <a:solidFill>
                  <a:schemeClr val="dk1"/>
                </a:solidFill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 panose="020B0606020202050201"/>
              <a:buNone/>
              <a:defRPr sz="2400">
                <a:solidFill>
                  <a:schemeClr val="dk1"/>
                </a:solidFill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9pPr>
          </a:lstStyle>
          <a:p/>
        </p:txBody>
      </p:sp>
      <p:sp>
        <p:nvSpPr>
          <p:cNvPr id="313" name="Google Shape;313;p13"/>
          <p:cNvSpPr txBox="1">
            <a:spLocks noGrp="1"/>
          </p:cNvSpPr>
          <p:nvPr>
            <p:ph type="subTitle" idx="14"/>
          </p:nvPr>
        </p:nvSpPr>
        <p:spPr>
          <a:xfrm>
            <a:off x="1808025" y="3490612"/>
            <a:ext cx="2151300" cy="3600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 panose="020B0606020202050201"/>
              <a:buNone/>
              <a:defRPr sz="2200">
                <a:solidFill>
                  <a:schemeClr val="lt2"/>
                </a:solidFill>
                <a:latin typeface="Paytone One"/>
                <a:ea typeface="Paytone One"/>
                <a:cs typeface="Paytone One"/>
                <a:sym typeface="Paytone One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 panose="020B0606020202050201"/>
              <a:buNone/>
              <a:defRPr sz="2400">
                <a:solidFill>
                  <a:schemeClr val="dk1"/>
                </a:solidFill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 panose="020B0606020202050201"/>
              <a:buNone/>
              <a:defRPr sz="2400">
                <a:solidFill>
                  <a:schemeClr val="dk1"/>
                </a:solidFill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 panose="020B0606020202050201"/>
              <a:buNone/>
              <a:defRPr sz="2400">
                <a:solidFill>
                  <a:schemeClr val="dk1"/>
                </a:solidFill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 panose="020B0606020202050201"/>
              <a:buNone/>
              <a:defRPr sz="2400">
                <a:solidFill>
                  <a:schemeClr val="dk1"/>
                </a:solidFill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 panose="020B0606020202050201"/>
              <a:buNone/>
              <a:defRPr sz="2400">
                <a:solidFill>
                  <a:schemeClr val="dk1"/>
                </a:solidFill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 panose="020B0606020202050201"/>
              <a:buNone/>
              <a:defRPr sz="2400">
                <a:solidFill>
                  <a:schemeClr val="dk1"/>
                </a:solidFill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 panose="020B0606020202050201"/>
              <a:buNone/>
              <a:defRPr sz="2400">
                <a:solidFill>
                  <a:schemeClr val="dk1"/>
                </a:solidFill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 panose="020B0606020202050201"/>
              <a:buNone/>
              <a:defRPr sz="2400">
                <a:solidFill>
                  <a:schemeClr val="dk1"/>
                </a:solidFill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9pPr>
          </a:lstStyle>
          <a:p/>
        </p:txBody>
      </p:sp>
      <p:sp>
        <p:nvSpPr>
          <p:cNvPr id="314" name="Google Shape;314;p13"/>
          <p:cNvSpPr txBox="1">
            <a:spLocks noGrp="1"/>
          </p:cNvSpPr>
          <p:nvPr>
            <p:ph type="subTitle" idx="15"/>
          </p:nvPr>
        </p:nvSpPr>
        <p:spPr>
          <a:xfrm flipH="1">
            <a:off x="5175250" y="3490612"/>
            <a:ext cx="2155800" cy="3600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400"/>
              <a:buFont typeface="Bebas Neue" panose="020B0606020202050201"/>
              <a:buNone/>
              <a:defRPr sz="2200">
                <a:solidFill>
                  <a:schemeClr val="lt2"/>
                </a:solidFill>
                <a:latin typeface="Paytone One"/>
                <a:ea typeface="Paytone One"/>
                <a:cs typeface="Paytone One"/>
                <a:sym typeface="Paytone One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400"/>
              <a:buFont typeface="Bebas Neue" panose="020B0606020202050201"/>
              <a:buNone/>
              <a:defRPr sz="2400">
                <a:solidFill>
                  <a:schemeClr val="lt2"/>
                </a:solidFill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400"/>
              <a:buFont typeface="Bebas Neue" panose="020B0606020202050201"/>
              <a:buNone/>
              <a:defRPr sz="2400">
                <a:solidFill>
                  <a:schemeClr val="lt2"/>
                </a:solidFill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400"/>
              <a:buFont typeface="Bebas Neue" panose="020B0606020202050201"/>
              <a:buNone/>
              <a:defRPr sz="2400">
                <a:solidFill>
                  <a:schemeClr val="lt2"/>
                </a:solidFill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400"/>
              <a:buFont typeface="Bebas Neue" panose="020B0606020202050201"/>
              <a:buNone/>
              <a:defRPr sz="2400">
                <a:solidFill>
                  <a:schemeClr val="lt2"/>
                </a:solidFill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400"/>
              <a:buFont typeface="Bebas Neue" panose="020B0606020202050201"/>
              <a:buNone/>
              <a:defRPr sz="2400">
                <a:solidFill>
                  <a:schemeClr val="lt2"/>
                </a:solidFill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400"/>
              <a:buFont typeface="Bebas Neue" panose="020B0606020202050201"/>
              <a:buNone/>
              <a:defRPr sz="2400">
                <a:solidFill>
                  <a:schemeClr val="lt2"/>
                </a:solidFill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400"/>
              <a:buFont typeface="Bebas Neue" panose="020B0606020202050201"/>
              <a:buNone/>
              <a:defRPr sz="2400">
                <a:solidFill>
                  <a:schemeClr val="lt2"/>
                </a:solidFill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400"/>
              <a:buFont typeface="Bebas Neue" panose="020B0606020202050201"/>
              <a:buNone/>
              <a:defRPr sz="2400">
                <a:solidFill>
                  <a:schemeClr val="lt2"/>
                </a:solidFill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9pPr>
          </a:lstStyle>
          <a:p/>
        </p:txBody>
      </p:sp>
      <p:sp>
        <p:nvSpPr>
          <p:cNvPr id="315" name="Google Shape;315;p13"/>
          <p:cNvSpPr/>
          <p:nvPr/>
        </p:nvSpPr>
        <p:spPr>
          <a:xfrm flipH="1">
            <a:off x="8464800" y="3779100"/>
            <a:ext cx="679200" cy="13644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grpSp>
        <p:nvGrpSpPr>
          <p:cNvPr id="316" name="Google Shape;316;p13"/>
          <p:cNvGrpSpPr/>
          <p:nvPr/>
        </p:nvGrpSpPr>
        <p:grpSpPr>
          <a:xfrm rot="582377">
            <a:off x="7861808" y="4102499"/>
            <a:ext cx="1210137" cy="957621"/>
            <a:chOff x="5900121" y="3075190"/>
            <a:chExt cx="1210119" cy="957607"/>
          </a:xfrm>
        </p:grpSpPr>
        <p:sp>
          <p:nvSpPr>
            <p:cNvPr id="317" name="Google Shape;317;p13"/>
            <p:cNvSpPr/>
            <p:nvPr/>
          </p:nvSpPr>
          <p:spPr>
            <a:xfrm>
              <a:off x="6513046" y="3075190"/>
              <a:ext cx="249779" cy="202200"/>
            </a:xfrm>
            <a:custGeom>
              <a:avLst/>
              <a:gdLst/>
              <a:ahLst/>
              <a:cxnLst/>
              <a:rect l="l" t="t" r="r" b="b"/>
              <a:pathLst>
                <a:path w="7859" h="6362" extrusionOk="0">
                  <a:moveTo>
                    <a:pt x="2811" y="0"/>
                  </a:moveTo>
                  <a:cubicBezTo>
                    <a:pt x="2016" y="0"/>
                    <a:pt x="1274" y="376"/>
                    <a:pt x="715" y="1064"/>
                  </a:cubicBezTo>
                  <a:cubicBezTo>
                    <a:pt x="0" y="1945"/>
                    <a:pt x="0" y="3064"/>
                    <a:pt x="810" y="4160"/>
                  </a:cubicBezTo>
                  <a:cubicBezTo>
                    <a:pt x="1874" y="5571"/>
                    <a:pt x="3275" y="6353"/>
                    <a:pt x="5057" y="6353"/>
                  </a:cubicBezTo>
                  <a:cubicBezTo>
                    <a:pt x="5109" y="6353"/>
                    <a:pt x="5162" y="6352"/>
                    <a:pt x="5215" y="6351"/>
                  </a:cubicBezTo>
                  <a:cubicBezTo>
                    <a:pt x="5358" y="6351"/>
                    <a:pt x="5512" y="6361"/>
                    <a:pt x="5662" y="6361"/>
                  </a:cubicBezTo>
                  <a:cubicBezTo>
                    <a:pt x="5737" y="6361"/>
                    <a:pt x="5811" y="6359"/>
                    <a:pt x="5882" y="6351"/>
                  </a:cubicBezTo>
                  <a:cubicBezTo>
                    <a:pt x="7240" y="6255"/>
                    <a:pt x="7859" y="5303"/>
                    <a:pt x="7454" y="4041"/>
                  </a:cubicBezTo>
                  <a:cubicBezTo>
                    <a:pt x="6883" y="2278"/>
                    <a:pt x="5668" y="1040"/>
                    <a:pt x="4001" y="278"/>
                  </a:cubicBezTo>
                  <a:cubicBezTo>
                    <a:pt x="3602" y="90"/>
                    <a:pt x="3200" y="0"/>
                    <a:pt x="2811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18" name="Google Shape;318;p13"/>
            <p:cNvSpPr/>
            <p:nvPr/>
          </p:nvSpPr>
          <p:spPr>
            <a:xfrm>
              <a:off x="6376795" y="3405887"/>
              <a:ext cx="229470" cy="191839"/>
            </a:xfrm>
            <a:custGeom>
              <a:avLst/>
              <a:gdLst/>
              <a:ahLst/>
              <a:cxnLst/>
              <a:rect l="l" t="t" r="r" b="b"/>
              <a:pathLst>
                <a:path w="7220" h="6036" extrusionOk="0">
                  <a:moveTo>
                    <a:pt x="2204" y="1"/>
                  </a:moveTo>
                  <a:cubicBezTo>
                    <a:pt x="1854" y="1"/>
                    <a:pt x="1482" y="140"/>
                    <a:pt x="1144" y="280"/>
                  </a:cubicBezTo>
                  <a:cubicBezTo>
                    <a:pt x="477" y="566"/>
                    <a:pt x="1" y="1399"/>
                    <a:pt x="96" y="2114"/>
                  </a:cubicBezTo>
                  <a:cubicBezTo>
                    <a:pt x="429" y="4424"/>
                    <a:pt x="1858" y="5829"/>
                    <a:pt x="4049" y="6019"/>
                  </a:cubicBezTo>
                  <a:cubicBezTo>
                    <a:pt x="4166" y="6030"/>
                    <a:pt x="4282" y="6036"/>
                    <a:pt x="4395" y="6036"/>
                  </a:cubicBezTo>
                  <a:cubicBezTo>
                    <a:pt x="5995" y="6036"/>
                    <a:pt x="7220" y="4946"/>
                    <a:pt x="6597" y="2923"/>
                  </a:cubicBezTo>
                  <a:cubicBezTo>
                    <a:pt x="6168" y="1518"/>
                    <a:pt x="4478" y="42"/>
                    <a:pt x="2406" y="18"/>
                  </a:cubicBezTo>
                  <a:cubicBezTo>
                    <a:pt x="2340" y="6"/>
                    <a:pt x="2272" y="1"/>
                    <a:pt x="2204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19" name="Google Shape;319;p13"/>
            <p:cNvSpPr/>
            <p:nvPr/>
          </p:nvSpPr>
          <p:spPr>
            <a:xfrm>
              <a:off x="5900121" y="3798306"/>
              <a:ext cx="164125" cy="145564"/>
            </a:xfrm>
            <a:custGeom>
              <a:avLst/>
              <a:gdLst/>
              <a:ahLst/>
              <a:cxnLst/>
              <a:rect l="l" t="t" r="r" b="b"/>
              <a:pathLst>
                <a:path w="5164" h="4580" extrusionOk="0">
                  <a:moveTo>
                    <a:pt x="2026" y="0"/>
                  </a:moveTo>
                  <a:cubicBezTo>
                    <a:pt x="859" y="0"/>
                    <a:pt x="0" y="1133"/>
                    <a:pt x="424" y="2341"/>
                  </a:cubicBezTo>
                  <a:cubicBezTo>
                    <a:pt x="877" y="3626"/>
                    <a:pt x="1758" y="4460"/>
                    <a:pt x="3187" y="4579"/>
                  </a:cubicBezTo>
                  <a:cubicBezTo>
                    <a:pt x="4020" y="4484"/>
                    <a:pt x="4639" y="4079"/>
                    <a:pt x="5163" y="3460"/>
                  </a:cubicBezTo>
                  <a:cubicBezTo>
                    <a:pt x="5139" y="3222"/>
                    <a:pt x="5163" y="3007"/>
                    <a:pt x="5115" y="2793"/>
                  </a:cubicBezTo>
                  <a:cubicBezTo>
                    <a:pt x="4806" y="1340"/>
                    <a:pt x="3901" y="412"/>
                    <a:pt x="2472" y="54"/>
                  </a:cubicBezTo>
                  <a:cubicBezTo>
                    <a:pt x="2320" y="18"/>
                    <a:pt x="2171" y="0"/>
                    <a:pt x="2026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20" name="Google Shape;320;p13"/>
            <p:cNvSpPr/>
            <p:nvPr/>
          </p:nvSpPr>
          <p:spPr>
            <a:xfrm>
              <a:off x="6873301" y="3460045"/>
              <a:ext cx="236939" cy="186690"/>
            </a:xfrm>
            <a:custGeom>
              <a:avLst/>
              <a:gdLst/>
              <a:ahLst/>
              <a:cxnLst/>
              <a:rect l="l" t="t" r="r" b="b"/>
              <a:pathLst>
                <a:path w="7455" h="5874" extrusionOk="0">
                  <a:moveTo>
                    <a:pt x="3176" y="1"/>
                  </a:moveTo>
                  <a:cubicBezTo>
                    <a:pt x="2331" y="1"/>
                    <a:pt x="1547" y="476"/>
                    <a:pt x="882" y="1434"/>
                  </a:cubicBezTo>
                  <a:cubicBezTo>
                    <a:pt x="1" y="2648"/>
                    <a:pt x="239" y="3982"/>
                    <a:pt x="1501" y="4815"/>
                  </a:cubicBezTo>
                  <a:cubicBezTo>
                    <a:pt x="2644" y="5577"/>
                    <a:pt x="3954" y="5815"/>
                    <a:pt x="5311" y="5863"/>
                  </a:cubicBezTo>
                  <a:cubicBezTo>
                    <a:pt x="5438" y="5863"/>
                    <a:pt x="5565" y="5874"/>
                    <a:pt x="5685" y="5874"/>
                  </a:cubicBezTo>
                  <a:cubicBezTo>
                    <a:pt x="5745" y="5874"/>
                    <a:pt x="5804" y="5871"/>
                    <a:pt x="5859" y="5863"/>
                  </a:cubicBezTo>
                  <a:cubicBezTo>
                    <a:pt x="7026" y="5768"/>
                    <a:pt x="7455" y="5268"/>
                    <a:pt x="7336" y="4101"/>
                  </a:cubicBezTo>
                  <a:cubicBezTo>
                    <a:pt x="7288" y="3863"/>
                    <a:pt x="7217" y="3601"/>
                    <a:pt x="7121" y="3363"/>
                  </a:cubicBezTo>
                  <a:cubicBezTo>
                    <a:pt x="6764" y="2338"/>
                    <a:pt x="6074" y="1576"/>
                    <a:pt x="5264" y="886"/>
                  </a:cubicBezTo>
                  <a:cubicBezTo>
                    <a:pt x="4549" y="297"/>
                    <a:pt x="3844" y="1"/>
                    <a:pt x="3176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21" name="Google Shape;321;p13"/>
            <p:cNvSpPr/>
            <p:nvPr/>
          </p:nvSpPr>
          <p:spPr>
            <a:xfrm>
              <a:off x="6360141" y="3860981"/>
              <a:ext cx="180938" cy="171816"/>
            </a:xfrm>
            <a:custGeom>
              <a:avLst/>
              <a:gdLst/>
              <a:ahLst/>
              <a:cxnLst/>
              <a:rect l="l" t="t" r="r" b="b"/>
              <a:pathLst>
                <a:path w="5693" h="5406" extrusionOk="0">
                  <a:moveTo>
                    <a:pt x="2939" y="1"/>
                  </a:moveTo>
                  <a:cubicBezTo>
                    <a:pt x="2400" y="1"/>
                    <a:pt x="1842" y="186"/>
                    <a:pt x="1310" y="559"/>
                  </a:cubicBezTo>
                  <a:cubicBezTo>
                    <a:pt x="310" y="1250"/>
                    <a:pt x="1" y="2393"/>
                    <a:pt x="477" y="3512"/>
                  </a:cubicBezTo>
                  <a:cubicBezTo>
                    <a:pt x="943" y="4665"/>
                    <a:pt x="2131" y="5406"/>
                    <a:pt x="3447" y="5406"/>
                  </a:cubicBezTo>
                  <a:cubicBezTo>
                    <a:pt x="3544" y="5406"/>
                    <a:pt x="3641" y="5402"/>
                    <a:pt x="3739" y="5393"/>
                  </a:cubicBezTo>
                  <a:cubicBezTo>
                    <a:pt x="5049" y="5298"/>
                    <a:pt x="5692" y="4607"/>
                    <a:pt x="5692" y="3298"/>
                  </a:cubicBezTo>
                  <a:cubicBezTo>
                    <a:pt x="5692" y="2321"/>
                    <a:pt x="5287" y="1321"/>
                    <a:pt x="4597" y="678"/>
                  </a:cubicBezTo>
                  <a:cubicBezTo>
                    <a:pt x="4109" y="228"/>
                    <a:pt x="3535" y="1"/>
                    <a:pt x="2939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22" name="Google Shape;322;p13"/>
            <p:cNvSpPr/>
            <p:nvPr/>
          </p:nvSpPr>
          <p:spPr>
            <a:xfrm>
              <a:off x="6799121" y="3820808"/>
              <a:ext cx="156720" cy="160819"/>
            </a:xfrm>
            <a:custGeom>
              <a:avLst/>
              <a:gdLst/>
              <a:ahLst/>
              <a:cxnLst/>
              <a:rect l="l" t="t" r="r" b="b"/>
              <a:pathLst>
                <a:path w="4931" h="5060" extrusionOk="0">
                  <a:moveTo>
                    <a:pt x="2551" y="0"/>
                  </a:moveTo>
                  <a:cubicBezTo>
                    <a:pt x="2088" y="0"/>
                    <a:pt x="1601" y="147"/>
                    <a:pt x="1144" y="442"/>
                  </a:cubicBezTo>
                  <a:cubicBezTo>
                    <a:pt x="215" y="1013"/>
                    <a:pt x="1" y="1894"/>
                    <a:pt x="525" y="2966"/>
                  </a:cubicBezTo>
                  <a:cubicBezTo>
                    <a:pt x="954" y="3895"/>
                    <a:pt x="1692" y="4490"/>
                    <a:pt x="2621" y="4895"/>
                  </a:cubicBezTo>
                  <a:cubicBezTo>
                    <a:pt x="2887" y="5005"/>
                    <a:pt x="3137" y="5059"/>
                    <a:pt x="3368" y="5059"/>
                  </a:cubicBezTo>
                  <a:cubicBezTo>
                    <a:pt x="3986" y="5059"/>
                    <a:pt x="4469" y="4677"/>
                    <a:pt x="4764" y="3966"/>
                  </a:cubicBezTo>
                  <a:cubicBezTo>
                    <a:pt x="4883" y="3633"/>
                    <a:pt x="4907" y="3300"/>
                    <a:pt x="4907" y="2966"/>
                  </a:cubicBezTo>
                  <a:cubicBezTo>
                    <a:pt x="4931" y="2156"/>
                    <a:pt x="4597" y="1442"/>
                    <a:pt x="4145" y="799"/>
                  </a:cubicBezTo>
                  <a:cubicBezTo>
                    <a:pt x="3749" y="266"/>
                    <a:pt x="3172" y="0"/>
                    <a:pt x="2551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sp>
        <p:nvSpPr>
          <p:cNvPr id="323" name="Google Shape;323;p13"/>
          <p:cNvSpPr/>
          <p:nvPr/>
        </p:nvSpPr>
        <p:spPr>
          <a:xfrm rot="3372411">
            <a:off x="7666601" y="-12972"/>
            <a:ext cx="1665255" cy="1095920"/>
          </a:xfrm>
          <a:custGeom>
            <a:avLst/>
            <a:gdLst/>
            <a:ahLst/>
            <a:cxnLst/>
            <a:rect l="l" t="t" r="r" b="b"/>
            <a:pathLst>
              <a:path w="57609" h="37913" fill="none" extrusionOk="0">
                <a:moveTo>
                  <a:pt x="1" y="27601"/>
                </a:moveTo>
                <a:cubicBezTo>
                  <a:pt x="2263" y="22767"/>
                  <a:pt x="6931" y="18242"/>
                  <a:pt x="11932" y="16337"/>
                </a:cubicBezTo>
                <a:cubicBezTo>
                  <a:pt x="17028" y="14408"/>
                  <a:pt x="22386" y="17528"/>
                  <a:pt x="25387" y="21600"/>
                </a:cubicBezTo>
                <a:cubicBezTo>
                  <a:pt x="28054" y="25268"/>
                  <a:pt x="30221" y="33102"/>
                  <a:pt x="25316" y="36079"/>
                </a:cubicBezTo>
                <a:cubicBezTo>
                  <a:pt x="22267" y="37913"/>
                  <a:pt x="18933" y="36174"/>
                  <a:pt x="16933" y="33698"/>
                </a:cubicBezTo>
                <a:cubicBezTo>
                  <a:pt x="12551" y="28292"/>
                  <a:pt x="13551" y="18528"/>
                  <a:pt x="16147" y="12574"/>
                </a:cubicBezTo>
                <a:cubicBezTo>
                  <a:pt x="19338" y="5359"/>
                  <a:pt x="28030" y="0"/>
                  <a:pt x="35889" y="262"/>
                </a:cubicBezTo>
                <a:cubicBezTo>
                  <a:pt x="42176" y="453"/>
                  <a:pt x="48154" y="4454"/>
                  <a:pt x="51631" y="9717"/>
                </a:cubicBezTo>
                <a:cubicBezTo>
                  <a:pt x="54631" y="14313"/>
                  <a:pt x="57608" y="23720"/>
                  <a:pt x="50702" y="26387"/>
                </a:cubicBezTo>
                <a:cubicBezTo>
                  <a:pt x="38818" y="31007"/>
                  <a:pt x="39057" y="5978"/>
                  <a:pt x="42581" y="96"/>
                </a:cubicBezTo>
              </a:path>
            </a:pathLst>
          </a:custGeom>
          <a:noFill/>
          <a:ln w="19050" cap="rnd" cmpd="sng">
            <a:solidFill>
              <a:schemeClr val="dk1"/>
            </a:solidFill>
            <a:prstDash val="solid"/>
            <a:miter lim="23814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324" name="Google Shape;324;p13"/>
          <p:cNvSpPr/>
          <p:nvPr/>
        </p:nvSpPr>
        <p:spPr>
          <a:xfrm rot="5400000" flipH="1">
            <a:off x="946652" y="3191436"/>
            <a:ext cx="1039200" cy="2925900"/>
          </a:xfrm>
          <a:prstGeom prst="rtTriangle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325" name="Google Shape;325;p13"/>
          <p:cNvSpPr/>
          <p:nvPr/>
        </p:nvSpPr>
        <p:spPr>
          <a:xfrm rot="-6112899" flipH="1">
            <a:off x="3456834" y="4135565"/>
            <a:ext cx="2225325" cy="2114241"/>
          </a:xfrm>
          <a:custGeom>
            <a:avLst/>
            <a:gdLst/>
            <a:ahLst/>
            <a:cxnLst/>
            <a:rect l="l" t="t" r="r" b="b"/>
            <a:pathLst>
              <a:path w="68206" h="79041" fill="none" extrusionOk="0">
                <a:moveTo>
                  <a:pt x="63443" y="14218"/>
                </a:moveTo>
                <a:cubicBezTo>
                  <a:pt x="63443" y="14218"/>
                  <a:pt x="52345" y="26125"/>
                  <a:pt x="15814" y="16599"/>
                </a:cubicBezTo>
                <a:cubicBezTo>
                  <a:pt x="12861" y="15837"/>
                  <a:pt x="9312" y="13717"/>
                  <a:pt x="7312" y="11479"/>
                </a:cubicBezTo>
                <a:cubicBezTo>
                  <a:pt x="4621" y="8478"/>
                  <a:pt x="5312" y="4096"/>
                  <a:pt x="8812" y="2120"/>
                </a:cubicBezTo>
                <a:cubicBezTo>
                  <a:pt x="12504" y="0"/>
                  <a:pt x="17671" y="1810"/>
                  <a:pt x="20981" y="3954"/>
                </a:cubicBezTo>
                <a:cubicBezTo>
                  <a:pt x="37390" y="14551"/>
                  <a:pt x="44058" y="45772"/>
                  <a:pt x="22958" y="55250"/>
                </a:cubicBezTo>
                <a:cubicBezTo>
                  <a:pt x="18886" y="57060"/>
                  <a:pt x="13456" y="56464"/>
                  <a:pt x="9384" y="55035"/>
                </a:cubicBezTo>
                <a:cubicBezTo>
                  <a:pt x="1858" y="52368"/>
                  <a:pt x="1" y="45367"/>
                  <a:pt x="7502" y="41175"/>
                </a:cubicBezTo>
                <a:cubicBezTo>
                  <a:pt x="8598" y="40580"/>
                  <a:pt x="9860" y="40318"/>
                  <a:pt x="11098" y="40175"/>
                </a:cubicBezTo>
                <a:cubicBezTo>
                  <a:pt x="21886" y="38913"/>
                  <a:pt x="33151" y="42866"/>
                  <a:pt x="41414" y="49772"/>
                </a:cubicBezTo>
                <a:cubicBezTo>
                  <a:pt x="45606" y="53273"/>
                  <a:pt x="49106" y="57655"/>
                  <a:pt x="51297" y="62656"/>
                </a:cubicBezTo>
                <a:cubicBezTo>
                  <a:pt x="52607" y="65680"/>
                  <a:pt x="54084" y="69372"/>
                  <a:pt x="53774" y="72706"/>
                </a:cubicBezTo>
                <a:cubicBezTo>
                  <a:pt x="53369" y="77111"/>
                  <a:pt x="48749" y="79040"/>
                  <a:pt x="44963" y="76492"/>
                </a:cubicBezTo>
                <a:cubicBezTo>
                  <a:pt x="40700" y="73611"/>
                  <a:pt x="41795" y="66704"/>
                  <a:pt x="43391" y="62608"/>
                </a:cubicBezTo>
                <a:cubicBezTo>
                  <a:pt x="47487" y="52082"/>
                  <a:pt x="61157" y="55631"/>
                  <a:pt x="68206" y="61060"/>
                </a:cubicBezTo>
              </a:path>
            </a:pathLst>
          </a:custGeom>
          <a:noFill/>
          <a:ln w="19050" cap="rnd" cmpd="sng">
            <a:solidFill>
              <a:schemeClr val="dk1"/>
            </a:solidFill>
            <a:prstDash val="solid"/>
            <a:miter lim="23814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of contents 1">
  <p:cSld name="BLANK_1_2">
    <p:spTree>
      <p:nvGrpSpPr>
        <p:cNvPr id="1" name="Shape 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" name="Google Shape;327;p14"/>
          <p:cNvSpPr/>
          <p:nvPr/>
        </p:nvSpPr>
        <p:spPr>
          <a:xfrm rot="10800000">
            <a:off x="5297453" y="-9528"/>
            <a:ext cx="3836400" cy="1346400"/>
          </a:xfrm>
          <a:prstGeom prst="rtTriangle">
            <a:avLst/>
          </a:prstGeom>
          <a:solidFill>
            <a:schemeClr val="accent5">
              <a:alpha val="3095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grpSp>
        <p:nvGrpSpPr>
          <p:cNvPr id="328" name="Google Shape;328;p14"/>
          <p:cNvGrpSpPr/>
          <p:nvPr/>
        </p:nvGrpSpPr>
        <p:grpSpPr>
          <a:xfrm>
            <a:off x="5312403" y="-47628"/>
            <a:ext cx="3831600" cy="1407406"/>
            <a:chOff x="4112378" y="-126170"/>
            <a:chExt cx="3831600" cy="1407406"/>
          </a:xfrm>
        </p:grpSpPr>
        <p:grpSp>
          <p:nvGrpSpPr>
            <p:cNvPr id="329" name="Google Shape;329;p14"/>
            <p:cNvGrpSpPr/>
            <p:nvPr/>
          </p:nvGrpSpPr>
          <p:grpSpPr>
            <a:xfrm rot="5400000" flipH="1">
              <a:off x="5342553" y="-1310914"/>
              <a:ext cx="1369500" cy="3814800"/>
              <a:chOff x="7326247" y="1209295"/>
              <a:chExt cx="1369500" cy="3814800"/>
            </a:xfrm>
          </p:grpSpPr>
          <p:cxnSp>
            <p:nvCxnSpPr>
              <p:cNvPr id="330" name="Google Shape;330;p14"/>
              <p:cNvCxnSpPr/>
              <p:nvPr/>
            </p:nvCxnSpPr>
            <p:spPr>
              <a:xfrm>
                <a:off x="7326247" y="1209295"/>
                <a:ext cx="1369500" cy="0"/>
              </a:xfrm>
              <a:prstGeom prst="straightConnector1">
                <a:avLst/>
              </a:prstGeom>
              <a:noFill/>
              <a:ln w="9525" cap="rnd" cmpd="sng">
                <a:solidFill>
                  <a:schemeClr val="accent5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31" name="Google Shape;331;p14"/>
              <p:cNvCxnSpPr/>
              <p:nvPr/>
            </p:nvCxnSpPr>
            <p:spPr>
              <a:xfrm>
                <a:off x="7411184" y="1754270"/>
                <a:ext cx="1283700" cy="0"/>
              </a:xfrm>
              <a:prstGeom prst="straightConnector1">
                <a:avLst/>
              </a:prstGeom>
              <a:noFill/>
              <a:ln w="9525" cap="rnd" cmpd="sng">
                <a:solidFill>
                  <a:schemeClr val="accent5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32" name="Google Shape;332;p14"/>
              <p:cNvCxnSpPr/>
              <p:nvPr/>
            </p:nvCxnSpPr>
            <p:spPr>
              <a:xfrm>
                <a:off x="7496121" y="2299245"/>
                <a:ext cx="1198800" cy="0"/>
              </a:xfrm>
              <a:prstGeom prst="straightConnector1">
                <a:avLst/>
              </a:prstGeom>
              <a:noFill/>
              <a:ln w="9525" cap="rnd" cmpd="sng">
                <a:solidFill>
                  <a:schemeClr val="accent5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33" name="Google Shape;333;p14"/>
              <p:cNvCxnSpPr/>
              <p:nvPr/>
            </p:nvCxnSpPr>
            <p:spPr>
              <a:xfrm>
                <a:off x="7581057" y="2844220"/>
                <a:ext cx="1113900" cy="0"/>
              </a:xfrm>
              <a:prstGeom prst="straightConnector1">
                <a:avLst/>
              </a:prstGeom>
              <a:noFill/>
              <a:ln w="9525" cap="rnd" cmpd="sng">
                <a:solidFill>
                  <a:schemeClr val="accent5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34" name="Google Shape;334;p14"/>
              <p:cNvCxnSpPr/>
              <p:nvPr/>
            </p:nvCxnSpPr>
            <p:spPr>
              <a:xfrm>
                <a:off x="7665995" y="3389170"/>
                <a:ext cx="1029000" cy="0"/>
              </a:xfrm>
              <a:prstGeom prst="straightConnector1">
                <a:avLst/>
              </a:prstGeom>
              <a:noFill/>
              <a:ln w="9525" cap="rnd" cmpd="sng">
                <a:solidFill>
                  <a:schemeClr val="accent5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35" name="Google Shape;335;p14"/>
              <p:cNvCxnSpPr/>
              <p:nvPr/>
            </p:nvCxnSpPr>
            <p:spPr>
              <a:xfrm>
                <a:off x="7750930" y="3934145"/>
                <a:ext cx="944100" cy="0"/>
              </a:xfrm>
              <a:prstGeom prst="straightConnector1">
                <a:avLst/>
              </a:prstGeom>
              <a:noFill/>
              <a:ln w="9525" cap="rnd" cmpd="sng">
                <a:solidFill>
                  <a:schemeClr val="accent5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36" name="Google Shape;336;p14"/>
              <p:cNvCxnSpPr/>
              <p:nvPr/>
            </p:nvCxnSpPr>
            <p:spPr>
              <a:xfrm>
                <a:off x="7836966" y="4479120"/>
                <a:ext cx="858000" cy="0"/>
              </a:xfrm>
              <a:prstGeom prst="straightConnector1">
                <a:avLst/>
              </a:prstGeom>
              <a:noFill/>
              <a:ln w="9525" cap="rnd" cmpd="sng">
                <a:solidFill>
                  <a:schemeClr val="accent5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37" name="Google Shape;337;p14"/>
              <p:cNvCxnSpPr/>
              <p:nvPr/>
            </p:nvCxnSpPr>
            <p:spPr>
              <a:xfrm>
                <a:off x="7922987" y="5024095"/>
                <a:ext cx="771900" cy="0"/>
              </a:xfrm>
              <a:prstGeom prst="straightConnector1">
                <a:avLst/>
              </a:prstGeom>
              <a:noFill/>
              <a:ln w="9525" cap="rnd" cmpd="sng">
                <a:solidFill>
                  <a:schemeClr val="accent5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38" name="Google Shape;338;p14"/>
              <p:cNvCxnSpPr/>
              <p:nvPr/>
            </p:nvCxnSpPr>
            <p:spPr>
              <a:xfrm rot="5400000">
                <a:off x="6705553" y="3104521"/>
                <a:ext cx="3788700" cy="0"/>
              </a:xfrm>
              <a:prstGeom prst="straightConnector1">
                <a:avLst/>
              </a:prstGeom>
              <a:noFill/>
              <a:ln w="9525" cap="rnd" cmpd="sng">
                <a:solidFill>
                  <a:schemeClr val="accent5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39" name="Google Shape;339;p14"/>
              <p:cNvCxnSpPr/>
              <p:nvPr/>
            </p:nvCxnSpPr>
            <p:spPr>
              <a:xfrm rot="5400000">
                <a:off x="6775428" y="2489671"/>
                <a:ext cx="2559000" cy="0"/>
              </a:xfrm>
              <a:prstGeom prst="straightConnector1">
                <a:avLst/>
              </a:prstGeom>
              <a:noFill/>
              <a:ln w="9525" cap="rnd" cmpd="sng">
                <a:solidFill>
                  <a:schemeClr val="accent5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40" name="Google Shape;340;p14"/>
              <p:cNvCxnSpPr/>
              <p:nvPr/>
            </p:nvCxnSpPr>
            <p:spPr>
              <a:xfrm rot="5400000">
                <a:off x="6852953" y="1867171"/>
                <a:ext cx="1314000" cy="0"/>
              </a:xfrm>
              <a:prstGeom prst="straightConnector1">
                <a:avLst/>
              </a:prstGeom>
              <a:noFill/>
              <a:ln w="9525" cap="rnd" cmpd="sng">
                <a:solidFill>
                  <a:schemeClr val="accent5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  <p:sp>
          <p:nvSpPr>
            <p:cNvPr id="341" name="Google Shape;341;p14"/>
            <p:cNvSpPr/>
            <p:nvPr/>
          </p:nvSpPr>
          <p:spPr>
            <a:xfrm>
              <a:off x="4112378" y="-126170"/>
              <a:ext cx="3831600" cy="1404000"/>
            </a:xfrm>
            <a:prstGeom prst="rtTriangle">
              <a:avLst/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sp>
        <p:nvSpPr>
          <p:cNvPr id="342" name="Google Shape;342;p14"/>
          <p:cNvSpPr txBox="1">
            <a:spLocks noGrp="1"/>
          </p:cNvSpPr>
          <p:nvPr>
            <p:ph type="title" hasCustomPrompt="1"/>
          </p:nvPr>
        </p:nvSpPr>
        <p:spPr>
          <a:xfrm>
            <a:off x="770863" y="1745050"/>
            <a:ext cx="873600" cy="511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>
                <a:solidFill>
                  <a:schemeClr val="accent5"/>
                </a:solidFill>
                <a:latin typeface="Paytone One"/>
                <a:ea typeface="Paytone One"/>
                <a:cs typeface="Paytone One"/>
                <a:sym typeface="Paytone One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343" name="Google Shape;343;p14"/>
          <p:cNvSpPr txBox="1">
            <a:spLocks noGrp="1"/>
          </p:cNvSpPr>
          <p:nvPr>
            <p:ph type="subTitle" idx="1"/>
          </p:nvPr>
        </p:nvSpPr>
        <p:spPr>
          <a:xfrm>
            <a:off x="1648964" y="1902061"/>
            <a:ext cx="2151300" cy="4848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  <a:latin typeface="Hind" panose="02000000000000000000"/>
                <a:ea typeface="Hind" panose="02000000000000000000"/>
                <a:cs typeface="Hind" panose="02000000000000000000"/>
                <a:sym typeface="Hind" panose="02000000000000000000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4" name="Google Shape;344;p14"/>
          <p:cNvSpPr txBox="1">
            <a:spLocks noGrp="1"/>
          </p:cNvSpPr>
          <p:nvPr>
            <p:ph type="title" idx="2" hasCustomPrompt="1"/>
          </p:nvPr>
        </p:nvSpPr>
        <p:spPr>
          <a:xfrm flipH="1">
            <a:off x="7494550" y="1740700"/>
            <a:ext cx="873600" cy="511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>
                <a:solidFill>
                  <a:schemeClr val="accent5"/>
                </a:solidFill>
                <a:latin typeface="Paytone One"/>
                <a:ea typeface="Paytone One"/>
                <a:cs typeface="Paytone One"/>
                <a:sym typeface="Paytone One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345" name="Google Shape;345;p14"/>
          <p:cNvSpPr txBox="1">
            <a:spLocks noGrp="1"/>
          </p:cNvSpPr>
          <p:nvPr>
            <p:ph type="subTitle" idx="3"/>
          </p:nvPr>
        </p:nvSpPr>
        <p:spPr>
          <a:xfrm flipH="1">
            <a:off x="5338736" y="1902061"/>
            <a:ext cx="2155800" cy="4848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  <a:latin typeface="Hind" panose="02000000000000000000"/>
                <a:ea typeface="Hind" panose="02000000000000000000"/>
                <a:cs typeface="Hind" panose="02000000000000000000"/>
                <a:sym typeface="Hind" panose="02000000000000000000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6" name="Google Shape;346;p14"/>
          <p:cNvSpPr txBox="1">
            <a:spLocks noGrp="1"/>
          </p:cNvSpPr>
          <p:nvPr>
            <p:ph type="title" idx="4" hasCustomPrompt="1"/>
          </p:nvPr>
        </p:nvSpPr>
        <p:spPr>
          <a:xfrm>
            <a:off x="770849" y="2793113"/>
            <a:ext cx="873600" cy="511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>
                <a:solidFill>
                  <a:schemeClr val="accent5"/>
                </a:solidFill>
                <a:latin typeface="Paytone One"/>
                <a:ea typeface="Paytone One"/>
                <a:cs typeface="Paytone One"/>
                <a:sym typeface="Paytone One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347" name="Google Shape;347;p14"/>
          <p:cNvSpPr txBox="1">
            <a:spLocks noGrp="1"/>
          </p:cNvSpPr>
          <p:nvPr>
            <p:ph type="subTitle" idx="5"/>
          </p:nvPr>
        </p:nvSpPr>
        <p:spPr>
          <a:xfrm>
            <a:off x="1648964" y="2955789"/>
            <a:ext cx="2151300" cy="4848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  <a:latin typeface="Hind" panose="02000000000000000000"/>
                <a:ea typeface="Hind" panose="02000000000000000000"/>
                <a:cs typeface="Hind" panose="02000000000000000000"/>
                <a:sym typeface="Hind" panose="02000000000000000000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8" name="Google Shape;348;p14"/>
          <p:cNvSpPr txBox="1">
            <a:spLocks noGrp="1"/>
          </p:cNvSpPr>
          <p:nvPr>
            <p:ph type="title" idx="6" hasCustomPrompt="1"/>
          </p:nvPr>
        </p:nvSpPr>
        <p:spPr>
          <a:xfrm flipH="1">
            <a:off x="7494550" y="2793113"/>
            <a:ext cx="873600" cy="511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>
                <a:solidFill>
                  <a:schemeClr val="accent5"/>
                </a:solidFill>
                <a:latin typeface="Paytone One"/>
                <a:ea typeface="Paytone One"/>
                <a:cs typeface="Paytone One"/>
                <a:sym typeface="Paytone One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349" name="Google Shape;349;p14"/>
          <p:cNvSpPr txBox="1">
            <a:spLocks noGrp="1"/>
          </p:cNvSpPr>
          <p:nvPr>
            <p:ph type="subTitle" idx="7"/>
          </p:nvPr>
        </p:nvSpPr>
        <p:spPr>
          <a:xfrm flipH="1">
            <a:off x="5338736" y="2955789"/>
            <a:ext cx="2155800" cy="4848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  <a:latin typeface="Hind" panose="02000000000000000000"/>
                <a:ea typeface="Hind" panose="02000000000000000000"/>
                <a:cs typeface="Hind" panose="02000000000000000000"/>
                <a:sym typeface="Hind" panose="02000000000000000000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0" name="Google Shape;350;p14"/>
          <p:cNvSpPr txBox="1">
            <a:spLocks noGrp="1"/>
          </p:cNvSpPr>
          <p:nvPr>
            <p:ph type="title" idx="8"/>
          </p:nvPr>
        </p:nvSpPr>
        <p:spPr>
          <a:xfrm>
            <a:off x="720000" y="535000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>
                <a:solidFill>
                  <a:schemeClr val="dk2"/>
                </a:solidFill>
                <a:latin typeface="Paytone One"/>
                <a:ea typeface="Paytone One"/>
                <a:cs typeface="Paytone One"/>
                <a:sym typeface="Paytone One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351" name="Google Shape;351;p14"/>
          <p:cNvSpPr txBox="1">
            <a:spLocks noGrp="1"/>
          </p:cNvSpPr>
          <p:nvPr>
            <p:ph type="subTitle" idx="9"/>
          </p:nvPr>
        </p:nvSpPr>
        <p:spPr>
          <a:xfrm>
            <a:off x="1644463" y="1652925"/>
            <a:ext cx="2151300" cy="3600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 panose="020B0606020202050201"/>
              <a:buNone/>
              <a:defRPr sz="2200">
                <a:solidFill>
                  <a:schemeClr val="lt2"/>
                </a:solidFill>
                <a:latin typeface="Paytone One"/>
                <a:ea typeface="Paytone One"/>
                <a:cs typeface="Paytone One"/>
                <a:sym typeface="Paytone One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 panose="020B0606020202050201"/>
              <a:buNone/>
              <a:defRPr sz="2400">
                <a:solidFill>
                  <a:schemeClr val="dk1"/>
                </a:solidFill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 panose="020B0606020202050201"/>
              <a:buNone/>
              <a:defRPr sz="2400">
                <a:solidFill>
                  <a:schemeClr val="dk1"/>
                </a:solidFill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 panose="020B0606020202050201"/>
              <a:buNone/>
              <a:defRPr sz="2400">
                <a:solidFill>
                  <a:schemeClr val="dk1"/>
                </a:solidFill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 panose="020B0606020202050201"/>
              <a:buNone/>
              <a:defRPr sz="2400">
                <a:solidFill>
                  <a:schemeClr val="dk1"/>
                </a:solidFill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 panose="020B0606020202050201"/>
              <a:buNone/>
              <a:defRPr sz="2400">
                <a:solidFill>
                  <a:schemeClr val="dk1"/>
                </a:solidFill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 panose="020B0606020202050201"/>
              <a:buNone/>
              <a:defRPr sz="2400">
                <a:solidFill>
                  <a:schemeClr val="dk1"/>
                </a:solidFill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 panose="020B0606020202050201"/>
              <a:buNone/>
              <a:defRPr sz="2400">
                <a:solidFill>
                  <a:schemeClr val="dk1"/>
                </a:solidFill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 panose="020B0606020202050201"/>
              <a:buNone/>
              <a:defRPr sz="2400">
                <a:solidFill>
                  <a:schemeClr val="dk1"/>
                </a:solidFill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9pPr>
          </a:lstStyle>
          <a:p/>
        </p:txBody>
      </p:sp>
      <p:sp>
        <p:nvSpPr>
          <p:cNvPr id="352" name="Google Shape;352;p14"/>
          <p:cNvSpPr txBox="1">
            <a:spLocks noGrp="1"/>
          </p:cNvSpPr>
          <p:nvPr>
            <p:ph type="subTitle" idx="13"/>
          </p:nvPr>
        </p:nvSpPr>
        <p:spPr>
          <a:xfrm flipH="1">
            <a:off x="5338738" y="1652950"/>
            <a:ext cx="2155800" cy="3600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 panose="020B0606020202050201"/>
              <a:buNone/>
              <a:defRPr sz="2200">
                <a:solidFill>
                  <a:schemeClr val="lt2"/>
                </a:solidFill>
                <a:latin typeface="Paytone One"/>
                <a:ea typeface="Paytone One"/>
                <a:cs typeface="Paytone One"/>
                <a:sym typeface="Paytone One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 panose="020B0606020202050201"/>
              <a:buNone/>
              <a:defRPr sz="2400">
                <a:solidFill>
                  <a:schemeClr val="dk1"/>
                </a:solidFill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 panose="020B0606020202050201"/>
              <a:buNone/>
              <a:defRPr sz="2400">
                <a:solidFill>
                  <a:schemeClr val="dk1"/>
                </a:solidFill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 panose="020B0606020202050201"/>
              <a:buNone/>
              <a:defRPr sz="2400">
                <a:solidFill>
                  <a:schemeClr val="dk1"/>
                </a:solidFill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 panose="020B0606020202050201"/>
              <a:buNone/>
              <a:defRPr sz="2400">
                <a:solidFill>
                  <a:schemeClr val="dk1"/>
                </a:solidFill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 panose="020B0606020202050201"/>
              <a:buNone/>
              <a:defRPr sz="2400">
                <a:solidFill>
                  <a:schemeClr val="dk1"/>
                </a:solidFill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 panose="020B0606020202050201"/>
              <a:buNone/>
              <a:defRPr sz="2400">
                <a:solidFill>
                  <a:schemeClr val="dk1"/>
                </a:solidFill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 panose="020B0606020202050201"/>
              <a:buNone/>
              <a:defRPr sz="2400">
                <a:solidFill>
                  <a:schemeClr val="dk1"/>
                </a:solidFill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 panose="020B0606020202050201"/>
              <a:buNone/>
              <a:defRPr sz="2400">
                <a:solidFill>
                  <a:schemeClr val="dk1"/>
                </a:solidFill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9pPr>
          </a:lstStyle>
          <a:p/>
        </p:txBody>
      </p:sp>
      <p:sp>
        <p:nvSpPr>
          <p:cNvPr id="353" name="Google Shape;353;p14"/>
          <p:cNvSpPr txBox="1">
            <a:spLocks noGrp="1"/>
          </p:cNvSpPr>
          <p:nvPr>
            <p:ph type="subTitle" idx="14"/>
          </p:nvPr>
        </p:nvSpPr>
        <p:spPr>
          <a:xfrm>
            <a:off x="1644450" y="2702075"/>
            <a:ext cx="2151300" cy="3600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 panose="020B0606020202050201"/>
              <a:buNone/>
              <a:defRPr sz="2200">
                <a:solidFill>
                  <a:schemeClr val="lt2"/>
                </a:solidFill>
                <a:latin typeface="Paytone One"/>
                <a:ea typeface="Paytone One"/>
                <a:cs typeface="Paytone One"/>
                <a:sym typeface="Paytone One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 panose="020B0606020202050201"/>
              <a:buNone/>
              <a:defRPr sz="2400">
                <a:solidFill>
                  <a:schemeClr val="dk1"/>
                </a:solidFill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 panose="020B0606020202050201"/>
              <a:buNone/>
              <a:defRPr sz="2400">
                <a:solidFill>
                  <a:schemeClr val="dk1"/>
                </a:solidFill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 panose="020B0606020202050201"/>
              <a:buNone/>
              <a:defRPr sz="2400">
                <a:solidFill>
                  <a:schemeClr val="dk1"/>
                </a:solidFill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 panose="020B0606020202050201"/>
              <a:buNone/>
              <a:defRPr sz="2400">
                <a:solidFill>
                  <a:schemeClr val="dk1"/>
                </a:solidFill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 panose="020B0606020202050201"/>
              <a:buNone/>
              <a:defRPr sz="2400">
                <a:solidFill>
                  <a:schemeClr val="dk1"/>
                </a:solidFill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 panose="020B0606020202050201"/>
              <a:buNone/>
              <a:defRPr sz="2400">
                <a:solidFill>
                  <a:schemeClr val="dk1"/>
                </a:solidFill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 panose="020B0606020202050201"/>
              <a:buNone/>
              <a:defRPr sz="2400">
                <a:solidFill>
                  <a:schemeClr val="dk1"/>
                </a:solidFill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 panose="020B0606020202050201"/>
              <a:buNone/>
              <a:defRPr sz="2400">
                <a:solidFill>
                  <a:schemeClr val="dk1"/>
                </a:solidFill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9pPr>
          </a:lstStyle>
          <a:p/>
        </p:txBody>
      </p:sp>
      <p:sp>
        <p:nvSpPr>
          <p:cNvPr id="354" name="Google Shape;354;p14"/>
          <p:cNvSpPr txBox="1">
            <a:spLocks noGrp="1"/>
          </p:cNvSpPr>
          <p:nvPr>
            <p:ph type="subTitle" idx="15"/>
          </p:nvPr>
        </p:nvSpPr>
        <p:spPr>
          <a:xfrm flipH="1">
            <a:off x="5338725" y="2702075"/>
            <a:ext cx="2155800" cy="3600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400"/>
              <a:buFont typeface="Bebas Neue" panose="020B0606020202050201"/>
              <a:buNone/>
              <a:defRPr sz="2200">
                <a:solidFill>
                  <a:schemeClr val="lt2"/>
                </a:solidFill>
                <a:latin typeface="Paytone One"/>
                <a:ea typeface="Paytone One"/>
                <a:cs typeface="Paytone One"/>
                <a:sym typeface="Paytone One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400"/>
              <a:buFont typeface="Bebas Neue" panose="020B0606020202050201"/>
              <a:buNone/>
              <a:defRPr sz="2400">
                <a:solidFill>
                  <a:schemeClr val="lt2"/>
                </a:solidFill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400"/>
              <a:buFont typeface="Bebas Neue" panose="020B0606020202050201"/>
              <a:buNone/>
              <a:defRPr sz="2400">
                <a:solidFill>
                  <a:schemeClr val="lt2"/>
                </a:solidFill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400"/>
              <a:buFont typeface="Bebas Neue" panose="020B0606020202050201"/>
              <a:buNone/>
              <a:defRPr sz="2400">
                <a:solidFill>
                  <a:schemeClr val="lt2"/>
                </a:solidFill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400"/>
              <a:buFont typeface="Bebas Neue" panose="020B0606020202050201"/>
              <a:buNone/>
              <a:defRPr sz="2400">
                <a:solidFill>
                  <a:schemeClr val="lt2"/>
                </a:solidFill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400"/>
              <a:buFont typeface="Bebas Neue" panose="020B0606020202050201"/>
              <a:buNone/>
              <a:defRPr sz="2400">
                <a:solidFill>
                  <a:schemeClr val="lt2"/>
                </a:solidFill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400"/>
              <a:buFont typeface="Bebas Neue" panose="020B0606020202050201"/>
              <a:buNone/>
              <a:defRPr sz="2400">
                <a:solidFill>
                  <a:schemeClr val="lt2"/>
                </a:solidFill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400"/>
              <a:buFont typeface="Bebas Neue" panose="020B0606020202050201"/>
              <a:buNone/>
              <a:defRPr sz="2400">
                <a:solidFill>
                  <a:schemeClr val="lt2"/>
                </a:solidFill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400"/>
              <a:buFont typeface="Bebas Neue" panose="020B0606020202050201"/>
              <a:buNone/>
              <a:defRPr sz="2400">
                <a:solidFill>
                  <a:schemeClr val="lt2"/>
                </a:solidFill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9pPr>
          </a:lstStyle>
          <a:p/>
        </p:txBody>
      </p:sp>
      <p:sp>
        <p:nvSpPr>
          <p:cNvPr id="355" name="Google Shape;355;p14"/>
          <p:cNvSpPr/>
          <p:nvPr/>
        </p:nvSpPr>
        <p:spPr>
          <a:xfrm rot="10800000" flipH="1">
            <a:off x="4" y="-12634"/>
            <a:ext cx="679200" cy="13644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grpSp>
        <p:nvGrpSpPr>
          <p:cNvPr id="356" name="Google Shape;356;p14"/>
          <p:cNvGrpSpPr/>
          <p:nvPr/>
        </p:nvGrpSpPr>
        <p:grpSpPr>
          <a:xfrm rot="-10217623">
            <a:off x="72058" y="70746"/>
            <a:ext cx="1210137" cy="957621"/>
            <a:chOff x="5900121" y="3075190"/>
            <a:chExt cx="1210119" cy="957607"/>
          </a:xfrm>
        </p:grpSpPr>
        <p:sp>
          <p:nvSpPr>
            <p:cNvPr id="357" name="Google Shape;357;p14"/>
            <p:cNvSpPr/>
            <p:nvPr/>
          </p:nvSpPr>
          <p:spPr>
            <a:xfrm>
              <a:off x="6513046" y="3075190"/>
              <a:ext cx="249779" cy="202200"/>
            </a:xfrm>
            <a:custGeom>
              <a:avLst/>
              <a:gdLst/>
              <a:ahLst/>
              <a:cxnLst/>
              <a:rect l="l" t="t" r="r" b="b"/>
              <a:pathLst>
                <a:path w="7859" h="6362" extrusionOk="0">
                  <a:moveTo>
                    <a:pt x="2811" y="0"/>
                  </a:moveTo>
                  <a:cubicBezTo>
                    <a:pt x="2016" y="0"/>
                    <a:pt x="1274" y="376"/>
                    <a:pt x="715" y="1064"/>
                  </a:cubicBezTo>
                  <a:cubicBezTo>
                    <a:pt x="0" y="1945"/>
                    <a:pt x="0" y="3064"/>
                    <a:pt x="810" y="4160"/>
                  </a:cubicBezTo>
                  <a:cubicBezTo>
                    <a:pt x="1874" y="5571"/>
                    <a:pt x="3275" y="6353"/>
                    <a:pt x="5057" y="6353"/>
                  </a:cubicBezTo>
                  <a:cubicBezTo>
                    <a:pt x="5109" y="6353"/>
                    <a:pt x="5162" y="6352"/>
                    <a:pt x="5215" y="6351"/>
                  </a:cubicBezTo>
                  <a:cubicBezTo>
                    <a:pt x="5358" y="6351"/>
                    <a:pt x="5512" y="6361"/>
                    <a:pt x="5662" y="6361"/>
                  </a:cubicBezTo>
                  <a:cubicBezTo>
                    <a:pt x="5737" y="6361"/>
                    <a:pt x="5811" y="6359"/>
                    <a:pt x="5882" y="6351"/>
                  </a:cubicBezTo>
                  <a:cubicBezTo>
                    <a:pt x="7240" y="6255"/>
                    <a:pt x="7859" y="5303"/>
                    <a:pt x="7454" y="4041"/>
                  </a:cubicBezTo>
                  <a:cubicBezTo>
                    <a:pt x="6883" y="2278"/>
                    <a:pt x="5668" y="1040"/>
                    <a:pt x="4001" y="278"/>
                  </a:cubicBezTo>
                  <a:cubicBezTo>
                    <a:pt x="3602" y="90"/>
                    <a:pt x="3200" y="0"/>
                    <a:pt x="2811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58" name="Google Shape;358;p14"/>
            <p:cNvSpPr/>
            <p:nvPr/>
          </p:nvSpPr>
          <p:spPr>
            <a:xfrm>
              <a:off x="6376795" y="3405887"/>
              <a:ext cx="229470" cy="191839"/>
            </a:xfrm>
            <a:custGeom>
              <a:avLst/>
              <a:gdLst/>
              <a:ahLst/>
              <a:cxnLst/>
              <a:rect l="l" t="t" r="r" b="b"/>
              <a:pathLst>
                <a:path w="7220" h="6036" extrusionOk="0">
                  <a:moveTo>
                    <a:pt x="2204" y="1"/>
                  </a:moveTo>
                  <a:cubicBezTo>
                    <a:pt x="1854" y="1"/>
                    <a:pt x="1482" y="140"/>
                    <a:pt x="1144" y="280"/>
                  </a:cubicBezTo>
                  <a:cubicBezTo>
                    <a:pt x="477" y="566"/>
                    <a:pt x="1" y="1399"/>
                    <a:pt x="96" y="2114"/>
                  </a:cubicBezTo>
                  <a:cubicBezTo>
                    <a:pt x="429" y="4424"/>
                    <a:pt x="1858" y="5829"/>
                    <a:pt x="4049" y="6019"/>
                  </a:cubicBezTo>
                  <a:cubicBezTo>
                    <a:pt x="4166" y="6030"/>
                    <a:pt x="4282" y="6036"/>
                    <a:pt x="4395" y="6036"/>
                  </a:cubicBezTo>
                  <a:cubicBezTo>
                    <a:pt x="5995" y="6036"/>
                    <a:pt x="7220" y="4946"/>
                    <a:pt x="6597" y="2923"/>
                  </a:cubicBezTo>
                  <a:cubicBezTo>
                    <a:pt x="6168" y="1518"/>
                    <a:pt x="4478" y="42"/>
                    <a:pt x="2406" y="18"/>
                  </a:cubicBezTo>
                  <a:cubicBezTo>
                    <a:pt x="2340" y="6"/>
                    <a:pt x="2272" y="1"/>
                    <a:pt x="2204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59" name="Google Shape;359;p14"/>
            <p:cNvSpPr/>
            <p:nvPr/>
          </p:nvSpPr>
          <p:spPr>
            <a:xfrm>
              <a:off x="5900121" y="3798306"/>
              <a:ext cx="164125" cy="145564"/>
            </a:xfrm>
            <a:custGeom>
              <a:avLst/>
              <a:gdLst/>
              <a:ahLst/>
              <a:cxnLst/>
              <a:rect l="l" t="t" r="r" b="b"/>
              <a:pathLst>
                <a:path w="5164" h="4580" extrusionOk="0">
                  <a:moveTo>
                    <a:pt x="2026" y="0"/>
                  </a:moveTo>
                  <a:cubicBezTo>
                    <a:pt x="859" y="0"/>
                    <a:pt x="0" y="1133"/>
                    <a:pt x="424" y="2341"/>
                  </a:cubicBezTo>
                  <a:cubicBezTo>
                    <a:pt x="877" y="3626"/>
                    <a:pt x="1758" y="4460"/>
                    <a:pt x="3187" y="4579"/>
                  </a:cubicBezTo>
                  <a:cubicBezTo>
                    <a:pt x="4020" y="4484"/>
                    <a:pt x="4639" y="4079"/>
                    <a:pt x="5163" y="3460"/>
                  </a:cubicBezTo>
                  <a:cubicBezTo>
                    <a:pt x="5139" y="3222"/>
                    <a:pt x="5163" y="3007"/>
                    <a:pt x="5115" y="2793"/>
                  </a:cubicBezTo>
                  <a:cubicBezTo>
                    <a:pt x="4806" y="1340"/>
                    <a:pt x="3901" y="412"/>
                    <a:pt x="2472" y="54"/>
                  </a:cubicBezTo>
                  <a:cubicBezTo>
                    <a:pt x="2320" y="18"/>
                    <a:pt x="2171" y="0"/>
                    <a:pt x="2026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60" name="Google Shape;360;p14"/>
            <p:cNvSpPr/>
            <p:nvPr/>
          </p:nvSpPr>
          <p:spPr>
            <a:xfrm>
              <a:off x="6873301" y="3460045"/>
              <a:ext cx="236939" cy="186690"/>
            </a:xfrm>
            <a:custGeom>
              <a:avLst/>
              <a:gdLst/>
              <a:ahLst/>
              <a:cxnLst/>
              <a:rect l="l" t="t" r="r" b="b"/>
              <a:pathLst>
                <a:path w="7455" h="5874" extrusionOk="0">
                  <a:moveTo>
                    <a:pt x="3176" y="1"/>
                  </a:moveTo>
                  <a:cubicBezTo>
                    <a:pt x="2331" y="1"/>
                    <a:pt x="1547" y="476"/>
                    <a:pt x="882" y="1434"/>
                  </a:cubicBezTo>
                  <a:cubicBezTo>
                    <a:pt x="1" y="2648"/>
                    <a:pt x="239" y="3982"/>
                    <a:pt x="1501" y="4815"/>
                  </a:cubicBezTo>
                  <a:cubicBezTo>
                    <a:pt x="2644" y="5577"/>
                    <a:pt x="3954" y="5815"/>
                    <a:pt x="5311" y="5863"/>
                  </a:cubicBezTo>
                  <a:cubicBezTo>
                    <a:pt x="5438" y="5863"/>
                    <a:pt x="5565" y="5874"/>
                    <a:pt x="5685" y="5874"/>
                  </a:cubicBezTo>
                  <a:cubicBezTo>
                    <a:pt x="5745" y="5874"/>
                    <a:pt x="5804" y="5871"/>
                    <a:pt x="5859" y="5863"/>
                  </a:cubicBezTo>
                  <a:cubicBezTo>
                    <a:pt x="7026" y="5768"/>
                    <a:pt x="7455" y="5268"/>
                    <a:pt x="7336" y="4101"/>
                  </a:cubicBezTo>
                  <a:cubicBezTo>
                    <a:pt x="7288" y="3863"/>
                    <a:pt x="7217" y="3601"/>
                    <a:pt x="7121" y="3363"/>
                  </a:cubicBezTo>
                  <a:cubicBezTo>
                    <a:pt x="6764" y="2338"/>
                    <a:pt x="6074" y="1576"/>
                    <a:pt x="5264" y="886"/>
                  </a:cubicBezTo>
                  <a:cubicBezTo>
                    <a:pt x="4549" y="297"/>
                    <a:pt x="3844" y="1"/>
                    <a:pt x="3176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61" name="Google Shape;361;p14"/>
            <p:cNvSpPr/>
            <p:nvPr/>
          </p:nvSpPr>
          <p:spPr>
            <a:xfrm>
              <a:off x="6360141" y="3860981"/>
              <a:ext cx="180938" cy="171816"/>
            </a:xfrm>
            <a:custGeom>
              <a:avLst/>
              <a:gdLst/>
              <a:ahLst/>
              <a:cxnLst/>
              <a:rect l="l" t="t" r="r" b="b"/>
              <a:pathLst>
                <a:path w="5693" h="5406" extrusionOk="0">
                  <a:moveTo>
                    <a:pt x="2939" y="1"/>
                  </a:moveTo>
                  <a:cubicBezTo>
                    <a:pt x="2400" y="1"/>
                    <a:pt x="1842" y="186"/>
                    <a:pt x="1310" y="559"/>
                  </a:cubicBezTo>
                  <a:cubicBezTo>
                    <a:pt x="310" y="1250"/>
                    <a:pt x="1" y="2393"/>
                    <a:pt x="477" y="3512"/>
                  </a:cubicBezTo>
                  <a:cubicBezTo>
                    <a:pt x="943" y="4665"/>
                    <a:pt x="2131" y="5406"/>
                    <a:pt x="3447" y="5406"/>
                  </a:cubicBezTo>
                  <a:cubicBezTo>
                    <a:pt x="3544" y="5406"/>
                    <a:pt x="3641" y="5402"/>
                    <a:pt x="3739" y="5393"/>
                  </a:cubicBezTo>
                  <a:cubicBezTo>
                    <a:pt x="5049" y="5298"/>
                    <a:pt x="5692" y="4607"/>
                    <a:pt x="5692" y="3298"/>
                  </a:cubicBezTo>
                  <a:cubicBezTo>
                    <a:pt x="5692" y="2321"/>
                    <a:pt x="5287" y="1321"/>
                    <a:pt x="4597" y="678"/>
                  </a:cubicBezTo>
                  <a:cubicBezTo>
                    <a:pt x="4109" y="228"/>
                    <a:pt x="3535" y="1"/>
                    <a:pt x="2939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62" name="Google Shape;362;p14"/>
            <p:cNvSpPr/>
            <p:nvPr/>
          </p:nvSpPr>
          <p:spPr>
            <a:xfrm>
              <a:off x="6799121" y="3820808"/>
              <a:ext cx="156720" cy="160819"/>
            </a:xfrm>
            <a:custGeom>
              <a:avLst/>
              <a:gdLst/>
              <a:ahLst/>
              <a:cxnLst/>
              <a:rect l="l" t="t" r="r" b="b"/>
              <a:pathLst>
                <a:path w="4931" h="5060" extrusionOk="0">
                  <a:moveTo>
                    <a:pt x="2551" y="0"/>
                  </a:moveTo>
                  <a:cubicBezTo>
                    <a:pt x="2088" y="0"/>
                    <a:pt x="1601" y="147"/>
                    <a:pt x="1144" y="442"/>
                  </a:cubicBezTo>
                  <a:cubicBezTo>
                    <a:pt x="215" y="1013"/>
                    <a:pt x="1" y="1894"/>
                    <a:pt x="525" y="2966"/>
                  </a:cubicBezTo>
                  <a:cubicBezTo>
                    <a:pt x="954" y="3895"/>
                    <a:pt x="1692" y="4490"/>
                    <a:pt x="2621" y="4895"/>
                  </a:cubicBezTo>
                  <a:cubicBezTo>
                    <a:pt x="2887" y="5005"/>
                    <a:pt x="3137" y="5059"/>
                    <a:pt x="3368" y="5059"/>
                  </a:cubicBezTo>
                  <a:cubicBezTo>
                    <a:pt x="3986" y="5059"/>
                    <a:pt x="4469" y="4677"/>
                    <a:pt x="4764" y="3966"/>
                  </a:cubicBezTo>
                  <a:cubicBezTo>
                    <a:pt x="4883" y="3633"/>
                    <a:pt x="4907" y="3300"/>
                    <a:pt x="4907" y="2966"/>
                  </a:cubicBezTo>
                  <a:cubicBezTo>
                    <a:pt x="4931" y="2156"/>
                    <a:pt x="4597" y="1442"/>
                    <a:pt x="4145" y="799"/>
                  </a:cubicBezTo>
                  <a:cubicBezTo>
                    <a:pt x="3749" y="266"/>
                    <a:pt x="3172" y="0"/>
                    <a:pt x="2551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sp>
        <p:nvSpPr>
          <p:cNvPr id="363" name="Google Shape;363;p14"/>
          <p:cNvSpPr/>
          <p:nvPr/>
        </p:nvSpPr>
        <p:spPr>
          <a:xfrm rot="3372411">
            <a:off x="7666601" y="-12972"/>
            <a:ext cx="1665255" cy="1095920"/>
          </a:xfrm>
          <a:custGeom>
            <a:avLst/>
            <a:gdLst/>
            <a:ahLst/>
            <a:cxnLst/>
            <a:rect l="l" t="t" r="r" b="b"/>
            <a:pathLst>
              <a:path w="57609" h="37913" fill="none" extrusionOk="0">
                <a:moveTo>
                  <a:pt x="1" y="27601"/>
                </a:moveTo>
                <a:cubicBezTo>
                  <a:pt x="2263" y="22767"/>
                  <a:pt x="6931" y="18242"/>
                  <a:pt x="11932" y="16337"/>
                </a:cubicBezTo>
                <a:cubicBezTo>
                  <a:pt x="17028" y="14408"/>
                  <a:pt x="22386" y="17528"/>
                  <a:pt x="25387" y="21600"/>
                </a:cubicBezTo>
                <a:cubicBezTo>
                  <a:pt x="28054" y="25268"/>
                  <a:pt x="30221" y="33102"/>
                  <a:pt x="25316" y="36079"/>
                </a:cubicBezTo>
                <a:cubicBezTo>
                  <a:pt x="22267" y="37913"/>
                  <a:pt x="18933" y="36174"/>
                  <a:pt x="16933" y="33698"/>
                </a:cubicBezTo>
                <a:cubicBezTo>
                  <a:pt x="12551" y="28292"/>
                  <a:pt x="13551" y="18528"/>
                  <a:pt x="16147" y="12574"/>
                </a:cubicBezTo>
                <a:cubicBezTo>
                  <a:pt x="19338" y="5359"/>
                  <a:pt x="28030" y="0"/>
                  <a:pt x="35889" y="262"/>
                </a:cubicBezTo>
                <a:cubicBezTo>
                  <a:pt x="42176" y="453"/>
                  <a:pt x="48154" y="4454"/>
                  <a:pt x="51631" y="9717"/>
                </a:cubicBezTo>
                <a:cubicBezTo>
                  <a:pt x="54631" y="14313"/>
                  <a:pt x="57608" y="23720"/>
                  <a:pt x="50702" y="26387"/>
                </a:cubicBezTo>
                <a:cubicBezTo>
                  <a:pt x="38818" y="31007"/>
                  <a:pt x="39057" y="5978"/>
                  <a:pt x="42581" y="96"/>
                </a:cubicBezTo>
              </a:path>
            </a:pathLst>
          </a:custGeom>
          <a:noFill/>
          <a:ln w="19050" cap="rnd" cmpd="sng">
            <a:solidFill>
              <a:schemeClr val="dk1"/>
            </a:solidFill>
            <a:prstDash val="solid"/>
            <a:miter lim="23814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364" name="Google Shape;364;p14"/>
          <p:cNvSpPr/>
          <p:nvPr/>
        </p:nvSpPr>
        <p:spPr>
          <a:xfrm rot="5400000" flipH="1">
            <a:off x="946652" y="3191436"/>
            <a:ext cx="1039200" cy="2925900"/>
          </a:xfrm>
          <a:prstGeom prst="rtTriangle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365" name="Google Shape;365;p14"/>
          <p:cNvSpPr/>
          <p:nvPr/>
        </p:nvSpPr>
        <p:spPr>
          <a:xfrm rot="-6112899" flipH="1">
            <a:off x="7645434" y="4135565"/>
            <a:ext cx="2225325" cy="2114241"/>
          </a:xfrm>
          <a:custGeom>
            <a:avLst/>
            <a:gdLst/>
            <a:ahLst/>
            <a:cxnLst/>
            <a:rect l="l" t="t" r="r" b="b"/>
            <a:pathLst>
              <a:path w="68206" h="79041" fill="none" extrusionOk="0">
                <a:moveTo>
                  <a:pt x="63443" y="14218"/>
                </a:moveTo>
                <a:cubicBezTo>
                  <a:pt x="63443" y="14218"/>
                  <a:pt x="52345" y="26125"/>
                  <a:pt x="15814" y="16599"/>
                </a:cubicBezTo>
                <a:cubicBezTo>
                  <a:pt x="12861" y="15837"/>
                  <a:pt x="9312" y="13717"/>
                  <a:pt x="7312" y="11479"/>
                </a:cubicBezTo>
                <a:cubicBezTo>
                  <a:pt x="4621" y="8478"/>
                  <a:pt x="5312" y="4096"/>
                  <a:pt x="8812" y="2120"/>
                </a:cubicBezTo>
                <a:cubicBezTo>
                  <a:pt x="12504" y="0"/>
                  <a:pt x="17671" y="1810"/>
                  <a:pt x="20981" y="3954"/>
                </a:cubicBezTo>
                <a:cubicBezTo>
                  <a:pt x="37390" y="14551"/>
                  <a:pt x="44058" y="45772"/>
                  <a:pt x="22958" y="55250"/>
                </a:cubicBezTo>
                <a:cubicBezTo>
                  <a:pt x="18886" y="57060"/>
                  <a:pt x="13456" y="56464"/>
                  <a:pt x="9384" y="55035"/>
                </a:cubicBezTo>
                <a:cubicBezTo>
                  <a:pt x="1858" y="52368"/>
                  <a:pt x="1" y="45367"/>
                  <a:pt x="7502" y="41175"/>
                </a:cubicBezTo>
                <a:cubicBezTo>
                  <a:pt x="8598" y="40580"/>
                  <a:pt x="9860" y="40318"/>
                  <a:pt x="11098" y="40175"/>
                </a:cubicBezTo>
                <a:cubicBezTo>
                  <a:pt x="21886" y="38913"/>
                  <a:pt x="33151" y="42866"/>
                  <a:pt x="41414" y="49772"/>
                </a:cubicBezTo>
                <a:cubicBezTo>
                  <a:pt x="45606" y="53273"/>
                  <a:pt x="49106" y="57655"/>
                  <a:pt x="51297" y="62656"/>
                </a:cubicBezTo>
                <a:cubicBezTo>
                  <a:pt x="52607" y="65680"/>
                  <a:pt x="54084" y="69372"/>
                  <a:pt x="53774" y="72706"/>
                </a:cubicBezTo>
                <a:cubicBezTo>
                  <a:pt x="53369" y="77111"/>
                  <a:pt x="48749" y="79040"/>
                  <a:pt x="44963" y="76492"/>
                </a:cubicBezTo>
                <a:cubicBezTo>
                  <a:pt x="40700" y="73611"/>
                  <a:pt x="41795" y="66704"/>
                  <a:pt x="43391" y="62608"/>
                </a:cubicBezTo>
                <a:cubicBezTo>
                  <a:pt x="47487" y="52082"/>
                  <a:pt x="61157" y="55631"/>
                  <a:pt x="68206" y="61060"/>
                </a:cubicBezTo>
              </a:path>
            </a:pathLst>
          </a:custGeom>
          <a:noFill/>
          <a:ln w="19050" cap="rnd" cmpd="sng">
            <a:solidFill>
              <a:schemeClr val="dk1"/>
            </a:solidFill>
            <a:prstDash val="solid"/>
            <a:miter lim="23814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366" name="Google Shape;366;p14"/>
          <p:cNvSpPr txBox="1">
            <a:spLocks noGrp="1"/>
          </p:cNvSpPr>
          <p:nvPr>
            <p:ph type="title" idx="16" hasCustomPrompt="1"/>
          </p:nvPr>
        </p:nvSpPr>
        <p:spPr>
          <a:xfrm>
            <a:off x="770849" y="3846863"/>
            <a:ext cx="873600" cy="511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>
                <a:solidFill>
                  <a:schemeClr val="accent5"/>
                </a:solidFill>
                <a:latin typeface="Paytone One"/>
                <a:ea typeface="Paytone One"/>
                <a:cs typeface="Paytone One"/>
                <a:sym typeface="Paytone One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367" name="Google Shape;367;p14"/>
          <p:cNvSpPr txBox="1">
            <a:spLocks noGrp="1"/>
          </p:cNvSpPr>
          <p:nvPr>
            <p:ph type="subTitle" idx="17"/>
          </p:nvPr>
        </p:nvSpPr>
        <p:spPr>
          <a:xfrm>
            <a:off x="1648964" y="4009539"/>
            <a:ext cx="2151300" cy="4848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  <a:latin typeface="Hind" panose="02000000000000000000"/>
                <a:ea typeface="Hind" panose="02000000000000000000"/>
                <a:cs typeface="Hind" panose="02000000000000000000"/>
                <a:sym typeface="Hind" panose="02000000000000000000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8" name="Google Shape;368;p14"/>
          <p:cNvSpPr txBox="1">
            <a:spLocks noGrp="1"/>
          </p:cNvSpPr>
          <p:nvPr>
            <p:ph type="title" idx="18" hasCustomPrompt="1"/>
          </p:nvPr>
        </p:nvSpPr>
        <p:spPr>
          <a:xfrm flipH="1">
            <a:off x="7494550" y="3846863"/>
            <a:ext cx="873600" cy="511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>
                <a:solidFill>
                  <a:schemeClr val="accent5"/>
                </a:solidFill>
                <a:latin typeface="Paytone One"/>
                <a:ea typeface="Paytone One"/>
                <a:cs typeface="Paytone One"/>
                <a:sym typeface="Paytone One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369" name="Google Shape;369;p14"/>
          <p:cNvSpPr txBox="1">
            <a:spLocks noGrp="1"/>
          </p:cNvSpPr>
          <p:nvPr>
            <p:ph type="subTitle" idx="19"/>
          </p:nvPr>
        </p:nvSpPr>
        <p:spPr>
          <a:xfrm flipH="1">
            <a:off x="5338736" y="4009539"/>
            <a:ext cx="2155800" cy="4848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  <a:latin typeface="Hind" panose="02000000000000000000"/>
                <a:ea typeface="Hind" panose="02000000000000000000"/>
                <a:cs typeface="Hind" panose="02000000000000000000"/>
                <a:sym typeface="Hind" panose="02000000000000000000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0" name="Google Shape;370;p14"/>
          <p:cNvSpPr txBox="1">
            <a:spLocks noGrp="1"/>
          </p:cNvSpPr>
          <p:nvPr>
            <p:ph type="subTitle" idx="20"/>
          </p:nvPr>
        </p:nvSpPr>
        <p:spPr>
          <a:xfrm>
            <a:off x="1644450" y="3755825"/>
            <a:ext cx="2151300" cy="3600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 panose="020B0606020202050201"/>
              <a:buNone/>
              <a:defRPr sz="2200">
                <a:solidFill>
                  <a:schemeClr val="lt2"/>
                </a:solidFill>
                <a:latin typeface="Paytone One"/>
                <a:ea typeface="Paytone One"/>
                <a:cs typeface="Paytone One"/>
                <a:sym typeface="Paytone One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 panose="020B0606020202050201"/>
              <a:buNone/>
              <a:defRPr sz="2400">
                <a:solidFill>
                  <a:schemeClr val="dk1"/>
                </a:solidFill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 panose="020B0606020202050201"/>
              <a:buNone/>
              <a:defRPr sz="2400">
                <a:solidFill>
                  <a:schemeClr val="dk1"/>
                </a:solidFill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 panose="020B0606020202050201"/>
              <a:buNone/>
              <a:defRPr sz="2400">
                <a:solidFill>
                  <a:schemeClr val="dk1"/>
                </a:solidFill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 panose="020B0606020202050201"/>
              <a:buNone/>
              <a:defRPr sz="2400">
                <a:solidFill>
                  <a:schemeClr val="dk1"/>
                </a:solidFill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 panose="020B0606020202050201"/>
              <a:buNone/>
              <a:defRPr sz="2400">
                <a:solidFill>
                  <a:schemeClr val="dk1"/>
                </a:solidFill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 panose="020B0606020202050201"/>
              <a:buNone/>
              <a:defRPr sz="2400">
                <a:solidFill>
                  <a:schemeClr val="dk1"/>
                </a:solidFill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 panose="020B0606020202050201"/>
              <a:buNone/>
              <a:defRPr sz="2400">
                <a:solidFill>
                  <a:schemeClr val="dk1"/>
                </a:solidFill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 panose="020B0606020202050201"/>
              <a:buNone/>
              <a:defRPr sz="2400">
                <a:solidFill>
                  <a:schemeClr val="dk1"/>
                </a:solidFill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9pPr>
          </a:lstStyle>
          <a:p/>
        </p:txBody>
      </p:sp>
      <p:sp>
        <p:nvSpPr>
          <p:cNvPr id="371" name="Google Shape;371;p14"/>
          <p:cNvSpPr txBox="1">
            <a:spLocks noGrp="1"/>
          </p:cNvSpPr>
          <p:nvPr>
            <p:ph type="subTitle" idx="21"/>
          </p:nvPr>
        </p:nvSpPr>
        <p:spPr>
          <a:xfrm flipH="1">
            <a:off x="5338725" y="3755825"/>
            <a:ext cx="2155800" cy="3600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400"/>
              <a:buFont typeface="Bebas Neue" panose="020B0606020202050201"/>
              <a:buNone/>
              <a:defRPr sz="2200">
                <a:solidFill>
                  <a:schemeClr val="lt2"/>
                </a:solidFill>
                <a:latin typeface="Paytone One"/>
                <a:ea typeface="Paytone One"/>
                <a:cs typeface="Paytone One"/>
                <a:sym typeface="Paytone One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400"/>
              <a:buFont typeface="Bebas Neue" panose="020B0606020202050201"/>
              <a:buNone/>
              <a:defRPr sz="2400">
                <a:solidFill>
                  <a:schemeClr val="lt2"/>
                </a:solidFill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400"/>
              <a:buFont typeface="Bebas Neue" panose="020B0606020202050201"/>
              <a:buNone/>
              <a:defRPr sz="2400">
                <a:solidFill>
                  <a:schemeClr val="lt2"/>
                </a:solidFill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400"/>
              <a:buFont typeface="Bebas Neue" panose="020B0606020202050201"/>
              <a:buNone/>
              <a:defRPr sz="2400">
                <a:solidFill>
                  <a:schemeClr val="lt2"/>
                </a:solidFill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400"/>
              <a:buFont typeface="Bebas Neue" panose="020B0606020202050201"/>
              <a:buNone/>
              <a:defRPr sz="2400">
                <a:solidFill>
                  <a:schemeClr val="lt2"/>
                </a:solidFill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400"/>
              <a:buFont typeface="Bebas Neue" panose="020B0606020202050201"/>
              <a:buNone/>
              <a:defRPr sz="2400">
                <a:solidFill>
                  <a:schemeClr val="lt2"/>
                </a:solidFill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400"/>
              <a:buFont typeface="Bebas Neue" panose="020B0606020202050201"/>
              <a:buNone/>
              <a:defRPr sz="2400">
                <a:solidFill>
                  <a:schemeClr val="lt2"/>
                </a:solidFill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400"/>
              <a:buFont typeface="Bebas Neue" panose="020B0606020202050201"/>
              <a:buNone/>
              <a:defRPr sz="2400">
                <a:solidFill>
                  <a:schemeClr val="lt2"/>
                </a:solidFill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400"/>
              <a:buFont typeface="Bebas Neue" panose="020B0606020202050201"/>
              <a:buNone/>
              <a:defRPr sz="2400">
                <a:solidFill>
                  <a:schemeClr val="lt2"/>
                </a:solidFill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 1">
  <p:cSld name="CUSTOM_2">
    <p:spTree>
      <p:nvGrpSpPr>
        <p:cNvPr id="1" name="Shape 3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3" name="Google Shape;373;p15"/>
          <p:cNvSpPr/>
          <p:nvPr/>
        </p:nvSpPr>
        <p:spPr>
          <a:xfrm rot="-5400000" flipH="1">
            <a:off x="5300475" y="1834800"/>
            <a:ext cx="5701500" cy="1985700"/>
          </a:xfrm>
          <a:prstGeom prst="rtTriangle">
            <a:avLst/>
          </a:prstGeom>
          <a:solidFill>
            <a:schemeClr val="accent5">
              <a:alpha val="3095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374" name="Google Shape;374;p15"/>
          <p:cNvSpPr txBox="1">
            <a:spLocks noGrp="1"/>
          </p:cNvSpPr>
          <p:nvPr>
            <p:ph type="title"/>
          </p:nvPr>
        </p:nvSpPr>
        <p:spPr>
          <a:xfrm>
            <a:off x="3060950" y="1750917"/>
            <a:ext cx="4423200" cy="969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3600"/>
              <a:buNone/>
              <a:defRPr sz="53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375" name="Google Shape;375;p15"/>
          <p:cNvSpPr txBox="1">
            <a:spLocks noGrp="1"/>
          </p:cNvSpPr>
          <p:nvPr>
            <p:ph type="title" idx="2" hasCustomPrompt="1"/>
          </p:nvPr>
        </p:nvSpPr>
        <p:spPr>
          <a:xfrm>
            <a:off x="1794000" y="2098043"/>
            <a:ext cx="11328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>
                <a:solidFill>
                  <a:schemeClr val="accent5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r>
              <a:t>xx%</a:t>
            </a:r>
          </a:p>
        </p:txBody>
      </p:sp>
      <p:sp>
        <p:nvSpPr>
          <p:cNvPr id="376" name="Google Shape;376;p15"/>
          <p:cNvSpPr txBox="1">
            <a:spLocks noGrp="1"/>
          </p:cNvSpPr>
          <p:nvPr>
            <p:ph type="subTitle" idx="1"/>
          </p:nvPr>
        </p:nvSpPr>
        <p:spPr>
          <a:xfrm>
            <a:off x="3060950" y="2643553"/>
            <a:ext cx="4423200" cy="390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7" name="Google Shape;377;p15"/>
          <p:cNvSpPr/>
          <p:nvPr/>
        </p:nvSpPr>
        <p:spPr>
          <a:xfrm rot="5400000">
            <a:off x="943350" y="-962700"/>
            <a:ext cx="1039200" cy="29259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378" name="Google Shape;378;p15"/>
          <p:cNvSpPr/>
          <p:nvPr/>
        </p:nvSpPr>
        <p:spPr>
          <a:xfrm rot="-215990">
            <a:off x="-34467" y="31859"/>
            <a:ext cx="1665305" cy="1095952"/>
          </a:xfrm>
          <a:custGeom>
            <a:avLst/>
            <a:gdLst/>
            <a:ahLst/>
            <a:cxnLst/>
            <a:rect l="l" t="t" r="r" b="b"/>
            <a:pathLst>
              <a:path w="57609" h="37913" fill="none" extrusionOk="0">
                <a:moveTo>
                  <a:pt x="1" y="27601"/>
                </a:moveTo>
                <a:cubicBezTo>
                  <a:pt x="2263" y="22767"/>
                  <a:pt x="6931" y="18242"/>
                  <a:pt x="11932" y="16337"/>
                </a:cubicBezTo>
                <a:cubicBezTo>
                  <a:pt x="17028" y="14408"/>
                  <a:pt x="22386" y="17528"/>
                  <a:pt x="25387" y="21600"/>
                </a:cubicBezTo>
                <a:cubicBezTo>
                  <a:pt x="28054" y="25268"/>
                  <a:pt x="30221" y="33102"/>
                  <a:pt x="25316" y="36079"/>
                </a:cubicBezTo>
                <a:cubicBezTo>
                  <a:pt x="22267" y="37913"/>
                  <a:pt x="18933" y="36174"/>
                  <a:pt x="16933" y="33698"/>
                </a:cubicBezTo>
                <a:cubicBezTo>
                  <a:pt x="12551" y="28292"/>
                  <a:pt x="13551" y="18528"/>
                  <a:pt x="16147" y="12574"/>
                </a:cubicBezTo>
                <a:cubicBezTo>
                  <a:pt x="19338" y="5359"/>
                  <a:pt x="28030" y="0"/>
                  <a:pt x="35889" y="262"/>
                </a:cubicBezTo>
                <a:cubicBezTo>
                  <a:pt x="42176" y="453"/>
                  <a:pt x="48154" y="4454"/>
                  <a:pt x="51631" y="9717"/>
                </a:cubicBezTo>
                <a:cubicBezTo>
                  <a:pt x="54631" y="14313"/>
                  <a:pt x="57608" y="23720"/>
                  <a:pt x="50702" y="26387"/>
                </a:cubicBezTo>
                <a:cubicBezTo>
                  <a:pt x="38818" y="31007"/>
                  <a:pt x="39057" y="5978"/>
                  <a:pt x="42581" y="96"/>
                </a:cubicBezTo>
              </a:path>
            </a:pathLst>
          </a:custGeom>
          <a:noFill/>
          <a:ln w="19050" cap="rnd" cmpd="sng">
            <a:solidFill>
              <a:schemeClr val="dk1"/>
            </a:solidFill>
            <a:prstDash val="solid"/>
            <a:miter lim="23814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grpSp>
        <p:nvGrpSpPr>
          <p:cNvPr id="379" name="Google Shape;379;p15"/>
          <p:cNvGrpSpPr/>
          <p:nvPr/>
        </p:nvGrpSpPr>
        <p:grpSpPr>
          <a:xfrm>
            <a:off x="7153304" y="-29850"/>
            <a:ext cx="1990776" cy="5203200"/>
            <a:chOff x="7153300" y="-29850"/>
            <a:chExt cx="1990776" cy="5203200"/>
          </a:xfrm>
        </p:grpSpPr>
        <p:grpSp>
          <p:nvGrpSpPr>
            <p:cNvPr id="380" name="Google Shape;380;p15"/>
            <p:cNvGrpSpPr/>
            <p:nvPr/>
          </p:nvGrpSpPr>
          <p:grpSpPr>
            <a:xfrm>
              <a:off x="7193625" y="0"/>
              <a:ext cx="1950451" cy="5143502"/>
              <a:chOff x="6409225" y="0"/>
              <a:chExt cx="1950451" cy="5143502"/>
            </a:xfrm>
          </p:grpSpPr>
          <p:cxnSp>
            <p:nvCxnSpPr>
              <p:cNvPr id="381" name="Google Shape;381;p15"/>
              <p:cNvCxnSpPr/>
              <p:nvPr/>
            </p:nvCxnSpPr>
            <p:spPr>
              <a:xfrm>
                <a:off x="6626876" y="1209275"/>
                <a:ext cx="1732800" cy="0"/>
              </a:xfrm>
              <a:prstGeom prst="straightConnector1">
                <a:avLst/>
              </a:prstGeom>
              <a:noFill/>
              <a:ln w="9525" cap="rnd" cmpd="sng">
                <a:solidFill>
                  <a:schemeClr val="accent5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82" name="Google Shape;382;p15"/>
              <p:cNvCxnSpPr/>
              <p:nvPr/>
            </p:nvCxnSpPr>
            <p:spPr>
              <a:xfrm>
                <a:off x="6734327" y="1754250"/>
                <a:ext cx="1623900" cy="0"/>
              </a:xfrm>
              <a:prstGeom prst="straightConnector1">
                <a:avLst/>
              </a:prstGeom>
              <a:noFill/>
              <a:ln w="9525" cap="rnd" cmpd="sng">
                <a:solidFill>
                  <a:schemeClr val="accent5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83" name="Google Shape;383;p15"/>
              <p:cNvCxnSpPr/>
              <p:nvPr/>
            </p:nvCxnSpPr>
            <p:spPr>
              <a:xfrm>
                <a:off x="6841779" y="2299225"/>
                <a:ext cx="1516500" cy="0"/>
              </a:xfrm>
              <a:prstGeom prst="straightConnector1">
                <a:avLst/>
              </a:prstGeom>
              <a:noFill/>
              <a:ln w="9525" cap="rnd" cmpd="sng">
                <a:solidFill>
                  <a:schemeClr val="accent5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84" name="Google Shape;384;p15"/>
              <p:cNvCxnSpPr/>
              <p:nvPr/>
            </p:nvCxnSpPr>
            <p:spPr>
              <a:xfrm>
                <a:off x="6949228" y="2844200"/>
                <a:ext cx="1409100" cy="0"/>
              </a:xfrm>
              <a:prstGeom prst="straightConnector1">
                <a:avLst/>
              </a:prstGeom>
              <a:noFill/>
              <a:ln w="9525" cap="rnd" cmpd="sng">
                <a:solidFill>
                  <a:schemeClr val="accent5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85" name="Google Shape;385;p15"/>
              <p:cNvCxnSpPr/>
              <p:nvPr/>
            </p:nvCxnSpPr>
            <p:spPr>
              <a:xfrm>
                <a:off x="7056681" y="3389150"/>
                <a:ext cx="1301700" cy="0"/>
              </a:xfrm>
              <a:prstGeom prst="straightConnector1">
                <a:avLst/>
              </a:prstGeom>
              <a:noFill/>
              <a:ln w="9525" cap="rnd" cmpd="sng">
                <a:solidFill>
                  <a:schemeClr val="accent5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86" name="Google Shape;386;p15"/>
              <p:cNvCxnSpPr/>
              <p:nvPr/>
            </p:nvCxnSpPr>
            <p:spPr>
              <a:xfrm>
                <a:off x="7164130" y="3934125"/>
                <a:ext cx="1194000" cy="0"/>
              </a:xfrm>
              <a:prstGeom prst="straightConnector1">
                <a:avLst/>
              </a:prstGeom>
              <a:noFill/>
              <a:ln w="9525" cap="rnd" cmpd="sng">
                <a:solidFill>
                  <a:schemeClr val="accent5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87" name="Google Shape;387;p15"/>
              <p:cNvCxnSpPr/>
              <p:nvPr/>
            </p:nvCxnSpPr>
            <p:spPr>
              <a:xfrm>
                <a:off x="7272972" y="4479100"/>
                <a:ext cx="1085700" cy="0"/>
              </a:xfrm>
              <a:prstGeom prst="straightConnector1">
                <a:avLst/>
              </a:prstGeom>
              <a:noFill/>
              <a:ln w="9525" cap="rnd" cmpd="sng">
                <a:solidFill>
                  <a:schemeClr val="accent5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88" name="Google Shape;388;p15"/>
              <p:cNvCxnSpPr/>
              <p:nvPr/>
            </p:nvCxnSpPr>
            <p:spPr>
              <a:xfrm>
                <a:off x="7379172" y="5024075"/>
                <a:ext cx="978900" cy="0"/>
              </a:xfrm>
              <a:prstGeom prst="straightConnector1">
                <a:avLst/>
              </a:prstGeom>
              <a:noFill/>
              <a:ln w="9525" cap="rnd" cmpd="sng">
                <a:solidFill>
                  <a:schemeClr val="accent5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89" name="Google Shape;389;p15"/>
              <p:cNvCxnSpPr/>
              <p:nvPr/>
            </p:nvCxnSpPr>
            <p:spPr>
              <a:xfrm>
                <a:off x="6520181" y="664300"/>
                <a:ext cx="1839300" cy="0"/>
              </a:xfrm>
              <a:prstGeom prst="straightConnector1">
                <a:avLst/>
              </a:prstGeom>
              <a:noFill/>
              <a:ln w="9525" cap="rnd" cmpd="sng">
                <a:solidFill>
                  <a:schemeClr val="accent5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90" name="Google Shape;390;p15"/>
              <p:cNvCxnSpPr/>
              <p:nvPr/>
            </p:nvCxnSpPr>
            <p:spPr>
              <a:xfrm>
                <a:off x="6409225" y="119325"/>
                <a:ext cx="1949400" cy="0"/>
              </a:xfrm>
              <a:prstGeom prst="straightConnector1">
                <a:avLst/>
              </a:prstGeom>
              <a:noFill/>
              <a:ln w="9525" cap="rnd" cmpd="sng">
                <a:solidFill>
                  <a:schemeClr val="accent5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91" name="Google Shape;391;p15"/>
              <p:cNvCxnSpPr/>
              <p:nvPr/>
            </p:nvCxnSpPr>
            <p:spPr>
              <a:xfrm rot="5400000">
                <a:off x="5342616" y="2571752"/>
                <a:ext cx="5143500" cy="0"/>
              </a:xfrm>
              <a:prstGeom prst="straightConnector1">
                <a:avLst/>
              </a:prstGeom>
              <a:noFill/>
              <a:ln w="9525" cap="rnd" cmpd="sng">
                <a:solidFill>
                  <a:schemeClr val="accent5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92" name="Google Shape;392;p15"/>
              <p:cNvCxnSpPr/>
              <p:nvPr/>
            </p:nvCxnSpPr>
            <p:spPr>
              <a:xfrm rot="5400000">
                <a:off x="5632100" y="1737300"/>
                <a:ext cx="3474600" cy="0"/>
              </a:xfrm>
              <a:prstGeom prst="straightConnector1">
                <a:avLst/>
              </a:prstGeom>
              <a:noFill/>
              <a:ln w="9525" cap="rnd" cmpd="sng">
                <a:solidFill>
                  <a:schemeClr val="accent5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93" name="Google Shape;393;p15"/>
              <p:cNvCxnSpPr/>
              <p:nvPr/>
            </p:nvCxnSpPr>
            <p:spPr>
              <a:xfrm>
                <a:off x="6824425" y="0"/>
                <a:ext cx="0" cy="1628400"/>
              </a:xfrm>
              <a:prstGeom prst="straightConnector1">
                <a:avLst/>
              </a:prstGeom>
              <a:noFill/>
              <a:ln w="9525" cap="rnd" cmpd="sng">
                <a:solidFill>
                  <a:schemeClr val="accent5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  <p:sp>
          <p:nvSpPr>
            <p:cNvPr id="394" name="Google Shape;394;p15"/>
            <p:cNvSpPr/>
            <p:nvPr/>
          </p:nvSpPr>
          <p:spPr>
            <a:xfrm>
              <a:off x="7153300" y="-29850"/>
              <a:ext cx="1826700" cy="5203200"/>
            </a:xfrm>
            <a:prstGeom prst="rtTriangle">
              <a:avLst/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sp>
        <p:nvSpPr>
          <p:cNvPr id="395" name="Google Shape;395;p15"/>
          <p:cNvSpPr/>
          <p:nvPr/>
        </p:nvSpPr>
        <p:spPr>
          <a:xfrm flipH="1">
            <a:off x="0" y="2129125"/>
            <a:ext cx="5231000" cy="3014375"/>
          </a:xfrm>
          <a:custGeom>
            <a:avLst/>
            <a:gdLst/>
            <a:ahLst/>
            <a:cxnLst/>
            <a:rect l="l" t="t" r="r" b="b"/>
            <a:pathLst>
              <a:path w="209240" h="120575" extrusionOk="0">
                <a:moveTo>
                  <a:pt x="0" y="120446"/>
                </a:moveTo>
                <a:lnTo>
                  <a:pt x="209240" y="0"/>
                </a:lnTo>
                <a:lnTo>
                  <a:pt x="209240" y="70819"/>
                </a:lnTo>
                <a:lnTo>
                  <a:pt x="90481" y="120575"/>
                </a:lnTo>
                <a:close/>
              </a:path>
            </a:pathLst>
          </a:custGeom>
          <a:solidFill>
            <a:schemeClr val="accent6"/>
          </a:solidFill>
          <a:ln>
            <a:noFill/>
          </a:ln>
        </p:spPr>
      </p:sp>
      <p:sp>
        <p:nvSpPr>
          <p:cNvPr id="396" name="Google Shape;396;p15"/>
          <p:cNvSpPr/>
          <p:nvPr/>
        </p:nvSpPr>
        <p:spPr>
          <a:xfrm rot="10087101" flipH="1">
            <a:off x="7702638" y="3496647"/>
            <a:ext cx="2225325" cy="2114241"/>
          </a:xfrm>
          <a:custGeom>
            <a:avLst/>
            <a:gdLst/>
            <a:ahLst/>
            <a:cxnLst/>
            <a:rect l="l" t="t" r="r" b="b"/>
            <a:pathLst>
              <a:path w="68206" h="79041" fill="none" extrusionOk="0">
                <a:moveTo>
                  <a:pt x="63443" y="14218"/>
                </a:moveTo>
                <a:cubicBezTo>
                  <a:pt x="63443" y="14218"/>
                  <a:pt x="52345" y="26125"/>
                  <a:pt x="15814" y="16599"/>
                </a:cubicBezTo>
                <a:cubicBezTo>
                  <a:pt x="12861" y="15837"/>
                  <a:pt x="9312" y="13717"/>
                  <a:pt x="7312" y="11479"/>
                </a:cubicBezTo>
                <a:cubicBezTo>
                  <a:pt x="4621" y="8478"/>
                  <a:pt x="5312" y="4096"/>
                  <a:pt x="8812" y="2120"/>
                </a:cubicBezTo>
                <a:cubicBezTo>
                  <a:pt x="12504" y="0"/>
                  <a:pt x="17671" y="1810"/>
                  <a:pt x="20981" y="3954"/>
                </a:cubicBezTo>
                <a:cubicBezTo>
                  <a:pt x="37390" y="14551"/>
                  <a:pt x="44058" y="45772"/>
                  <a:pt x="22958" y="55250"/>
                </a:cubicBezTo>
                <a:cubicBezTo>
                  <a:pt x="18886" y="57060"/>
                  <a:pt x="13456" y="56464"/>
                  <a:pt x="9384" y="55035"/>
                </a:cubicBezTo>
                <a:cubicBezTo>
                  <a:pt x="1858" y="52368"/>
                  <a:pt x="1" y="45367"/>
                  <a:pt x="7502" y="41175"/>
                </a:cubicBezTo>
                <a:cubicBezTo>
                  <a:pt x="8598" y="40580"/>
                  <a:pt x="9860" y="40318"/>
                  <a:pt x="11098" y="40175"/>
                </a:cubicBezTo>
                <a:cubicBezTo>
                  <a:pt x="21886" y="38913"/>
                  <a:pt x="33151" y="42866"/>
                  <a:pt x="41414" y="49772"/>
                </a:cubicBezTo>
                <a:cubicBezTo>
                  <a:pt x="45606" y="53273"/>
                  <a:pt x="49106" y="57655"/>
                  <a:pt x="51297" y="62656"/>
                </a:cubicBezTo>
                <a:cubicBezTo>
                  <a:pt x="52607" y="65680"/>
                  <a:pt x="54084" y="69372"/>
                  <a:pt x="53774" y="72706"/>
                </a:cubicBezTo>
                <a:cubicBezTo>
                  <a:pt x="53369" y="77111"/>
                  <a:pt x="48749" y="79040"/>
                  <a:pt x="44963" y="76492"/>
                </a:cubicBezTo>
                <a:cubicBezTo>
                  <a:pt x="40700" y="73611"/>
                  <a:pt x="41795" y="66704"/>
                  <a:pt x="43391" y="62608"/>
                </a:cubicBezTo>
                <a:cubicBezTo>
                  <a:pt x="47487" y="52082"/>
                  <a:pt x="61157" y="55631"/>
                  <a:pt x="68206" y="61060"/>
                </a:cubicBezTo>
              </a:path>
            </a:pathLst>
          </a:custGeom>
          <a:noFill/>
          <a:ln w="19050" cap="rnd" cmpd="sng">
            <a:solidFill>
              <a:schemeClr val="dk1"/>
            </a:solidFill>
            <a:prstDash val="solid"/>
            <a:miter lim="23814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 2">
  <p:cSld name="CUSTOM_2_1">
    <p:spTree>
      <p:nvGrpSpPr>
        <p:cNvPr id="1" name="Shape 3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8" name="Google Shape;398;p16"/>
          <p:cNvSpPr/>
          <p:nvPr/>
        </p:nvSpPr>
        <p:spPr>
          <a:xfrm rot="-5400000" flipH="1">
            <a:off x="5055500" y="1953300"/>
            <a:ext cx="6064800" cy="2112000"/>
          </a:xfrm>
          <a:prstGeom prst="rtTriangle">
            <a:avLst/>
          </a:prstGeom>
          <a:solidFill>
            <a:schemeClr val="accent5">
              <a:alpha val="3095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grpSp>
        <p:nvGrpSpPr>
          <p:cNvPr id="399" name="Google Shape;399;p16"/>
          <p:cNvGrpSpPr/>
          <p:nvPr/>
        </p:nvGrpSpPr>
        <p:grpSpPr>
          <a:xfrm>
            <a:off x="7022875" y="-23100"/>
            <a:ext cx="2120965" cy="5203200"/>
            <a:chOff x="7022875" y="-23100"/>
            <a:chExt cx="2120965" cy="5203200"/>
          </a:xfrm>
        </p:grpSpPr>
        <p:grpSp>
          <p:nvGrpSpPr>
            <p:cNvPr id="400" name="Google Shape;400;p16"/>
            <p:cNvGrpSpPr/>
            <p:nvPr/>
          </p:nvGrpSpPr>
          <p:grpSpPr>
            <a:xfrm>
              <a:off x="7031952" y="-9725"/>
              <a:ext cx="2111888" cy="5143502"/>
              <a:chOff x="6377968" y="0"/>
              <a:chExt cx="2111888" cy="5143502"/>
            </a:xfrm>
          </p:grpSpPr>
          <p:cxnSp>
            <p:nvCxnSpPr>
              <p:cNvPr id="401" name="Google Shape;401;p16"/>
              <p:cNvCxnSpPr/>
              <p:nvPr/>
            </p:nvCxnSpPr>
            <p:spPr>
              <a:xfrm>
                <a:off x="6613656" y="1209275"/>
                <a:ext cx="1876200" cy="0"/>
              </a:xfrm>
              <a:prstGeom prst="straightConnector1">
                <a:avLst/>
              </a:prstGeom>
              <a:noFill/>
              <a:ln w="9525" cap="rnd" cmpd="sng">
                <a:solidFill>
                  <a:schemeClr val="accent5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402" name="Google Shape;402;p16"/>
              <p:cNvCxnSpPr/>
              <p:nvPr/>
            </p:nvCxnSpPr>
            <p:spPr>
              <a:xfrm>
                <a:off x="6730011" y="1754250"/>
                <a:ext cx="1758300" cy="0"/>
              </a:xfrm>
              <a:prstGeom prst="straightConnector1">
                <a:avLst/>
              </a:prstGeom>
              <a:noFill/>
              <a:ln w="9525" cap="rnd" cmpd="sng">
                <a:solidFill>
                  <a:schemeClr val="accent5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403" name="Google Shape;403;p16"/>
              <p:cNvCxnSpPr/>
              <p:nvPr/>
            </p:nvCxnSpPr>
            <p:spPr>
              <a:xfrm>
                <a:off x="6846367" y="2299225"/>
                <a:ext cx="1641900" cy="0"/>
              </a:xfrm>
              <a:prstGeom prst="straightConnector1">
                <a:avLst/>
              </a:prstGeom>
              <a:noFill/>
              <a:ln w="9525" cap="rnd" cmpd="sng">
                <a:solidFill>
                  <a:schemeClr val="accent5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404" name="Google Shape;404;p16"/>
              <p:cNvCxnSpPr/>
              <p:nvPr/>
            </p:nvCxnSpPr>
            <p:spPr>
              <a:xfrm>
                <a:off x="6962721" y="2844200"/>
                <a:ext cx="1525800" cy="0"/>
              </a:xfrm>
              <a:prstGeom prst="straightConnector1">
                <a:avLst/>
              </a:prstGeom>
              <a:noFill/>
              <a:ln w="9525" cap="rnd" cmpd="sng">
                <a:solidFill>
                  <a:schemeClr val="accent5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405" name="Google Shape;405;p16"/>
              <p:cNvCxnSpPr/>
              <p:nvPr/>
            </p:nvCxnSpPr>
            <p:spPr>
              <a:xfrm>
                <a:off x="7079078" y="3389150"/>
                <a:ext cx="1409700" cy="0"/>
              </a:xfrm>
              <a:prstGeom prst="straightConnector1">
                <a:avLst/>
              </a:prstGeom>
              <a:noFill/>
              <a:ln w="9525" cap="rnd" cmpd="sng">
                <a:solidFill>
                  <a:schemeClr val="accent5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406" name="Google Shape;406;p16"/>
              <p:cNvCxnSpPr/>
              <p:nvPr/>
            </p:nvCxnSpPr>
            <p:spPr>
              <a:xfrm>
                <a:off x="7195431" y="3934125"/>
                <a:ext cx="1293000" cy="0"/>
              </a:xfrm>
              <a:prstGeom prst="straightConnector1">
                <a:avLst/>
              </a:prstGeom>
              <a:noFill/>
              <a:ln w="9525" cap="rnd" cmpd="sng">
                <a:solidFill>
                  <a:schemeClr val="accent5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407" name="Google Shape;407;p16"/>
              <p:cNvCxnSpPr/>
              <p:nvPr/>
            </p:nvCxnSpPr>
            <p:spPr>
              <a:xfrm>
                <a:off x="7313293" y="4479100"/>
                <a:ext cx="1175400" cy="0"/>
              </a:xfrm>
              <a:prstGeom prst="straightConnector1">
                <a:avLst/>
              </a:prstGeom>
              <a:noFill/>
              <a:ln w="9525" cap="rnd" cmpd="sng">
                <a:solidFill>
                  <a:schemeClr val="accent5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408" name="Google Shape;408;p16"/>
              <p:cNvCxnSpPr/>
              <p:nvPr/>
            </p:nvCxnSpPr>
            <p:spPr>
              <a:xfrm>
                <a:off x="7428294" y="5024075"/>
                <a:ext cx="1060200" cy="0"/>
              </a:xfrm>
              <a:prstGeom prst="straightConnector1">
                <a:avLst/>
              </a:prstGeom>
              <a:noFill/>
              <a:ln w="9525" cap="rnd" cmpd="sng">
                <a:solidFill>
                  <a:schemeClr val="accent5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409" name="Google Shape;409;p16"/>
              <p:cNvCxnSpPr/>
              <p:nvPr/>
            </p:nvCxnSpPr>
            <p:spPr>
              <a:xfrm>
                <a:off x="6498118" y="664300"/>
                <a:ext cx="1991700" cy="0"/>
              </a:xfrm>
              <a:prstGeom prst="straightConnector1">
                <a:avLst/>
              </a:prstGeom>
              <a:noFill/>
              <a:ln w="9525" cap="rnd" cmpd="sng">
                <a:solidFill>
                  <a:schemeClr val="accent5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410" name="Google Shape;410;p16"/>
              <p:cNvCxnSpPr/>
              <p:nvPr/>
            </p:nvCxnSpPr>
            <p:spPr>
              <a:xfrm>
                <a:off x="6377968" y="119325"/>
                <a:ext cx="2110800" cy="0"/>
              </a:xfrm>
              <a:prstGeom prst="straightConnector1">
                <a:avLst/>
              </a:prstGeom>
              <a:noFill/>
              <a:ln w="9525" cap="rnd" cmpd="sng">
                <a:solidFill>
                  <a:schemeClr val="accent5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411" name="Google Shape;411;p16"/>
              <p:cNvCxnSpPr/>
              <p:nvPr/>
            </p:nvCxnSpPr>
            <p:spPr>
              <a:xfrm rot="5400000">
                <a:off x="5342616" y="2571752"/>
                <a:ext cx="5143500" cy="0"/>
              </a:xfrm>
              <a:prstGeom prst="straightConnector1">
                <a:avLst/>
              </a:prstGeom>
              <a:noFill/>
              <a:ln w="9525" cap="rnd" cmpd="sng">
                <a:solidFill>
                  <a:schemeClr val="accent5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412" name="Google Shape;412;p16"/>
              <p:cNvCxnSpPr/>
              <p:nvPr/>
            </p:nvCxnSpPr>
            <p:spPr>
              <a:xfrm rot="5400000">
                <a:off x="5632100" y="1737300"/>
                <a:ext cx="3474600" cy="0"/>
              </a:xfrm>
              <a:prstGeom prst="straightConnector1">
                <a:avLst/>
              </a:prstGeom>
              <a:noFill/>
              <a:ln w="9525" cap="rnd" cmpd="sng">
                <a:solidFill>
                  <a:schemeClr val="accent5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413" name="Google Shape;413;p16"/>
              <p:cNvCxnSpPr/>
              <p:nvPr/>
            </p:nvCxnSpPr>
            <p:spPr>
              <a:xfrm>
                <a:off x="6824425" y="0"/>
                <a:ext cx="0" cy="1628400"/>
              </a:xfrm>
              <a:prstGeom prst="straightConnector1">
                <a:avLst/>
              </a:prstGeom>
              <a:noFill/>
              <a:ln w="9525" cap="rnd" cmpd="sng">
                <a:solidFill>
                  <a:schemeClr val="accent5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414" name="Google Shape;414;p16"/>
              <p:cNvCxnSpPr/>
              <p:nvPr/>
            </p:nvCxnSpPr>
            <p:spPr>
              <a:xfrm rot="5400000">
                <a:off x="5887589" y="2571752"/>
                <a:ext cx="5143500" cy="0"/>
              </a:xfrm>
              <a:prstGeom prst="straightConnector1">
                <a:avLst/>
              </a:prstGeom>
              <a:noFill/>
              <a:ln w="9525" cap="rnd" cmpd="sng">
                <a:solidFill>
                  <a:schemeClr val="accent5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  <p:sp>
          <p:nvSpPr>
            <p:cNvPr id="415" name="Google Shape;415;p16"/>
            <p:cNvSpPr/>
            <p:nvPr/>
          </p:nvSpPr>
          <p:spPr>
            <a:xfrm>
              <a:off x="7022875" y="-23100"/>
              <a:ext cx="1826700" cy="5203200"/>
            </a:xfrm>
            <a:prstGeom prst="rtTriangle">
              <a:avLst/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sp>
        <p:nvSpPr>
          <p:cNvPr id="416" name="Google Shape;416;p16"/>
          <p:cNvSpPr txBox="1">
            <a:spLocks noGrp="1"/>
          </p:cNvSpPr>
          <p:nvPr>
            <p:ph type="title"/>
          </p:nvPr>
        </p:nvSpPr>
        <p:spPr>
          <a:xfrm>
            <a:off x="2360375" y="2339053"/>
            <a:ext cx="4423200" cy="969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53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417" name="Google Shape;417;p16"/>
          <p:cNvSpPr txBox="1">
            <a:spLocks noGrp="1"/>
          </p:cNvSpPr>
          <p:nvPr>
            <p:ph type="title" idx="2" hasCustomPrompt="1"/>
          </p:nvPr>
        </p:nvSpPr>
        <p:spPr>
          <a:xfrm>
            <a:off x="4005575" y="1247800"/>
            <a:ext cx="11328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>
                <a:solidFill>
                  <a:schemeClr val="accent5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r>
              <a:t>xx%</a:t>
            </a:r>
          </a:p>
        </p:txBody>
      </p:sp>
      <p:sp>
        <p:nvSpPr>
          <p:cNvPr id="418" name="Google Shape;418;p16"/>
          <p:cNvSpPr txBox="1">
            <a:spLocks noGrp="1"/>
          </p:cNvSpPr>
          <p:nvPr>
            <p:ph type="subTitle" idx="1"/>
          </p:nvPr>
        </p:nvSpPr>
        <p:spPr>
          <a:xfrm>
            <a:off x="2360375" y="3308344"/>
            <a:ext cx="4423200" cy="390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9" name="Google Shape;419;p16"/>
          <p:cNvSpPr/>
          <p:nvPr/>
        </p:nvSpPr>
        <p:spPr>
          <a:xfrm>
            <a:off x="158" y="2217604"/>
            <a:ext cx="1039200" cy="29259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420" name="Google Shape;420;p16"/>
          <p:cNvSpPr/>
          <p:nvPr/>
        </p:nvSpPr>
        <p:spPr>
          <a:xfrm rot="-712899" flipH="1">
            <a:off x="-638279" y="206416"/>
            <a:ext cx="2225325" cy="2114241"/>
          </a:xfrm>
          <a:custGeom>
            <a:avLst/>
            <a:gdLst/>
            <a:ahLst/>
            <a:cxnLst/>
            <a:rect l="l" t="t" r="r" b="b"/>
            <a:pathLst>
              <a:path w="68206" h="79041" fill="none" extrusionOk="0">
                <a:moveTo>
                  <a:pt x="63443" y="14218"/>
                </a:moveTo>
                <a:cubicBezTo>
                  <a:pt x="63443" y="14218"/>
                  <a:pt x="52345" y="26125"/>
                  <a:pt x="15814" y="16599"/>
                </a:cubicBezTo>
                <a:cubicBezTo>
                  <a:pt x="12861" y="15837"/>
                  <a:pt x="9312" y="13717"/>
                  <a:pt x="7312" y="11479"/>
                </a:cubicBezTo>
                <a:cubicBezTo>
                  <a:pt x="4621" y="8478"/>
                  <a:pt x="5312" y="4096"/>
                  <a:pt x="8812" y="2120"/>
                </a:cubicBezTo>
                <a:cubicBezTo>
                  <a:pt x="12504" y="0"/>
                  <a:pt x="17671" y="1810"/>
                  <a:pt x="20981" y="3954"/>
                </a:cubicBezTo>
                <a:cubicBezTo>
                  <a:pt x="37390" y="14551"/>
                  <a:pt x="44058" y="45772"/>
                  <a:pt x="22958" y="55250"/>
                </a:cubicBezTo>
                <a:cubicBezTo>
                  <a:pt x="18886" y="57060"/>
                  <a:pt x="13456" y="56464"/>
                  <a:pt x="9384" y="55035"/>
                </a:cubicBezTo>
                <a:cubicBezTo>
                  <a:pt x="1858" y="52368"/>
                  <a:pt x="1" y="45367"/>
                  <a:pt x="7502" y="41175"/>
                </a:cubicBezTo>
                <a:cubicBezTo>
                  <a:pt x="8598" y="40580"/>
                  <a:pt x="9860" y="40318"/>
                  <a:pt x="11098" y="40175"/>
                </a:cubicBezTo>
                <a:cubicBezTo>
                  <a:pt x="21886" y="38913"/>
                  <a:pt x="33151" y="42866"/>
                  <a:pt x="41414" y="49772"/>
                </a:cubicBezTo>
                <a:cubicBezTo>
                  <a:pt x="45606" y="53273"/>
                  <a:pt x="49106" y="57655"/>
                  <a:pt x="51297" y="62656"/>
                </a:cubicBezTo>
                <a:cubicBezTo>
                  <a:pt x="52607" y="65680"/>
                  <a:pt x="54084" y="69372"/>
                  <a:pt x="53774" y="72706"/>
                </a:cubicBezTo>
                <a:cubicBezTo>
                  <a:pt x="53369" y="77111"/>
                  <a:pt x="48749" y="79040"/>
                  <a:pt x="44963" y="76492"/>
                </a:cubicBezTo>
                <a:cubicBezTo>
                  <a:pt x="40700" y="73611"/>
                  <a:pt x="41795" y="66704"/>
                  <a:pt x="43391" y="62608"/>
                </a:cubicBezTo>
                <a:cubicBezTo>
                  <a:pt x="47487" y="52082"/>
                  <a:pt x="61157" y="55631"/>
                  <a:pt x="68206" y="61060"/>
                </a:cubicBezTo>
              </a:path>
            </a:pathLst>
          </a:custGeom>
          <a:noFill/>
          <a:ln w="19050" cap="rnd" cmpd="sng">
            <a:solidFill>
              <a:schemeClr val="dk1"/>
            </a:solidFill>
            <a:prstDash val="solid"/>
            <a:miter lim="23814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421" name="Google Shape;421;p16"/>
          <p:cNvSpPr/>
          <p:nvPr/>
        </p:nvSpPr>
        <p:spPr>
          <a:xfrm>
            <a:off x="6421143" y="2689400"/>
            <a:ext cx="2723259" cy="2454003"/>
          </a:xfrm>
          <a:custGeom>
            <a:avLst/>
            <a:gdLst/>
            <a:ahLst/>
            <a:cxnLst/>
            <a:rect l="l" t="t" r="r" b="b"/>
            <a:pathLst>
              <a:path w="209240" h="120575" extrusionOk="0">
                <a:moveTo>
                  <a:pt x="0" y="120446"/>
                </a:moveTo>
                <a:lnTo>
                  <a:pt x="209240" y="0"/>
                </a:lnTo>
                <a:lnTo>
                  <a:pt x="209240" y="70819"/>
                </a:lnTo>
                <a:lnTo>
                  <a:pt x="90481" y="120575"/>
                </a:lnTo>
                <a:close/>
              </a:path>
            </a:pathLst>
          </a:custGeom>
          <a:solidFill>
            <a:schemeClr val="accent6"/>
          </a:solidFill>
          <a:ln>
            <a:noFill/>
          </a:ln>
        </p:spPr>
      </p:sp>
      <p:grpSp>
        <p:nvGrpSpPr>
          <p:cNvPr id="422" name="Google Shape;422;p16"/>
          <p:cNvGrpSpPr/>
          <p:nvPr/>
        </p:nvGrpSpPr>
        <p:grpSpPr>
          <a:xfrm flipH="1">
            <a:off x="1316977" y="-272622"/>
            <a:ext cx="1495621" cy="1291831"/>
            <a:chOff x="5614619" y="2740966"/>
            <a:chExt cx="1495621" cy="1291831"/>
          </a:xfrm>
        </p:grpSpPr>
        <p:sp>
          <p:nvSpPr>
            <p:cNvPr id="423" name="Google Shape;423;p16"/>
            <p:cNvSpPr/>
            <p:nvPr/>
          </p:nvSpPr>
          <p:spPr>
            <a:xfrm>
              <a:off x="5614619" y="3232736"/>
              <a:ext cx="233570" cy="259568"/>
            </a:xfrm>
            <a:custGeom>
              <a:avLst/>
              <a:gdLst/>
              <a:ahLst/>
              <a:cxnLst/>
              <a:rect l="l" t="t" r="r" b="b"/>
              <a:pathLst>
                <a:path w="7349" h="8167" extrusionOk="0">
                  <a:moveTo>
                    <a:pt x="2648" y="0"/>
                  </a:moveTo>
                  <a:cubicBezTo>
                    <a:pt x="2113" y="0"/>
                    <a:pt x="1614" y="173"/>
                    <a:pt x="1262" y="512"/>
                  </a:cubicBezTo>
                  <a:cubicBezTo>
                    <a:pt x="453" y="1275"/>
                    <a:pt x="0" y="2275"/>
                    <a:pt x="96" y="3394"/>
                  </a:cubicBezTo>
                  <a:cubicBezTo>
                    <a:pt x="286" y="5466"/>
                    <a:pt x="1644" y="7442"/>
                    <a:pt x="3882" y="8038"/>
                  </a:cubicBezTo>
                  <a:cubicBezTo>
                    <a:pt x="4194" y="8124"/>
                    <a:pt x="4508" y="8167"/>
                    <a:pt x="4812" y="8167"/>
                  </a:cubicBezTo>
                  <a:cubicBezTo>
                    <a:pt x="6181" y="8167"/>
                    <a:pt x="7348" y="7306"/>
                    <a:pt x="7192" y="5728"/>
                  </a:cubicBezTo>
                  <a:cubicBezTo>
                    <a:pt x="7002" y="3513"/>
                    <a:pt x="6002" y="1751"/>
                    <a:pt x="4192" y="489"/>
                  </a:cubicBezTo>
                  <a:cubicBezTo>
                    <a:pt x="3712" y="161"/>
                    <a:pt x="3164" y="0"/>
                    <a:pt x="2648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24" name="Google Shape;424;p16"/>
            <p:cNvSpPr/>
            <p:nvPr/>
          </p:nvSpPr>
          <p:spPr>
            <a:xfrm>
              <a:off x="5985489" y="3413038"/>
              <a:ext cx="243740" cy="219522"/>
            </a:xfrm>
            <a:custGeom>
              <a:avLst/>
              <a:gdLst/>
              <a:ahLst/>
              <a:cxnLst/>
              <a:rect l="l" t="t" r="r" b="b"/>
              <a:pathLst>
                <a:path w="7669" h="6907" extrusionOk="0">
                  <a:moveTo>
                    <a:pt x="2579" y="0"/>
                  </a:moveTo>
                  <a:cubicBezTo>
                    <a:pt x="1203" y="0"/>
                    <a:pt x="0" y="1093"/>
                    <a:pt x="0" y="2436"/>
                  </a:cubicBezTo>
                  <a:cubicBezTo>
                    <a:pt x="0" y="3151"/>
                    <a:pt x="215" y="3960"/>
                    <a:pt x="643" y="4675"/>
                  </a:cubicBezTo>
                  <a:cubicBezTo>
                    <a:pt x="1361" y="5791"/>
                    <a:pt x="2761" y="6906"/>
                    <a:pt x="4274" y="6906"/>
                  </a:cubicBezTo>
                  <a:cubicBezTo>
                    <a:pt x="4569" y="6906"/>
                    <a:pt x="4869" y="6864"/>
                    <a:pt x="5168" y="6770"/>
                  </a:cubicBezTo>
                  <a:cubicBezTo>
                    <a:pt x="6859" y="6247"/>
                    <a:pt x="7669" y="4794"/>
                    <a:pt x="6930" y="3198"/>
                  </a:cubicBezTo>
                  <a:cubicBezTo>
                    <a:pt x="6168" y="1627"/>
                    <a:pt x="4954" y="483"/>
                    <a:pt x="3215" y="79"/>
                  </a:cubicBezTo>
                  <a:cubicBezTo>
                    <a:pt x="3002" y="25"/>
                    <a:pt x="2789" y="0"/>
                    <a:pt x="2579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25" name="Google Shape;425;p16"/>
            <p:cNvSpPr/>
            <p:nvPr/>
          </p:nvSpPr>
          <p:spPr>
            <a:xfrm>
              <a:off x="5884071" y="2740966"/>
              <a:ext cx="218759" cy="222064"/>
            </a:xfrm>
            <a:custGeom>
              <a:avLst/>
              <a:gdLst/>
              <a:ahLst/>
              <a:cxnLst/>
              <a:rect l="l" t="t" r="r" b="b"/>
              <a:pathLst>
                <a:path w="6883" h="6987" extrusionOk="0">
                  <a:moveTo>
                    <a:pt x="3502" y="0"/>
                  </a:moveTo>
                  <a:cubicBezTo>
                    <a:pt x="2862" y="0"/>
                    <a:pt x="2233" y="161"/>
                    <a:pt x="1643" y="482"/>
                  </a:cubicBezTo>
                  <a:cubicBezTo>
                    <a:pt x="643" y="1030"/>
                    <a:pt x="0" y="2364"/>
                    <a:pt x="381" y="3340"/>
                  </a:cubicBezTo>
                  <a:cubicBezTo>
                    <a:pt x="1000" y="4983"/>
                    <a:pt x="2120" y="6174"/>
                    <a:pt x="3811" y="6793"/>
                  </a:cubicBezTo>
                  <a:cubicBezTo>
                    <a:pt x="4163" y="6925"/>
                    <a:pt x="4487" y="6986"/>
                    <a:pt x="4780" y="6986"/>
                  </a:cubicBezTo>
                  <a:cubicBezTo>
                    <a:pt x="5817" y="6986"/>
                    <a:pt x="6485" y="6218"/>
                    <a:pt x="6764" y="5031"/>
                  </a:cubicBezTo>
                  <a:cubicBezTo>
                    <a:pt x="6811" y="4769"/>
                    <a:pt x="6764" y="4507"/>
                    <a:pt x="6764" y="4269"/>
                  </a:cubicBezTo>
                  <a:cubicBezTo>
                    <a:pt x="6883" y="3435"/>
                    <a:pt x="6645" y="2673"/>
                    <a:pt x="6311" y="1959"/>
                  </a:cubicBezTo>
                  <a:cubicBezTo>
                    <a:pt x="5882" y="1006"/>
                    <a:pt x="5239" y="220"/>
                    <a:pt x="4144" y="54"/>
                  </a:cubicBezTo>
                  <a:cubicBezTo>
                    <a:pt x="3930" y="18"/>
                    <a:pt x="3715" y="0"/>
                    <a:pt x="3502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26" name="Google Shape;426;p16"/>
            <p:cNvSpPr/>
            <p:nvPr/>
          </p:nvSpPr>
          <p:spPr>
            <a:xfrm>
              <a:off x="6513046" y="3075190"/>
              <a:ext cx="249779" cy="202200"/>
            </a:xfrm>
            <a:custGeom>
              <a:avLst/>
              <a:gdLst/>
              <a:ahLst/>
              <a:cxnLst/>
              <a:rect l="l" t="t" r="r" b="b"/>
              <a:pathLst>
                <a:path w="7859" h="6362" extrusionOk="0">
                  <a:moveTo>
                    <a:pt x="2811" y="0"/>
                  </a:moveTo>
                  <a:cubicBezTo>
                    <a:pt x="2016" y="0"/>
                    <a:pt x="1274" y="376"/>
                    <a:pt x="715" y="1064"/>
                  </a:cubicBezTo>
                  <a:cubicBezTo>
                    <a:pt x="0" y="1945"/>
                    <a:pt x="0" y="3064"/>
                    <a:pt x="810" y="4160"/>
                  </a:cubicBezTo>
                  <a:cubicBezTo>
                    <a:pt x="1874" y="5571"/>
                    <a:pt x="3275" y="6353"/>
                    <a:pt x="5057" y="6353"/>
                  </a:cubicBezTo>
                  <a:cubicBezTo>
                    <a:pt x="5109" y="6353"/>
                    <a:pt x="5162" y="6352"/>
                    <a:pt x="5215" y="6351"/>
                  </a:cubicBezTo>
                  <a:cubicBezTo>
                    <a:pt x="5358" y="6351"/>
                    <a:pt x="5512" y="6361"/>
                    <a:pt x="5662" y="6361"/>
                  </a:cubicBezTo>
                  <a:cubicBezTo>
                    <a:pt x="5737" y="6361"/>
                    <a:pt x="5811" y="6359"/>
                    <a:pt x="5882" y="6351"/>
                  </a:cubicBezTo>
                  <a:cubicBezTo>
                    <a:pt x="7240" y="6255"/>
                    <a:pt x="7859" y="5303"/>
                    <a:pt x="7454" y="4041"/>
                  </a:cubicBezTo>
                  <a:cubicBezTo>
                    <a:pt x="6883" y="2278"/>
                    <a:pt x="5668" y="1040"/>
                    <a:pt x="4001" y="278"/>
                  </a:cubicBezTo>
                  <a:cubicBezTo>
                    <a:pt x="3602" y="90"/>
                    <a:pt x="3200" y="0"/>
                    <a:pt x="2811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27" name="Google Shape;427;p16"/>
            <p:cNvSpPr/>
            <p:nvPr/>
          </p:nvSpPr>
          <p:spPr>
            <a:xfrm>
              <a:off x="6376795" y="3405887"/>
              <a:ext cx="229470" cy="191839"/>
            </a:xfrm>
            <a:custGeom>
              <a:avLst/>
              <a:gdLst/>
              <a:ahLst/>
              <a:cxnLst/>
              <a:rect l="l" t="t" r="r" b="b"/>
              <a:pathLst>
                <a:path w="7220" h="6036" extrusionOk="0">
                  <a:moveTo>
                    <a:pt x="2204" y="1"/>
                  </a:moveTo>
                  <a:cubicBezTo>
                    <a:pt x="1854" y="1"/>
                    <a:pt x="1482" y="140"/>
                    <a:pt x="1144" y="280"/>
                  </a:cubicBezTo>
                  <a:cubicBezTo>
                    <a:pt x="477" y="566"/>
                    <a:pt x="1" y="1399"/>
                    <a:pt x="96" y="2114"/>
                  </a:cubicBezTo>
                  <a:cubicBezTo>
                    <a:pt x="429" y="4424"/>
                    <a:pt x="1858" y="5829"/>
                    <a:pt x="4049" y="6019"/>
                  </a:cubicBezTo>
                  <a:cubicBezTo>
                    <a:pt x="4166" y="6030"/>
                    <a:pt x="4282" y="6036"/>
                    <a:pt x="4395" y="6036"/>
                  </a:cubicBezTo>
                  <a:cubicBezTo>
                    <a:pt x="5995" y="6036"/>
                    <a:pt x="7220" y="4946"/>
                    <a:pt x="6597" y="2923"/>
                  </a:cubicBezTo>
                  <a:cubicBezTo>
                    <a:pt x="6168" y="1518"/>
                    <a:pt x="4478" y="42"/>
                    <a:pt x="2406" y="18"/>
                  </a:cubicBezTo>
                  <a:cubicBezTo>
                    <a:pt x="2340" y="6"/>
                    <a:pt x="2272" y="1"/>
                    <a:pt x="2204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28" name="Google Shape;428;p16"/>
            <p:cNvSpPr/>
            <p:nvPr/>
          </p:nvSpPr>
          <p:spPr>
            <a:xfrm>
              <a:off x="6099715" y="3104208"/>
              <a:ext cx="178713" cy="173119"/>
            </a:xfrm>
            <a:custGeom>
              <a:avLst/>
              <a:gdLst/>
              <a:ahLst/>
              <a:cxnLst/>
              <a:rect l="l" t="t" r="r" b="b"/>
              <a:pathLst>
                <a:path w="5623" h="5447" extrusionOk="0">
                  <a:moveTo>
                    <a:pt x="2987" y="1"/>
                  </a:moveTo>
                  <a:cubicBezTo>
                    <a:pt x="2618" y="1"/>
                    <a:pt x="2239" y="92"/>
                    <a:pt x="1860" y="246"/>
                  </a:cubicBezTo>
                  <a:cubicBezTo>
                    <a:pt x="955" y="651"/>
                    <a:pt x="336" y="1246"/>
                    <a:pt x="193" y="2318"/>
                  </a:cubicBezTo>
                  <a:cubicBezTo>
                    <a:pt x="0" y="3988"/>
                    <a:pt x="1926" y="5447"/>
                    <a:pt x="3441" y="5447"/>
                  </a:cubicBezTo>
                  <a:cubicBezTo>
                    <a:pt x="3611" y="5447"/>
                    <a:pt x="3776" y="5428"/>
                    <a:pt x="3932" y="5390"/>
                  </a:cubicBezTo>
                  <a:cubicBezTo>
                    <a:pt x="5051" y="5080"/>
                    <a:pt x="5623" y="4390"/>
                    <a:pt x="5623" y="3342"/>
                  </a:cubicBezTo>
                  <a:cubicBezTo>
                    <a:pt x="5623" y="2127"/>
                    <a:pt x="5170" y="1246"/>
                    <a:pt x="4384" y="556"/>
                  </a:cubicBezTo>
                  <a:cubicBezTo>
                    <a:pt x="3950" y="162"/>
                    <a:pt x="3477" y="1"/>
                    <a:pt x="2987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29" name="Google Shape;429;p16"/>
            <p:cNvSpPr/>
            <p:nvPr/>
          </p:nvSpPr>
          <p:spPr>
            <a:xfrm>
              <a:off x="5900121" y="3798306"/>
              <a:ext cx="164125" cy="145564"/>
            </a:xfrm>
            <a:custGeom>
              <a:avLst/>
              <a:gdLst/>
              <a:ahLst/>
              <a:cxnLst/>
              <a:rect l="l" t="t" r="r" b="b"/>
              <a:pathLst>
                <a:path w="5164" h="4580" extrusionOk="0">
                  <a:moveTo>
                    <a:pt x="2026" y="0"/>
                  </a:moveTo>
                  <a:cubicBezTo>
                    <a:pt x="859" y="0"/>
                    <a:pt x="0" y="1133"/>
                    <a:pt x="424" y="2341"/>
                  </a:cubicBezTo>
                  <a:cubicBezTo>
                    <a:pt x="877" y="3626"/>
                    <a:pt x="1758" y="4460"/>
                    <a:pt x="3187" y="4579"/>
                  </a:cubicBezTo>
                  <a:cubicBezTo>
                    <a:pt x="4020" y="4484"/>
                    <a:pt x="4639" y="4079"/>
                    <a:pt x="5163" y="3460"/>
                  </a:cubicBezTo>
                  <a:cubicBezTo>
                    <a:pt x="5139" y="3222"/>
                    <a:pt x="5163" y="3007"/>
                    <a:pt x="5115" y="2793"/>
                  </a:cubicBezTo>
                  <a:cubicBezTo>
                    <a:pt x="4806" y="1340"/>
                    <a:pt x="3901" y="412"/>
                    <a:pt x="2472" y="54"/>
                  </a:cubicBezTo>
                  <a:cubicBezTo>
                    <a:pt x="2320" y="18"/>
                    <a:pt x="2171" y="0"/>
                    <a:pt x="2026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30" name="Google Shape;430;p16"/>
            <p:cNvSpPr/>
            <p:nvPr/>
          </p:nvSpPr>
          <p:spPr>
            <a:xfrm>
              <a:off x="6873301" y="3460045"/>
              <a:ext cx="236939" cy="186690"/>
            </a:xfrm>
            <a:custGeom>
              <a:avLst/>
              <a:gdLst/>
              <a:ahLst/>
              <a:cxnLst/>
              <a:rect l="l" t="t" r="r" b="b"/>
              <a:pathLst>
                <a:path w="7455" h="5874" extrusionOk="0">
                  <a:moveTo>
                    <a:pt x="3176" y="1"/>
                  </a:moveTo>
                  <a:cubicBezTo>
                    <a:pt x="2331" y="1"/>
                    <a:pt x="1547" y="476"/>
                    <a:pt x="882" y="1434"/>
                  </a:cubicBezTo>
                  <a:cubicBezTo>
                    <a:pt x="1" y="2648"/>
                    <a:pt x="239" y="3982"/>
                    <a:pt x="1501" y="4815"/>
                  </a:cubicBezTo>
                  <a:cubicBezTo>
                    <a:pt x="2644" y="5577"/>
                    <a:pt x="3954" y="5815"/>
                    <a:pt x="5311" y="5863"/>
                  </a:cubicBezTo>
                  <a:cubicBezTo>
                    <a:pt x="5438" y="5863"/>
                    <a:pt x="5565" y="5874"/>
                    <a:pt x="5685" y="5874"/>
                  </a:cubicBezTo>
                  <a:cubicBezTo>
                    <a:pt x="5745" y="5874"/>
                    <a:pt x="5804" y="5871"/>
                    <a:pt x="5859" y="5863"/>
                  </a:cubicBezTo>
                  <a:cubicBezTo>
                    <a:pt x="7026" y="5768"/>
                    <a:pt x="7455" y="5268"/>
                    <a:pt x="7336" y="4101"/>
                  </a:cubicBezTo>
                  <a:cubicBezTo>
                    <a:pt x="7288" y="3863"/>
                    <a:pt x="7217" y="3601"/>
                    <a:pt x="7121" y="3363"/>
                  </a:cubicBezTo>
                  <a:cubicBezTo>
                    <a:pt x="6764" y="2338"/>
                    <a:pt x="6074" y="1576"/>
                    <a:pt x="5264" y="886"/>
                  </a:cubicBezTo>
                  <a:cubicBezTo>
                    <a:pt x="4549" y="297"/>
                    <a:pt x="3844" y="1"/>
                    <a:pt x="3176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31" name="Google Shape;431;p16"/>
            <p:cNvSpPr/>
            <p:nvPr/>
          </p:nvSpPr>
          <p:spPr>
            <a:xfrm>
              <a:off x="6360141" y="3860981"/>
              <a:ext cx="180938" cy="171816"/>
            </a:xfrm>
            <a:custGeom>
              <a:avLst/>
              <a:gdLst/>
              <a:ahLst/>
              <a:cxnLst/>
              <a:rect l="l" t="t" r="r" b="b"/>
              <a:pathLst>
                <a:path w="5693" h="5406" extrusionOk="0">
                  <a:moveTo>
                    <a:pt x="2939" y="1"/>
                  </a:moveTo>
                  <a:cubicBezTo>
                    <a:pt x="2400" y="1"/>
                    <a:pt x="1842" y="186"/>
                    <a:pt x="1310" y="559"/>
                  </a:cubicBezTo>
                  <a:cubicBezTo>
                    <a:pt x="310" y="1250"/>
                    <a:pt x="1" y="2393"/>
                    <a:pt x="477" y="3512"/>
                  </a:cubicBezTo>
                  <a:cubicBezTo>
                    <a:pt x="943" y="4665"/>
                    <a:pt x="2131" y="5406"/>
                    <a:pt x="3447" y="5406"/>
                  </a:cubicBezTo>
                  <a:cubicBezTo>
                    <a:pt x="3544" y="5406"/>
                    <a:pt x="3641" y="5402"/>
                    <a:pt x="3739" y="5393"/>
                  </a:cubicBezTo>
                  <a:cubicBezTo>
                    <a:pt x="5049" y="5298"/>
                    <a:pt x="5692" y="4607"/>
                    <a:pt x="5692" y="3298"/>
                  </a:cubicBezTo>
                  <a:cubicBezTo>
                    <a:pt x="5692" y="2321"/>
                    <a:pt x="5287" y="1321"/>
                    <a:pt x="4597" y="678"/>
                  </a:cubicBezTo>
                  <a:cubicBezTo>
                    <a:pt x="4109" y="228"/>
                    <a:pt x="3535" y="1"/>
                    <a:pt x="2939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32" name="Google Shape;432;p16"/>
            <p:cNvSpPr/>
            <p:nvPr/>
          </p:nvSpPr>
          <p:spPr>
            <a:xfrm>
              <a:off x="6799121" y="3820808"/>
              <a:ext cx="156720" cy="160819"/>
            </a:xfrm>
            <a:custGeom>
              <a:avLst/>
              <a:gdLst/>
              <a:ahLst/>
              <a:cxnLst/>
              <a:rect l="l" t="t" r="r" b="b"/>
              <a:pathLst>
                <a:path w="4931" h="5060" extrusionOk="0">
                  <a:moveTo>
                    <a:pt x="2551" y="0"/>
                  </a:moveTo>
                  <a:cubicBezTo>
                    <a:pt x="2088" y="0"/>
                    <a:pt x="1601" y="147"/>
                    <a:pt x="1144" y="442"/>
                  </a:cubicBezTo>
                  <a:cubicBezTo>
                    <a:pt x="215" y="1013"/>
                    <a:pt x="1" y="1894"/>
                    <a:pt x="525" y="2966"/>
                  </a:cubicBezTo>
                  <a:cubicBezTo>
                    <a:pt x="954" y="3895"/>
                    <a:pt x="1692" y="4490"/>
                    <a:pt x="2621" y="4895"/>
                  </a:cubicBezTo>
                  <a:cubicBezTo>
                    <a:pt x="2887" y="5005"/>
                    <a:pt x="3137" y="5059"/>
                    <a:pt x="3368" y="5059"/>
                  </a:cubicBezTo>
                  <a:cubicBezTo>
                    <a:pt x="3986" y="5059"/>
                    <a:pt x="4469" y="4677"/>
                    <a:pt x="4764" y="3966"/>
                  </a:cubicBezTo>
                  <a:cubicBezTo>
                    <a:pt x="4883" y="3633"/>
                    <a:pt x="4907" y="3300"/>
                    <a:pt x="4907" y="2966"/>
                  </a:cubicBezTo>
                  <a:cubicBezTo>
                    <a:pt x="4931" y="2156"/>
                    <a:pt x="4597" y="1442"/>
                    <a:pt x="4145" y="799"/>
                  </a:cubicBezTo>
                  <a:cubicBezTo>
                    <a:pt x="3749" y="266"/>
                    <a:pt x="3172" y="0"/>
                    <a:pt x="2551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5">
  <p:cSld name="CUSTOM_1_1_1_1_1">
    <p:spTree>
      <p:nvGrpSpPr>
        <p:cNvPr id="1" name="Shape 9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89" name="Google Shape;989;p40"/>
          <p:cNvGrpSpPr/>
          <p:nvPr/>
        </p:nvGrpSpPr>
        <p:grpSpPr>
          <a:xfrm>
            <a:off x="6368900" y="-23100"/>
            <a:ext cx="2812370" cy="5186050"/>
            <a:chOff x="6368900" y="-23100"/>
            <a:chExt cx="2812370" cy="5186050"/>
          </a:xfrm>
        </p:grpSpPr>
        <p:grpSp>
          <p:nvGrpSpPr>
            <p:cNvPr id="990" name="Google Shape;990;p40"/>
            <p:cNvGrpSpPr/>
            <p:nvPr/>
          </p:nvGrpSpPr>
          <p:grpSpPr>
            <a:xfrm>
              <a:off x="6368900" y="0"/>
              <a:ext cx="2812370" cy="5162950"/>
              <a:chOff x="6368900" y="0"/>
              <a:chExt cx="2812370" cy="5162950"/>
            </a:xfrm>
          </p:grpSpPr>
          <p:sp>
            <p:nvSpPr>
              <p:cNvPr id="991" name="Google Shape;991;p40"/>
              <p:cNvSpPr/>
              <p:nvPr/>
            </p:nvSpPr>
            <p:spPr>
              <a:xfrm>
                <a:off x="6368900" y="0"/>
                <a:ext cx="2806463" cy="5162950"/>
              </a:xfrm>
              <a:custGeom>
                <a:avLst/>
                <a:gdLst/>
                <a:ahLst/>
                <a:cxnLst/>
                <a:rect l="l" t="t" r="r" b="b"/>
                <a:pathLst>
                  <a:path w="139625" h="206518" extrusionOk="0">
                    <a:moveTo>
                      <a:pt x="0" y="0"/>
                    </a:moveTo>
                    <a:lnTo>
                      <a:pt x="139625" y="389"/>
                    </a:lnTo>
                    <a:lnTo>
                      <a:pt x="139236" y="206518"/>
                    </a:lnTo>
                    <a:lnTo>
                      <a:pt x="71546" y="205778"/>
                    </a:lnTo>
                    <a:close/>
                  </a:path>
                </a:pathLst>
              </a:custGeom>
              <a:solidFill>
                <a:srgbClr val="B1B9E6">
                  <a:alpha val="30950"/>
                </a:srgbClr>
              </a:solidFill>
              <a:ln>
                <a:noFill/>
              </a:ln>
            </p:spPr>
          </p:sp>
          <p:grpSp>
            <p:nvGrpSpPr>
              <p:cNvPr id="992" name="Google Shape;992;p40"/>
              <p:cNvGrpSpPr/>
              <p:nvPr/>
            </p:nvGrpSpPr>
            <p:grpSpPr>
              <a:xfrm>
                <a:off x="6409225" y="0"/>
                <a:ext cx="2772045" cy="5143502"/>
                <a:chOff x="6409225" y="0"/>
                <a:chExt cx="2772045" cy="5143502"/>
              </a:xfrm>
            </p:grpSpPr>
            <p:cxnSp>
              <p:nvCxnSpPr>
                <p:cNvPr id="993" name="Google Shape;993;p40"/>
                <p:cNvCxnSpPr/>
                <p:nvPr/>
              </p:nvCxnSpPr>
              <p:spPr>
                <a:xfrm>
                  <a:off x="6718570" y="1209275"/>
                  <a:ext cx="2462700" cy="0"/>
                </a:xfrm>
                <a:prstGeom prst="straightConnector1">
                  <a:avLst/>
                </a:prstGeom>
                <a:noFill/>
                <a:ln w="9525" cap="rnd" cmpd="sng">
                  <a:solidFill>
                    <a:schemeClr val="accent5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994" name="Google Shape;994;p40"/>
                <p:cNvCxnSpPr/>
                <p:nvPr/>
              </p:nvCxnSpPr>
              <p:spPr>
                <a:xfrm>
                  <a:off x="6871289" y="1754250"/>
                  <a:ext cx="2307900" cy="0"/>
                </a:xfrm>
                <a:prstGeom prst="straightConnector1">
                  <a:avLst/>
                </a:prstGeom>
                <a:noFill/>
                <a:ln w="9525" cap="rnd" cmpd="sng">
                  <a:solidFill>
                    <a:schemeClr val="accent5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995" name="Google Shape;995;p40"/>
                <p:cNvCxnSpPr/>
                <p:nvPr/>
              </p:nvCxnSpPr>
              <p:spPr>
                <a:xfrm>
                  <a:off x="7024008" y="2299225"/>
                  <a:ext cx="2155200" cy="0"/>
                </a:xfrm>
                <a:prstGeom prst="straightConnector1">
                  <a:avLst/>
                </a:prstGeom>
                <a:noFill/>
                <a:ln w="9525" cap="rnd" cmpd="sng">
                  <a:solidFill>
                    <a:schemeClr val="accent5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996" name="Google Shape;996;p40"/>
                <p:cNvCxnSpPr/>
                <p:nvPr/>
              </p:nvCxnSpPr>
              <p:spPr>
                <a:xfrm>
                  <a:off x="7176726" y="2844200"/>
                  <a:ext cx="2002800" cy="0"/>
                </a:xfrm>
                <a:prstGeom prst="straightConnector1">
                  <a:avLst/>
                </a:prstGeom>
                <a:noFill/>
                <a:ln w="9525" cap="rnd" cmpd="sng">
                  <a:solidFill>
                    <a:schemeClr val="accent5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997" name="Google Shape;997;p40"/>
                <p:cNvCxnSpPr/>
                <p:nvPr/>
              </p:nvCxnSpPr>
              <p:spPr>
                <a:xfrm>
                  <a:off x="7329447" y="3389150"/>
                  <a:ext cx="1850100" cy="0"/>
                </a:xfrm>
                <a:prstGeom prst="straightConnector1">
                  <a:avLst/>
                </a:prstGeom>
                <a:noFill/>
                <a:ln w="9525" cap="rnd" cmpd="sng">
                  <a:solidFill>
                    <a:schemeClr val="accent5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998" name="Google Shape;998;p40"/>
                <p:cNvCxnSpPr/>
                <p:nvPr/>
              </p:nvCxnSpPr>
              <p:spPr>
                <a:xfrm>
                  <a:off x="7482163" y="3934125"/>
                  <a:ext cx="1697100" cy="0"/>
                </a:xfrm>
                <a:prstGeom prst="straightConnector1">
                  <a:avLst/>
                </a:prstGeom>
                <a:noFill/>
                <a:ln w="9525" cap="rnd" cmpd="sng">
                  <a:solidFill>
                    <a:schemeClr val="accent5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999" name="Google Shape;999;p40"/>
                <p:cNvCxnSpPr/>
                <p:nvPr/>
              </p:nvCxnSpPr>
              <p:spPr>
                <a:xfrm>
                  <a:off x="7636859" y="4479100"/>
                  <a:ext cx="1542900" cy="0"/>
                </a:xfrm>
                <a:prstGeom prst="straightConnector1">
                  <a:avLst/>
                </a:prstGeom>
                <a:noFill/>
                <a:ln w="9525" cap="rnd" cmpd="sng">
                  <a:solidFill>
                    <a:schemeClr val="accent5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000" name="Google Shape;1000;p40"/>
                <p:cNvCxnSpPr/>
                <p:nvPr/>
              </p:nvCxnSpPr>
              <p:spPr>
                <a:xfrm>
                  <a:off x="7787800" y="5024075"/>
                  <a:ext cx="1391400" cy="0"/>
                </a:xfrm>
                <a:prstGeom prst="straightConnector1">
                  <a:avLst/>
                </a:prstGeom>
                <a:noFill/>
                <a:ln w="9525" cap="rnd" cmpd="sng">
                  <a:solidFill>
                    <a:schemeClr val="accent5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001" name="Google Shape;1001;p40"/>
                <p:cNvCxnSpPr/>
                <p:nvPr/>
              </p:nvCxnSpPr>
              <p:spPr>
                <a:xfrm>
                  <a:off x="6566925" y="664300"/>
                  <a:ext cx="2614200" cy="0"/>
                </a:xfrm>
                <a:prstGeom prst="straightConnector1">
                  <a:avLst/>
                </a:prstGeom>
                <a:noFill/>
                <a:ln w="9525" cap="rnd" cmpd="sng">
                  <a:solidFill>
                    <a:schemeClr val="accent5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002" name="Google Shape;1002;p40"/>
                <p:cNvCxnSpPr/>
                <p:nvPr/>
              </p:nvCxnSpPr>
              <p:spPr>
                <a:xfrm>
                  <a:off x="6409225" y="119325"/>
                  <a:ext cx="2770500" cy="0"/>
                </a:xfrm>
                <a:prstGeom prst="straightConnector1">
                  <a:avLst/>
                </a:prstGeom>
                <a:noFill/>
                <a:ln w="9525" cap="rnd" cmpd="sng">
                  <a:solidFill>
                    <a:schemeClr val="accent5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003" name="Google Shape;1003;p40"/>
                <p:cNvCxnSpPr/>
                <p:nvPr/>
              </p:nvCxnSpPr>
              <p:spPr>
                <a:xfrm rot="5400000">
                  <a:off x="5342616" y="2571752"/>
                  <a:ext cx="5143500" cy="0"/>
                </a:xfrm>
                <a:prstGeom prst="straightConnector1">
                  <a:avLst/>
                </a:prstGeom>
                <a:noFill/>
                <a:ln w="9525" cap="rnd" cmpd="sng">
                  <a:solidFill>
                    <a:schemeClr val="accent5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004" name="Google Shape;1004;p40"/>
                <p:cNvCxnSpPr/>
                <p:nvPr/>
              </p:nvCxnSpPr>
              <p:spPr>
                <a:xfrm rot="5400000">
                  <a:off x="5632100" y="1737300"/>
                  <a:ext cx="3474600" cy="0"/>
                </a:xfrm>
                <a:prstGeom prst="straightConnector1">
                  <a:avLst/>
                </a:prstGeom>
                <a:noFill/>
                <a:ln w="9525" cap="rnd" cmpd="sng">
                  <a:solidFill>
                    <a:schemeClr val="accent5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005" name="Google Shape;1005;p40"/>
                <p:cNvCxnSpPr/>
                <p:nvPr/>
              </p:nvCxnSpPr>
              <p:spPr>
                <a:xfrm>
                  <a:off x="6824425" y="0"/>
                  <a:ext cx="0" cy="1628400"/>
                </a:xfrm>
                <a:prstGeom prst="straightConnector1">
                  <a:avLst/>
                </a:prstGeom>
                <a:noFill/>
                <a:ln w="9525" cap="rnd" cmpd="sng">
                  <a:solidFill>
                    <a:schemeClr val="accent5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006" name="Google Shape;1006;p40"/>
                <p:cNvCxnSpPr/>
                <p:nvPr/>
              </p:nvCxnSpPr>
              <p:spPr>
                <a:xfrm rot="5400000">
                  <a:off x="5887589" y="2571752"/>
                  <a:ext cx="5143500" cy="0"/>
                </a:xfrm>
                <a:prstGeom prst="straightConnector1">
                  <a:avLst/>
                </a:prstGeom>
                <a:noFill/>
                <a:ln w="9525" cap="rnd" cmpd="sng">
                  <a:solidFill>
                    <a:schemeClr val="accent5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007" name="Google Shape;1007;p40"/>
                <p:cNvCxnSpPr/>
                <p:nvPr/>
              </p:nvCxnSpPr>
              <p:spPr>
                <a:xfrm rot="5400000">
                  <a:off x="6432562" y="2571752"/>
                  <a:ext cx="5143500" cy="0"/>
                </a:xfrm>
                <a:prstGeom prst="straightConnector1">
                  <a:avLst/>
                </a:prstGeom>
                <a:noFill/>
                <a:ln w="9525" cap="rnd" cmpd="sng">
                  <a:solidFill>
                    <a:schemeClr val="accent5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</p:grpSp>
        </p:grpSp>
        <p:sp>
          <p:nvSpPr>
            <p:cNvPr id="1008" name="Google Shape;1008;p40"/>
            <p:cNvSpPr/>
            <p:nvPr/>
          </p:nvSpPr>
          <p:spPr>
            <a:xfrm>
              <a:off x="6368900" y="-23100"/>
              <a:ext cx="1812600" cy="5163000"/>
            </a:xfrm>
            <a:prstGeom prst="rtTriangle">
              <a:avLst/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sp>
        <p:nvSpPr>
          <p:cNvPr id="1009" name="Google Shape;1009;p40"/>
          <p:cNvSpPr txBox="1">
            <a:spLocks noGrp="1"/>
          </p:cNvSpPr>
          <p:nvPr>
            <p:ph type="title"/>
          </p:nvPr>
        </p:nvSpPr>
        <p:spPr>
          <a:xfrm>
            <a:off x="720000" y="535000"/>
            <a:ext cx="42477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1010" name="Google Shape;1010;p40"/>
          <p:cNvSpPr txBox="1">
            <a:spLocks noGrp="1"/>
          </p:cNvSpPr>
          <p:nvPr>
            <p:ph type="body" idx="1"/>
          </p:nvPr>
        </p:nvSpPr>
        <p:spPr>
          <a:xfrm>
            <a:off x="720000" y="1609800"/>
            <a:ext cx="4247700" cy="2076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011" name="Google Shape;1011;p40"/>
          <p:cNvSpPr/>
          <p:nvPr/>
        </p:nvSpPr>
        <p:spPr>
          <a:xfrm>
            <a:off x="-9075" y="2215375"/>
            <a:ext cx="1039200" cy="2925900"/>
          </a:xfrm>
          <a:prstGeom prst="rtTriangle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012" name="Google Shape;1012;p40"/>
          <p:cNvSpPr/>
          <p:nvPr/>
        </p:nvSpPr>
        <p:spPr>
          <a:xfrm rot="-10087101">
            <a:off x="-656087" y="3496647"/>
            <a:ext cx="2225325" cy="2114241"/>
          </a:xfrm>
          <a:custGeom>
            <a:avLst/>
            <a:gdLst/>
            <a:ahLst/>
            <a:cxnLst/>
            <a:rect l="l" t="t" r="r" b="b"/>
            <a:pathLst>
              <a:path w="68206" h="79041" fill="none" extrusionOk="0">
                <a:moveTo>
                  <a:pt x="63443" y="14218"/>
                </a:moveTo>
                <a:cubicBezTo>
                  <a:pt x="63443" y="14218"/>
                  <a:pt x="52345" y="26125"/>
                  <a:pt x="15814" y="16599"/>
                </a:cubicBezTo>
                <a:cubicBezTo>
                  <a:pt x="12861" y="15837"/>
                  <a:pt x="9312" y="13717"/>
                  <a:pt x="7312" y="11479"/>
                </a:cubicBezTo>
                <a:cubicBezTo>
                  <a:pt x="4621" y="8478"/>
                  <a:pt x="5312" y="4096"/>
                  <a:pt x="8812" y="2120"/>
                </a:cubicBezTo>
                <a:cubicBezTo>
                  <a:pt x="12504" y="0"/>
                  <a:pt x="17671" y="1810"/>
                  <a:pt x="20981" y="3954"/>
                </a:cubicBezTo>
                <a:cubicBezTo>
                  <a:pt x="37390" y="14551"/>
                  <a:pt x="44058" y="45772"/>
                  <a:pt x="22958" y="55250"/>
                </a:cubicBezTo>
                <a:cubicBezTo>
                  <a:pt x="18886" y="57060"/>
                  <a:pt x="13456" y="56464"/>
                  <a:pt x="9384" y="55035"/>
                </a:cubicBezTo>
                <a:cubicBezTo>
                  <a:pt x="1858" y="52368"/>
                  <a:pt x="1" y="45367"/>
                  <a:pt x="7502" y="41175"/>
                </a:cubicBezTo>
                <a:cubicBezTo>
                  <a:pt x="8598" y="40580"/>
                  <a:pt x="9860" y="40318"/>
                  <a:pt x="11098" y="40175"/>
                </a:cubicBezTo>
                <a:cubicBezTo>
                  <a:pt x="21886" y="38913"/>
                  <a:pt x="33151" y="42866"/>
                  <a:pt x="41414" y="49772"/>
                </a:cubicBezTo>
                <a:cubicBezTo>
                  <a:pt x="45606" y="53273"/>
                  <a:pt x="49106" y="57655"/>
                  <a:pt x="51297" y="62656"/>
                </a:cubicBezTo>
                <a:cubicBezTo>
                  <a:pt x="52607" y="65680"/>
                  <a:pt x="54084" y="69372"/>
                  <a:pt x="53774" y="72706"/>
                </a:cubicBezTo>
                <a:cubicBezTo>
                  <a:pt x="53369" y="77111"/>
                  <a:pt x="48749" y="79040"/>
                  <a:pt x="44963" y="76492"/>
                </a:cubicBezTo>
                <a:cubicBezTo>
                  <a:pt x="40700" y="73611"/>
                  <a:pt x="41795" y="66704"/>
                  <a:pt x="43391" y="62608"/>
                </a:cubicBezTo>
                <a:cubicBezTo>
                  <a:pt x="47487" y="52082"/>
                  <a:pt x="61157" y="55631"/>
                  <a:pt x="68206" y="61060"/>
                </a:cubicBezTo>
              </a:path>
            </a:pathLst>
          </a:custGeom>
          <a:noFill/>
          <a:ln w="19050" cap="rnd" cmpd="sng">
            <a:solidFill>
              <a:schemeClr val="dk1"/>
            </a:solidFill>
            <a:prstDash val="solid"/>
            <a:miter lim="23814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013" name="Google Shape;1013;p40"/>
          <p:cNvSpPr/>
          <p:nvPr/>
        </p:nvSpPr>
        <p:spPr>
          <a:xfrm flipH="1">
            <a:off x="7648488" y="2143024"/>
            <a:ext cx="1495500" cy="30045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BLANK_1_1_1_1_1_1_1">
    <p:spTree>
      <p:nvGrpSpPr>
        <p:cNvPr id="1" name="Shape 16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1" name="Google Shape;1651;p62"/>
          <p:cNvSpPr/>
          <p:nvPr/>
        </p:nvSpPr>
        <p:spPr>
          <a:xfrm rot="10800000">
            <a:off x="8104809" y="4"/>
            <a:ext cx="1039200" cy="29259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652" name="Google Shape;1652;p62"/>
          <p:cNvSpPr/>
          <p:nvPr/>
        </p:nvSpPr>
        <p:spPr>
          <a:xfrm rot="5400000" flipH="1">
            <a:off x="-1792854" y="1792871"/>
            <a:ext cx="5132134" cy="1546374"/>
          </a:xfrm>
          <a:custGeom>
            <a:avLst/>
            <a:gdLst/>
            <a:ahLst/>
            <a:cxnLst/>
            <a:rect l="l" t="t" r="r" b="b"/>
            <a:pathLst>
              <a:path w="209240" h="120575" extrusionOk="0">
                <a:moveTo>
                  <a:pt x="0" y="120446"/>
                </a:moveTo>
                <a:lnTo>
                  <a:pt x="209240" y="0"/>
                </a:lnTo>
                <a:lnTo>
                  <a:pt x="209240" y="70819"/>
                </a:lnTo>
                <a:lnTo>
                  <a:pt x="90481" y="120575"/>
                </a:lnTo>
                <a:close/>
              </a:path>
            </a:pathLst>
          </a:custGeom>
          <a:solidFill>
            <a:schemeClr val="accent6"/>
          </a:solidFill>
          <a:ln>
            <a:noFill/>
          </a:ln>
        </p:spPr>
      </p:sp>
      <p:sp>
        <p:nvSpPr>
          <p:cNvPr id="1653" name="Google Shape;1653;p62"/>
          <p:cNvSpPr/>
          <p:nvPr/>
        </p:nvSpPr>
        <p:spPr>
          <a:xfrm rot="-10087101">
            <a:off x="-397562" y="3551372"/>
            <a:ext cx="2225325" cy="2114241"/>
          </a:xfrm>
          <a:custGeom>
            <a:avLst/>
            <a:gdLst/>
            <a:ahLst/>
            <a:cxnLst/>
            <a:rect l="l" t="t" r="r" b="b"/>
            <a:pathLst>
              <a:path w="68206" h="79041" fill="none" extrusionOk="0">
                <a:moveTo>
                  <a:pt x="63443" y="14218"/>
                </a:moveTo>
                <a:cubicBezTo>
                  <a:pt x="63443" y="14218"/>
                  <a:pt x="52345" y="26125"/>
                  <a:pt x="15814" y="16599"/>
                </a:cubicBezTo>
                <a:cubicBezTo>
                  <a:pt x="12861" y="15837"/>
                  <a:pt x="9312" y="13717"/>
                  <a:pt x="7312" y="11479"/>
                </a:cubicBezTo>
                <a:cubicBezTo>
                  <a:pt x="4621" y="8478"/>
                  <a:pt x="5312" y="4096"/>
                  <a:pt x="8812" y="2120"/>
                </a:cubicBezTo>
                <a:cubicBezTo>
                  <a:pt x="12504" y="0"/>
                  <a:pt x="17671" y="1810"/>
                  <a:pt x="20981" y="3954"/>
                </a:cubicBezTo>
                <a:cubicBezTo>
                  <a:pt x="37390" y="14551"/>
                  <a:pt x="44058" y="45772"/>
                  <a:pt x="22958" y="55250"/>
                </a:cubicBezTo>
                <a:cubicBezTo>
                  <a:pt x="18886" y="57060"/>
                  <a:pt x="13456" y="56464"/>
                  <a:pt x="9384" y="55035"/>
                </a:cubicBezTo>
                <a:cubicBezTo>
                  <a:pt x="1858" y="52368"/>
                  <a:pt x="1" y="45367"/>
                  <a:pt x="7502" y="41175"/>
                </a:cubicBezTo>
                <a:cubicBezTo>
                  <a:pt x="8598" y="40580"/>
                  <a:pt x="9860" y="40318"/>
                  <a:pt x="11098" y="40175"/>
                </a:cubicBezTo>
                <a:cubicBezTo>
                  <a:pt x="21886" y="38913"/>
                  <a:pt x="33151" y="42866"/>
                  <a:pt x="41414" y="49772"/>
                </a:cubicBezTo>
                <a:cubicBezTo>
                  <a:pt x="45606" y="53273"/>
                  <a:pt x="49106" y="57655"/>
                  <a:pt x="51297" y="62656"/>
                </a:cubicBezTo>
                <a:cubicBezTo>
                  <a:pt x="52607" y="65680"/>
                  <a:pt x="54084" y="69372"/>
                  <a:pt x="53774" y="72706"/>
                </a:cubicBezTo>
                <a:cubicBezTo>
                  <a:pt x="53369" y="77111"/>
                  <a:pt x="48749" y="79040"/>
                  <a:pt x="44963" y="76492"/>
                </a:cubicBezTo>
                <a:cubicBezTo>
                  <a:pt x="40700" y="73611"/>
                  <a:pt x="41795" y="66704"/>
                  <a:pt x="43391" y="62608"/>
                </a:cubicBezTo>
                <a:cubicBezTo>
                  <a:pt x="47487" y="52082"/>
                  <a:pt x="61157" y="55631"/>
                  <a:pt x="68206" y="61060"/>
                </a:cubicBezTo>
              </a:path>
            </a:pathLst>
          </a:custGeom>
          <a:noFill/>
          <a:ln w="19050" cap="rnd" cmpd="sng">
            <a:solidFill>
              <a:schemeClr val="dk1"/>
            </a:solidFill>
            <a:prstDash val="solid"/>
            <a:miter lim="23814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grpSp>
        <p:nvGrpSpPr>
          <p:cNvPr id="1654" name="Google Shape;1654;p62"/>
          <p:cNvGrpSpPr/>
          <p:nvPr/>
        </p:nvGrpSpPr>
        <p:grpSpPr>
          <a:xfrm>
            <a:off x="-591481" y="1969591"/>
            <a:ext cx="1495621" cy="1291831"/>
            <a:chOff x="5614619" y="2740966"/>
            <a:chExt cx="1495621" cy="1291831"/>
          </a:xfrm>
        </p:grpSpPr>
        <p:sp>
          <p:nvSpPr>
            <p:cNvPr id="1655" name="Google Shape;1655;p62"/>
            <p:cNvSpPr/>
            <p:nvPr/>
          </p:nvSpPr>
          <p:spPr>
            <a:xfrm>
              <a:off x="5614619" y="3232736"/>
              <a:ext cx="233570" cy="259568"/>
            </a:xfrm>
            <a:custGeom>
              <a:avLst/>
              <a:gdLst/>
              <a:ahLst/>
              <a:cxnLst/>
              <a:rect l="l" t="t" r="r" b="b"/>
              <a:pathLst>
                <a:path w="7349" h="8167" extrusionOk="0">
                  <a:moveTo>
                    <a:pt x="2648" y="0"/>
                  </a:moveTo>
                  <a:cubicBezTo>
                    <a:pt x="2113" y="0"/>
                    <a:pt x="1614" y="173"/>
                    <a:pt x="1262" y="512"/>
                  </a:cubicBezTo>
                  <a:cubicBezTo>
                    <a:pt x="453" y="1275"/>
                    <a:pt x="0" y="2275"/>
                    <a:pt x="96" y="3394"/>
                  </a:cubicBezTo>
                  <a:cubicBezTo>
                    <a:pt x="286" y="5466"/>
                    <a:pt x="1644" y="7442"/>
                    <a:pt x="3882" y="8038"/>
                  </a:cubicBezTo>
                  <a:cubicBezTo>
                    <a:pt x="4194" y="8124"/>
                    <a:pt x="4508" y="8167"/>
                    <a:pt x="4812" y="8167"/>
                  </a:cubicBezTo>
                  <a:cubicBezTo>
                    <a:pt x="6181" y="8167"/>
                    <a:pt x="7348" y="7306"/>
                    <a:pt x="7192" y="5728"/>
                  </a:cubicBezTo>
                  <a:cubicBezTo>
                    <a:pt x="7002" y="3513"/>
                    <a:pt x="6002" y="1751"/>
                    <a:pt x="4192" y="489"/>
                  </a:cubicBezTo>
                  <a:cubicBezTo>
                    <a:pt x="3712" y="161"/>
                    <a:pt x="3164" y="0"/>
                    <a:pt x="2648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656" name="Google Shape;1656;p62"/>
            <p:cNvSpPr/>
            <p:nvPr/>
          </p:nvSpPr>
          <p:spPr>
            <a:xfrm>
              <a:off x="5985489" y="3413038"/>
              <a:ext cx="243740" cy="219522"/>
            </a:xfrm>
            <a:custGeom>
              <a:avLst/>
              <a:gdLst/>
              <a:ahLst/>
              <a:cxnLst/>
              <a:rect l="l" t="t" r="r" b="b"/>
              <a:pathLst>
                <a:path w="7669" h="6907" extrusionOk="0">
                  <a:moveTo>
                    <a:pt x="2579" y="0"/>
                  </a:moveTo>
                  <a:cubicBezTo>
                    <a:pt x="1203" y="0"/>
                    <a:pt x="0" y="1093"/>
                    <a:pt x="0" y="2436"/>
                  </a:cubicBezTo>
                  <a:cubicBezTo>
                    <a:pt x="0" y="3151"/>
                    <a:pt x="215" y="3960"/>
                    <a:pt x="643" y="4675"/>
                  </a:cubicBezTo>
                  <a:cubicBezTo>
                    <a:pt x="1361" y="5791"/>
                    <a:pt x="2761" y="6906"/>
                    <a:pt x="4274" y="6906"/>
                  </a:cubicBezTo>
                  <a:cubicBezTo>
                    <a:pt x="4569" y="6906"/>
                    <a:pt x="4869" y="6864"/>
                    <a:pt x="5168" y="6770"/>
                  </a:cubicBezTo>
                  <a:cubicBezTo>
                    <a:pt x="6859" y="6247"/>
                    <a:pt x="7669" y="4794"/>
                    <a:pt x="6930" y="3198"/>
                  </a:cubicBezTo>
                  <a:cubicBezTo>
                    <a:pt x="6168" y="1627"/>
                    <a:pt x="4954" y="483"/>
                    <a:pt x="3215" y="79"/>
                  </a:cubicBezTo>
                  <a:cubicBezTo>
                    <a:pt x="3002" y="25"/>
                    <a:pt x="2789" y="0"/>
                    <a:pt x="2579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657" name="Google Shape;1657;p62"/>
            <p:cNvSpPr/>
            <p:nvPr/>
          </p:nvSpPr>
          <p:spPr>
            <a:xfrm>
              <a:off x="5884071" y="2740966"/>
              <a:ext cx="218759" cy="222064"/>
            </a:xfrm>
            <a:custGeom>
              <a:avLst/>
              <a:gdLst/>
              <a:ahLst/>
              <a:cxnLst/>
              <a:rect l="l" t="t" r="r" b="b"/>
              <a:pathLst>
                <a:path w="6883" h="6987" extrusionOk="0">
                  <a:moveTo>
                    <a:pt x="3502" y="0"/>
                  </a:moveTo>
                  <a:cubicBezTo>
                    <a:pt x="2862" y="0"/>
                    <a:pt x="2233" y="161"/>
                    <a:pt x="1643" y="482"/>
                  </a:cubicBezTo>
                  <a:cubicBezTo>
                    <a:pt x="643" y="1030"/>
                    <a:pt x="0" y="2364"/>
                    <a:pt x="381" y="3340"/>
                  </a:cubicBezTo>
                  <a:cubicBezTo>
                    <a:pt x="1000" y="4983"/>
                    <a:pt x="2120" y="6174"/>
                    <a:pt x="3811" y="6793"/>
                  </a:cubicBezTo>
                  <a:cubicBezTo>
                    <a:pt x="4163" y="6925"/>
                    <a:pt x="4487" y="6986"/>
                    <a:pt x="4780" y="6986"/>
                  </a:cubicBezTo>
                  <a:cubicBezTo>
                    <a:pt x="5817" y="6986"/>
                    <a:pt x="6485" y="6218"/>
                    <a:pt x="6764" y="5031"/>
                  </a:cubicBezTo>
                  <a:cubicBezTo>
                    <a:pt x="6811" y="4769"/>
                    <a:pt x="6764" y="4507"/>
                    <a:pt x="6764" y="4269"/>
                  </a:cubicBezTo>
                  <a:cubicBezTo>
                    <a:pt x="6883" y="3435"/>
                    <a:pt x="6645" y="2673"/>
                    <a:pt x="6311" y="1959"/>
                  </a:cubicBezTo>
                  <a:cubicBezTo>
                    <a:pt x="5882" y="1006"/>
                    <a:pt x="5239" y="220"/>
                    <a:pt x="4144" y="54"/>
                  </a:cubicBezTo>
                  <a:cubicBezTo>
                    <a:pt x="3930" y="18"/>
                    <a:pt x="3715" y="0"/>
                    <a:pt x="3502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658" name="Google Shape;1658;p62"/>
            <p:cNvSpPr/>
            <p:nvPr/>
          </p:nvSpPr>
          <p:spPr>
            <a:xfrm>
              <a:off x="6513046" y="3075190"/>
              <a:ext cx="249779" cy="202200"/>
            </a:xfrm>
            <a:custGeom>
              <a:avLst/>
              <a:gdLst/>
              <a:ahLst/>
              <a:cxnLst/>
              <a:rect l="l" t="t" r="r" b="b"/>
              <a:pathLst>
                <a:path w="7859" h="6362" extrusionOk="0">
                  <a:moveTo>
                    <a:pt x="2811" y="0"/>
                  </a:moveTo>
                  <a:cubicBezTo>
                    <a:pt x="2016" y="0"/>
                    <a:pt x="1274" y="376"/>
                    <a:pt x="715" y="1064"/>
                  </a:cubicBezTo>
                  <a:cubicBezTo>
                    <a:pt x="0" y="1945"/>
                    <a:pt x="0" y="3064"/>
                    <a:pt x="810" y="4160"/>
                  </a:cubicBezTo>
                  <a:cubicBezTo>
                    <a:pt x="1874" y="5571"/>
                    <a:pt x="3275" y="6353"/>
                    <a:pt x="5057" y="6353"/>
                  </a:cubicBezTo>
                  <a:cubicBezTo>
                    <a:pt x="5109" y="6353"/>
                    <a:pt x="5162" y="6352"/>
                    <a:pt x="5215" y="6351"/>
                  </a:cubicBezTo>
                  <a:cubicBezTo>
                    <a:pt x="5358" y="6351"/>
                    <a:pt x="5512" y="6361"/>
                    <a:pt x="5662" y="6361"/>
                  </a:cubicBezTo>
                  <a:cubicBezTo>
                    <a:pt x="5737" y="6361"/>
                    <a:pt x="5811" y="6359"/>
                    <a:pt x="5882" y="6351"/>
                  </a:cubicBezTo>
                  <a:cubicBezTo>
                    <a:pt x="7240" y="6255"/>
                    <a:pt x="7859" y="5303"/>
                    <a:pt x="7454" y="4041"/>
                  </a:cubicBezTo>
                  <a:cubicBezTo>
                    <a:pt x="6883" y="2278"/>
                    <a:pt x="5668" y="1040"/>
                    <a:pt x="4001" y="278"/>
                  </a:cubicBezTo>
                  <a:cubicBezTo>
                    <a:pt x="3602" y="90"/>
                    <a:pt x="3200" y="0"/>
                    <a:pt x="2811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659" name="Google Shape;1659;p62"/>
            <p:cNvSpPr/>
            <p:nvPr/>
          </p:nvSpPr>
          <p:spPr>
            <a:xfrm>
              <a:off x="6376795" y="3405887"/>
              <a:ext cx="229470" cy="191839"/>
            </a:xfrm>
            <a:custGeom>
              <a:avLst/>
              <a:gdLst/>
              <a:ahLst/>
              <a:cxnLst/>
              <a:rect l="l" t="t" r="r" b="b"/>
              <a:pathLst>
                <a:path w="7220" h="6036" extrusionOk="0">
                  <a:moveTo>
                    <a:pt x="2204" y="1"/>
                  </a:moveTo>
                  <a:cubicBezTo>
                    <a:pt x="1854" y="1"/>
                    <a:pt x="1482" y="140"/>
                    <a:pt x="1144" y="280"/>
                  </a:cubicBezTo>
                  <a:cubicBezTo>
                    <a:pt x="477" y="566"/>
                    <a:pt x="1" y="1399"/>
                    <a:pt x="96" y="2114"/>
                  </a:cubicBezTo>
                  <a:cubicBezTo>
                    <a:pt x="429" y="4424"/>
                    <a:pt x="1858" y="5829"/>
                    <a:pt x="4049" y="6019"/>
                  </a:cubicBezTo>
                  <a:cubicBezTo>
                    <a:pt x="4166" y="6030"/>
                    <a:pt x="4282" y="6036"/>
                    <a:pt x="4395" y="6036"/>
                  </a:cubicBezTo>
                  <a:cubicBezTo>
                    <a:pt x="5995" y="6036"/>
                    <a:pt x="7220" y="4946"/>
                    <a:pt x="6597" y="2923"/>
                  </a:cubicBezTo>
                  <a:cubicBezTo>
                    <a:pt x="6168" y="1518"/>
                    <a:pt x="4478" y="42"/>
                    <a:pt x="2406" y="18"/>
                  </a:cubicBezTo>
                  <a:cubicBezTo>
                    <a:pt x="2340" y="6"/>
                    <a:pt x="2272" y="1"/>
                    <a:pt x="2204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660" name="Google Shape;1660;p62"/>
            <p:cNvSpPr/>
            <p:nvPr/>
          </p:nvSpPr>
          <p:spPr>
            <a:xfrm>
              <a:off x="6099715" y="3104208"/>
              <a:ext cx="178713" cy="173119"/>
            </a:xfrm>
            <a:custGeom>
              <a:avLst/>
              <a:gdLst/>
              <a:ahLst/>
              <a:cxnLst/>
              <a:rect l="l" t="t" r="r" b="b"/>
              <a:pathLst>
                <a:path w="5623" h="5447" extrusionOk="0">
                  <a:moveTo>
                    <a:pt x="2987" y="1"/>
                  </a:moveTo>
                  <a:cubicBezTo>
                    <a:pt x="2618" y="1"/>
                    <a:pt x="2239" y="92"/>
                    <a:pt x="1860" y="246"/>
                  </a:cubicBezTo>
                  <a:cubicBezTo>
                    <a:pt x="955" y="651"/>
                    <a:pt x="336" y="1246"/>
                    <a:pt x="193" y="2318"/>
                  </a:cubicBezTo>
                  <a:cubicBezTo>
                    <a:pt x="0" y="3988"/>
                    <a:pt x="1926" y="5447"/>
                    <a:pt x="3441" y="5447"/>
                  </a:cubicBezTo>
                  <a:cubicBezTo>
                    <a:pt x="3611" y="5447"/>
                    <a:pt x="3776" y="5428"/>
                    <a:pt x="3932" y="5390"/>
                  </a:cubicBezTo>
                  <a:cubicBezTo>
                    <a:pt x="5051" y="5080"/>
                    <a:pt x="5623" y="4390"/>
                    <a:pt x="5623" y="3342"/>
                  </a:cubicBezTo>
                  <a:cubicBezTo>
                    <a:pt x="5623" y="2127"/>
                    <a:pt x="5170" y="1246"/>
                    <a:pt x="4384" y="556"/>
                  </a:cubicBezTo>
                  <a:cubicBezTo>
                    <a:pt x="3950" y="162"/>
                    <a:pt x="3477" y="1"/>
                    <a:pt x="2987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661" name="Google Shape;1661;p62"/>
            <p:cNvSpPr/>
            <p:nvPr/>
          </p:nvSpPr>
          <p:spPr>
            <a:xfrm>
              <a:off x="5900121" y="3798306"/>
              <a:ext cx="164125" cy="145564"/>
            </a:xfrm>
            <a:custGeom>
              <a:avLst/>
              <a:gdLst/>
              <a:ahLst/>
              <a:cxnLst/>
              <a:rect l="l" t="t" r="r" b="b"/>
              <a:pathLst>
                <a:path w="5164" h="4580" extrusionOk="0">
                  <a:moveTo>
                    <a:pt x="2026" y="0"/>
                  </a:moveTo>
                  <a:cubicBezTo>
                    <a:pt x="859" y="0"/>
                    <a:pt x="0" y="1133"/>
                    <a:pt x="424" y="2341"/>
                  </a:cubicBezTo>
                  <a:cubicBezTo>
                    <a:pt x="877" y="3626"/>
                    <a:pt x="1758" y="4460"/>
                    <a:pt x="3187" y="4579"/>
                  </a:cubicBezTo>
                  <a:cubicBezTo>
                    <a:pt x="4020" y="4484"/>
                    <a:pt x="4639" y="4079"/>
                    <a:pt x="5163" y="3460"/>
                  </a:cubicBezTo>
                  <a:cubicBezTo>
                    <a:pt x="5139" y="3222"/>
                    <a:pt x="5163" y="3007"/>
                    <a:pt x="5115" y="2793"/>
                  </a:cubicBezTo>
                  <a:cubicBezTo>
                    <a:pt x="4806" y="1340"/>
                    <a:pt x="3901" y="412"/>
                    <a:pt x="2472" y="54"/>
                  </a:cubicBezTo>
                  <a:cubicBezTo>
                    <a:pt x="2320" y="18"/>
                    <a:pt x="2171" y="0"/>
                    <a:pt x="2026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662" name="Google Shape;1662;p62"/>
            <p:cNvSpPr/>
            <p:nvPr/>
          </p:nvSpPr>
          <p:spPr>
            <a:xfrm>
              <a:off x="6873301" y="3460045"/>
              <a:ext cx="236939" cy="186690"/>
            </a:xfrm>
            <a:custGeom>
              <a:avLst/>
              <a:gdLst/>
              <a:ahLst/>
              <a:cxnLst/>
              <a:rect l="l" t="t" r="r" b="b"/>
              <a:pathLst>
                <a:path w="7455" h="5874" extrusionOk="0">
                  <a:moveTo>
                    <a:pt x="3176" y="1"/>
                  </a:moveTo>
                  <a:cubicBezTo>
                    <a:pt x="2331" y="1"/>
                    <a:pt x="1547" y="476"/>
                    <a:pt x="882" y="1434"/>
                  </a:cubicBezTo>
                  <a:cubicBezTo>
                    <a:pt x="1" y="2648"/>
                    <a:pt x="239" y="3982"/>
                    <a:pt x="1501" y="4815"/>
                  </a:cubicBezTo>
                  <a:cubicBezTo>
                    <a:pt x="2644" y="5577"/>
                    <a:pt x="3954" y="5815"/>
                    <a:pt x="5311" y="5863"/>
                  </a:cubicBezTo>
                  <a:cubicBezTo>
                    <a:pt x="5438" y="5863"/>
                    <a:pt x="5565" y="5874"/>
                    <a:pt x="5685" y="5874"/>
                  </a:cubicBezTo>
                  <a:cubicBezTo>
                    <a:pt x="5745" y="5874"/>
                    <a:pt x="5804" y="5871"/>
                    <a:pt x="5859" y="5863"/>
                  </a:cubicBezTo>
                  <a:cubicBezTo>
                    <a:pt x="7026" y="5768"/>
                    <a:pt x="7455" y="5268"/>
                    <a:pt x="7336" y="4101"/>
                  </a:cubicBezTo>
                  <a:cubicBezTo>
                    <a:pt x="7288" y="3863"/>
                    <a:pt x="7217" y="3601"/>
                    <a:pt x="7121" y="3363"/>
                  </a:cubicBezTo>
                  <a:cubicBezTo>
                    <a:pt x="6764" y="2338"/>
                    <a:pt x="6074" y="1576"/>
                    <a:pt x="5264" y="886"/>
                  </a:cubicBezTo>
                  <a:cubicBezTo>
                    <a:pt x="4549" y="297"/>
                    <a:pt x="3844" y="1"/>
                    <a:pt x="3176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663" name="Google Shape;1663;p62"/>
            <p:cNvSpPr/>
            <p:nvPr/>
          </p:nvSpPr>
          <p:spPr>
            <a:xfrm>
              <a:off x="6360141" y="3860981"/>
              <a:ext cx="180938" cy="171816"/>
            </a:xfrm>
            <a:custGeom>
              <a:avLst/>
              <a:gdLst/>
              <a:ahLst/>
              <a:cxnLst/>
              <a:rect l="l" t="t" r="r" b="b"/>
              <a:pathLst>
                <a:path w="5693" h="5406" extrusionOk="0">
                  <a:moveTo>
                    <a:pt x="2939" y="1"/>
                  </a:moveTo>
                  <a:cubicBezTo>
                    <a:pt x="2400" y="1"/>
                    <a:pt x="1842" y="186"/>
                    <a:pt x="1310" y="559"/>
                  </a:cubicBezTo>
                  <a:cubicBezTo>
                    <a:pt x="310" y="1250"/>
                    <a:pt x="1" y="2393"/>
                    <a:pt x="477" y="3512"/>
                  </a:cubicBezTo>
                  <a:cubicBezTo>
                    <a:pt x="943" y="4665"/>
                    <a:pt x="2131" y="5406"/>
                    <a:pt x="3447" y="5406"/>
                  </a:cubicBezTo>
                  <a:cubicBezTo>
                    <a:pt x="3544" y="5406"/>
                    <a:pt x="3641" y="5402"/>
                    <a:pt x="3739" y="5393"/>
                  </a:cubicBezTo>
                  <a:cubicBezTo>
                    <a:pt x="5049" y="5298"/>
                    <a:pt x="5692" y="4607"/>
                    <a:pt x="5692" y="3298"/>
                  </a:cubicBezTo>
                  <a:cubicBezTo>
                    <a:pt x="5692" y="2321"/>
                    <a:pt x="5287" y="1321"/>
                    <a:pt x="4597" y="678"/>
                  </a:cubicBezTo>
                  <a:cubicBezTo>
                    <a:pt x="4109" y="228"/>
                    <a:pt x="3535" y="1"/>
                    <a:pt x="2939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664" name="Google Shape;1664;p62"/>
            <p:cNvSpPr/>
            <p:nvPr/>
          </p:nvSpPr>
          <p:spPr>
            <a:xfrm>
              <a:off x="6799121" y="3820808"/>
              <a:ext cx="156720" cy="160819"/>
            </a:xfrm>
            <a:custGeom>
              <a:avLst/>
              <a:gdLst/>
              <a:ahLst/>
              <a:cxnLst/>
              <a:rect l="l" t="t" r="r" b="b"/>
              <a:pathLst>
                <a:path w="4931" h="5060" extrusionOk="0">
                  <a:moveTo>
                    <a:pt x="2551" y="0"/>
                  </a:moveTo>
                  <a:cubicBezTo>
                    <a:pt x="2088" y="0"/>
                    <a:pt x="1601" y="147"/>
                    <a:pt x="1144" y="442"/>
                  </a:cubicBezTo>
                  <a:cubicBezTo>
                    <a:pt x="215" y="1013"/>
                    <a:pt x="1" y="1894"/>
                    <a:pt x="525" y="2966"/>
                  </a:cubicBezTo>
                  <a:cubicBezTo>
                    <a:pt x="954" y="3895"/>
                    <a:pt x="1692" y="4490"/>
                    <a:pt x="2621" y="4895"/>
                  </a:cubicBezTo>
                  <a:cubicBezTo>
                    <a:pt x="2887" y="5005"/>
                    <a:pt x="3137" y="5059"/>
                    <a:pt x="3368" y="5059"/>
                  </a:cubicBezTo>
                  <a:cubicBezTo>
                    <a:pt x="3986" y="5059"/>
                    <a:pt x="4469" y="4677"/>
                    <a:pt x="4764" y="3966"/>
                  </a:cubicBezTo>
                  <a:cubicBezTo>
                    <a:pt x="4883" y="3633"/>
                    <a:pt x="4907" y="3300"/>
                    <a:pt x="4907" y="2966"/>
                  </a:cubicBezTo>
                  <a:cubicBezTo>
                    <a:pt x="4931" y="2156"/>
                    <a:pt x="4597" y="1442"/>
                    <a:pt x="4145" y="799"/>
                  </a:cubicBezTo>
                  <a:cubicBezTo>
                    <a:pt x="3749" y="266"/>
                    <a:pt x="3172" y="0"/>
                    <a:pt x="2551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BLANK_1_1_1_1_1_1_1_1">
    <p:spTree>
      <p:nvGrpSpPr>
        <p:cNvPr id="1" name="Shape 16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66" name="Google Shape;1666;p63"/>
          <p:cNvGrpSpPr/>
          <p:nvPr/>
        </p:nvGrpSpPr>
        <p:grpSpPr>
          <a:xfrm rot="10800000">
            <a:off x="2" y="-16175"/>
            <a:ext cx="2107273" cy="5202225"/>
            <a:chOff x="7039090" y="206301"/>
            <a:chExt cx="2107273" cy="5202225"/>
          </a:xfrm>
        </p:grpSpPr>
        <p:sp>
          <p:nvSpPr>
            <p:cNvPr id="1667" name="Google Shape;1667;p63"/>
            <p:cNvSpPr/>
            <p:nvPr/>
          </p:nvSpPr>
          <p:spPr>
            <a:xfrm rot="10800000">
              <a:off x="7039090" y="232673"/>
              <a:ext cx="2107273" cy="5175852"/>
            </a:xfrm>
            <a:custGeom>
              <a:avLst/>
              <a:gdLst/>
              <a:ahLst/>
              <a:cxnLst/>
              <a:rect l="l" t="t" r="r" b="b"/>
              <a:pathLst>
                <a:path w="89159" h="218991" extrusionOk="0">
                  <a:moveTo>
                    <a:pt x="89159" y="218991"/>
                  </a:moveTo>
                  <a:lnTo>
                    <a:pt x="120" y="218602"/>
                  </a:lnTo>
                  <a:lnTo>
                    <a:pt x="0" y="0"/>
                  </a:lnTo>
                  <a:lnTo>
                    <a:pt x="13228" y="0"/>
                  </a:lnTo>
                  <a:close/>
                </a:path>
              </a:pathLst>
            </a:custGeom>
            <a:solidFill>
              <a:srgbClr val="B1B9E6">
                <a:alpha val="30950"/>
              </a:srgbClr>
            </a:solidFill>
            <a:ln>
              <a:noFill/>
            </a:ln>
          </p:spPr>
        </p:sp>
        <p:grpSp>
          <p:nvGrpSpPr>
            <p:cNvPr id="1668" name="Google Shape;1668;p63"/>
            <p:cNvGrpSpPr/>
            <p:nvPr/>
          </p:nvGrpSpPr>
          <p:grpSpPr>
            <a:xfrm>
              <a:off x="7137983" y="248850"/>
              <a:ext cx="1993331" cy="4775225"/>
              <a:chOff x="7137983" y="248850"/>
              <a:chExt cx="1993331" cy="4775225"/>
            </a:xfrm>
          </p:grpSpPr>
          <p:cxnSp>
            <p:nvCxnSpPr>
              <p:cNvPr id="1669" name="Google Shape;1669;p63"/>
              <p:cNvCxnSpPr/>
              <p:nvPr/>
            </p:nvCxnSpPr>
            <p:spPr>
              <a:xfrm>
                <a:off x="7253613" y="1209276"/>
                <a:ext cx="1877700" cy="0"/>
              </a:xfrm>
              <a:prstGeom prst="straightConnector1">
                <a:avLst/>
              </a:prstGeom>
              <a:noFill/>
              <a:ln w="9525" cap="rnd" cmpd="sng">
                <a:solidFill>
                  <a:schemeClr val="accent5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670" name="Google Shape;1670;p63"/>
              <p:cNvCxnSpPr/>
              <p:nvPr/>
            </p:nvCxnSpPr>
            <p:spPr>
              <a:xfrm>
                <a:off x="7370062" y="1754251"/>
                <a:ext cx="1759800" cy="0"/>
              </a:xfrm>
              <a:prstGeom prst="straightConnector1">
                <a:avLst/>
              </a:prstGeom>
              <a:noFill/>
              <a:ln w="9525" cap="rnd" cmpd="sng">
                <a:solidFill>
                  <a:schemeClr val="accent5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671" name="Google Shape;1671;p63"/>
              <p:cNvCxnSpPr/>
              <p:nvPr/>
            </p:nvCxnSpPr>
            <p:spPr>
              <a:xfrm>
                <a:off x="7486512" y="2299226"/>
                <a:ext cx="1643400" cy="0"/>
              </a:xfrm>
              <a:prstGeom prst="straightConnector1">
                <a:avLst/>
              </a:prstGeom>
              <a:noFill/>
              <a:ln w="9525" cap="rnd" cmpd="sng">
                <a:solidFill>
                  <a:schemeClr val="accent5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672" name="Google Shape;1672;p63"/>
              <p:cNvCxnSpPr/>
              <p:nvPr/>
            </p:nvCxnSpPr>
            <p:spPr>
              <a:xfrm>
                <a:off x="7602960" y="2844201"/>
                <a:ext cx="1527000" cy="0"/>
              </a:xfrm>
              <a:prstGeom prst="straightConnector1">
                <a:avLst/>
              </a:prstGeom>
              <a:noFill/>
              <a:ln w="9525" cap="rnd" cmpd="sng">
                <a:solidFill>
                  <a:schemeClr val="accent5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673" name="Google Shape;1673;p63"/>
              <p:cNvCxnSpPr/>
              <p:nvPr/>
            </p:nvCxnSpPr>
            <p:spPr>
              <a:xfrm>
                <a:off x="7719411" y="3389151"/>
                <a:ext cx="1410600" cy="0"/>
              </a:xfrm>
              <a:prstGeom prst="straightConnector1">
                <a:avLst/>
              </a:prstGeom>
              <a:noFill/>
              <a:ln w="9525" cap="rnd" cmpd="sng">
                <a:solidFill>
                  <a:schemeClr val="accent5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674" name="Google Shape;1674;p63"/>
              <p:cNvCxnSpPr/>
              <p:nvPr/>
            </p:nvCxnSpPr>
            <p:spPr>
              <a:xfrm>
                <a:off x="7835857" y="3934126"/>
                <a:ext cx="1294200" cy="0"/>
              </a:xfrm>
              <a:prstGeom prst="straightConnector1">
                <a:avLst/>
              </a:prstGeom>
              <a:noFill/>
              <a:ln w="9525" cap="rnd" cmpd="sng">
                <a:solidFill>
                  <a:schemeClr val="accent5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675" name="Google Shape;1675;p63"/>
              <p:cNvCxnSpPr/>
              <p:nvPr/>
            </p:nvCxnSpPr>
            <p:spPr>
              <a:xfrm>
                <a:off x="7953814" y="4479101"/>
                <a:ext cx="1176300" cy="0"/>
              </a:xfrm>
              <a:prstGeom prst="straightConnector1">
                <a:avLst/>
              </a:prstGeom>
              <a:noFill/>
              <a:ln w="9525" cap="rnd" cmpd="sng">
                <a:solidFill>
                  <a:schemeClr val="accent5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676" name="Google Shape;1676;p63"/>
              <p:cNvCxnSpPr/>
              <p:nvPr/>
            </p:nvCxnSpPr>
            <p:spPr>
              <a:xfrm>
                <a:off x="8071750" y="5024076"/>
                <a:ext cx="1058100" cy="0"/>
              </a:xfrm>
              <a:prstGeom prst="straightConnector1">
                <a:avLst/>
              </a:prstGeom>
              <a:noFill/>
              <a:ln w="9525" cap="rnd" cmpd="sng">
                <a:solidFill>
                  <a:schemeClr val="accent5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677" name="Google Shape;1677;p63"/>
              <p:cNvCxnSpPr/>
              <p:nvPr/>
            </p:nvCxnSpPr>
            <p:spPr>
              <a:xfrm>
                <a:off x="7137983" y="664301"/>
                <a:ext cx="1993200" cy="0"/>
              </a:xfrm>
              <a:prstGeom prst="straightConnector1">
                <a:avLst/>
              </a:prstGeom>
              <a:noFill/>
              <a:ln w="9525" cap="rnd" cmpd="sng">
                <a:solidFill>
                  <a:schemeClr val="accent5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678" name="Google Shape;1678;p63"/>
              <p:cNvCxnSpPr/>
              <p:nvPr/>
            </p:nvCxnSpPr>
            <p:spPr>
              <a:xfrm rot="5400000">
                <a:off x="6224787" y="2623950"/>
                <a:ext cx="4750200" cy="0"/>
              </a:xfrm>
              <a:prstGeom prst="straightConnector1">
                <a:avLst/>
              </a:prstGeom>
              <a:noFill/>
              <a:ln w="9525" cap="rnd" cmpd="sng">
                <a:solidFill>
                  <a:schemeClr val="accent5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679" name="Google Shape;1679;p63"/>
              <p:cNvCxnSpPr/>
              <p:nvPr/>
            </p:nvCxnSpPr>
            <p:spPr>
              <a:xfrm rot="5400000">
                <a:off x="6450812" y="1852950"/>
                <a:ext cx="3208200" cy="0"/>
              </a:xfrm>
              <a:prstGeom prst="straightConnector1">
                <a:avLst/>
              </a:prstGeom>
              <a:noFill/>
              <a:ln w="9525" cap="rnd" cmpd="sng">
                <a:solidFill>
                  <a:schemeClr val="accent5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680" name="Google Shape;1680;p63"/>
              <p:cNvCxnSpPr/>
              <p:nvPr/>
            </p:nvCxnSpPr>
            <p:spPr>
              <a:xfrm rot="5400000">
                <a:off x="6686287" y="1072500"/>
                <a:ext cx="1647300" cy="0"/>
              </a:xfrm>
              <a:prstGeom prst="straightConnector1">
                <a:avLst/>
              </a:prstGeom>
              <a:noFill/>
              <a:ln w="9525" cap="rnd" cmpd="sng">
                <a:solidFill>
                  <a:schemeClr val="accent5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  <p:sp>
          <p:nvSpPr>
            <p:cNvPr id="1681" name="Google Shape;1681;p63"/>
            <p:cNvSpPr/>
            <p:nvPr/>
          </p:nvSpPr>
          <p:spPr>
            <a:xfrm>
              <a:off x="7045437" y="206301"/>
              <a:ext cx="1816800" cy="5185200"/>
            </a:xfrm>
            <a:prstGeom prst="rtTriangle">
              <a:avLst/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sp>
        <p:nvSpPr>
          <p:cNvPr id="1682" name="Google Shape;1682;p63"/>
          <p:cNvSpPr/>
          <p:nvPr/>
        </p:nvSpPr>
        <p:spPr>
          <a:xfrm rot="945680">
            <a:off x="7491997" y="-1290683"/>
            <a:ext cx="1873819" cy="2114244"/>
          </a:xfrm>
          <a:custGeom>
            <a:avLst/>
            <a:gdLst/>
            <a:ahLst/>
            <a:cxnLst/>
            <a:rect l="l" t="t" r="r" b="b"/>
            <a:pathLst>
              <a:path w="68206" h="79041" fill="none" extrusionOk="0">
                <a:moveTo>
                  <a:pt x="63443" y="14218"/>
                </a:moveTo>
                <a:cubicBezTo>
                  <a:pt x="63443" y="14218"/>
                  <a:pt x="52345" y="26125"/>
                  <a:pt x="15814" y="16599"/>
                </a:cubicBezTo>
                <a:cubicBezTo>
                  <a:pt x="12861" y="15837"/>
                  <a:pt x="9312" y="13717"/>
                  <a:pt x="7312" y="11479"/>
                </a:cubicBezTo>
                <a:cubicBezTo>
                  <a:pt x="4621" y="8478"/>
                  <a:pt x="5312" y="4096"/>
                  <a:pt x="8812" y="2120"/>
                </a:cubicBezTo>
                <a:cubicBezTo>
                  <a:pt x="12504" y="0"/>
                  <a:pt x="17671" y="1810"/>
                  <a:pt x="20981" y="3954"/>
                </a:cubicBezTo>
                <a:cubicBezTo>
                  <a:pt x="37390" y="14551"/>
                  <a:pt x="44058" y="45772"/>
                  <a:pt x="22958" y="55250"/>
                </a:cubicBezTo>
                <a:cubicBezTo>
                  <a:pt x="18886" y="57060"/>
                  <a:pt x="13456" y="56464"/>
                  <a:pt x="9384" y="55035"/>
                </a:cubicBezTo>
                <a:cubicBezTo>
                  <a:pt x="1858" y="52368"/>
                  <a:pt x="1" y="45367"/>
                  <a:pt x="7502" y="41175"/>
                </a:cubicBezTo>
                <a:cubicBezTo>
                  <a:pt x="8598" y="40580"/>
                  <a:pt x="9860" y="40318"/>
                  <a:pt x="11098" y="40175"/>
                </a:cubicBezTo>
                <a:cubicBezTo>
                  <a:pt x="21886" y="38913"/>
                  <a:pt x="33151" y="42866"/>
                  <a:pt x="41414" y="49772"/>
                </a:cubicBezTo>
                <a:cubicBezTo>
                  <a:pt x="45606" y="53273"/>
                  <a:pt x="49106" y="57655"/>
                  <a:pt x="51297" y="62656"/>
                </a:cubicBezTo>
                <a:cubicBezTo>
                  <a:pt x="52607" y="65680"/>
                  <a:pt x="54084" y="69372"/>
                  <a:pt x="53774" y="72706"/>
                </a:cubicBezTo>
                <a:cubicBezTo>
                  <a:pt x="53369" y="77111"/>
                  <a:pt x="48749" y="79040"/>
                  <a:pt x="44963" y="76492"/>
                </a:cubicBezTo>
                <a:cubicBezTo>
                  <a:pt x="40700" y="73611"/>
                  <a:pt x="41795" y="66704"/>
                  <a:pt x="43391" y="62608"/>
                </a:cubicBezTo>
                <a:cubicBezTo>
                  <a:pt x="47487" y="52082"/>
                  <a:pt x="61157" y="55631"/>
                  <a:pt x="68206" y="61060"/>
                </a:cubicBezTo>
              </a:path>
            </a:pathLst>
          </a:custGeom>
          <a:noFill/>
          <a:ln w="19050" cap="rnd" cmpd="sng">
            <a:solidFill>
              <a:schemeClr val="dk1"/>
            </a:solidFill>
            <a:prstDash val="solid"/>
            <a:miter lim="23814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683" name="Google Shape;1683;p63"/>
          <p:cNvSpPr/>
          <p:nvPr/>
        </p:nvSpPr>
        <p:spPr>
          <a:xfrm flipH="1">
            <a:off x="8464800" y="3790875"/>
            <a:ext cx="679200" cy="13644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dk1"/>
                </a:solidFill>
              </a:rPr>
              <a:t> </a:t>
            </a:r>
            <a:endParaRPr>
              <a:solidFill>
                <a:schemeClr val="dk1"/>
              </a:solidFill>
            </a:endParaRPr>
          </a:p>
        </p:txBody>
      </p:sp>
      <p:grpSp>
        <p:nvGrpSpPr>
          <p:cNvPr id="1684" name="Google Shape;1684;p63"/>
          <p:cNvGrpSpPr/>
          <p:nvPr/>
        </p:nvGrpSpPr>
        <p:grpSpPr>
          <a:xfrm rot="582377">
            <a:off x="7861808" y="4102499"/>
            <a:ext cx="1210137" cy="957621"/>
            <a:chOff x="5900121" y="3075190"/>
            <a:chExt cx="1210119" cy="957607"/>
          </a:xfrm>
        </p:grpSpPr>
        <p:sp>
          <p:nvSpPr>
            <p:cNvPr id="1685" name="Google Shape;1685;p63"/>
            <p:cNvSpPr/>
            <p:nvPr/>
          </p:nvSpPr>
          <p:spPr>
            <a:xfrm>
              <a:off x="6513046" y="3075190"/>
              <a:ext cx="249779" cy="202200"/>
            </a:xfrm>
            <a:custGeom>
              <a:avLst/>
              <a:gdLst/>
              <a:ahLst/>
              <a:cxnLst/>
              <a:rect l="l" t="t" r="r" b="b"/>
              <a:pathLst>
                <a:path w="7859" h="6362" extrusionOk="0">
                  <a:moveTo>
                    <a:pt x="2811" y="0"/>
                  </a:moveTo>
                  <a:cubicBezTo>
                    <a:pt x="2016" y="0"/>
                    <a:pt x="1274" y="376"/>
                    <a:pt x="715" y="1064"/>
                  </a:cubicBezTo>
                  <a:cubicBezTo>
                    <a:pt x="0" y="1945"/>
                    <a:pt x="0" y="3064"/>
                    <a:pt x="810" y="4160"/>
                  </a:cubicBezTo>
                  <a:cubicBezTo>
                    <a:pt x="1874" y="5571"/>
                    <a:pt x="3275" y="6353"/>
                    <a:pt x="5057" y="6353"/>
                  </a:cubicBezTo>
                  <a:cubicBezTo>
                    <a:pt x="5109" y="6353"/>
                    <a:pt x="5162" y="6352"/>
                    <a:pt x="5215" y="6351"/>
                  </a:cubicBezTo>
                  <a:cubicBezTo>
                    <a:pt x="5358" y="6351"/>
                    <a:pt x="5512" y="6361"/>
                    <a:pt x="5662" y="6361"/>
                  </a:cubicBezTo>
                  <a:cubicBezTo>
                    <a:pt x="5737" y="6361"/>
                    <a:pt x="5811" y="6359"/>
                    <a:pt x="5882" y="6351"/>
                  </a:cubicBezTo>
                  <a:cubicBezTo>
                    <a:pt x="7240" y="6255"/>
                    <a:pt x="7859" y="5303"/>
                    <a:pt x="7454" y="4041"/>
                  </a:cubicBezTo>
                  <a:cubicBezTo>
                    <a:pt x="6883" y="2278"/>
                    <a:pt x="5668" y="1040"/>
                    <a:pt x="4001" y="278"/>
                  </a:cubicBezTo>
                  <a:cubicBezTo>
                    <a:pt x="3602" y="90"/>
                    <a:pt x="3200" y="0"/>
                    <a:pt x="2811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686" name="Google Shape;1686;p63"/>
            <p:cNvSpPr/>
            <p:nvPr/>
          </p:nvSpPr>
          <p:spPr>
            <a:xfrm>
              <a:off x="6376795" y="3405887"/>
              <a:ext cx="229470" cy="191839"/>
            </a:xfrm>
            <a:custGeom>
              <a:avLst/>
              <a:gdLst/>
              <a:ahLst/>
              <a:cxnLst/>
              <a:rect l="l" t="t" r="r" b="b"/>
              <a:pathLst>
                <a:path w="7220" h="6036" extrusionOk="0">
                  <a:moveTo>
                    <a:pt x="2204" y="1"/>
                  </a:moveTo>
                  <a:cubicBezTo>
                    <a:pt x="1854" y="1"/>
                    <a:pt x="1482" y="140"/>
                    <a:pt x="1144" y="280"/>
                  </a:cubicBezTo>
                  <a:cubicBezTo>
                    <a:pt x="477" y="566"/>
                    <a:pt x="1" y="1399"/>
                    <a:pt x="96" y="2114"/>
                  </a:cubicBezTo>
                  <a:cubicBezTo>
                    <a:pt x="429" y="4424"/>
                    <a:pt x="1858" y="5829"/>
                    <a:pt x="4049" y="6019"/>
                  </a:cubicBezTo>
                  <a:cubicBezTo>
                    <a:pt x="4166" y="6030"/>
                    <a:pt x="4282" y="6036"/>
                    <a:pt x="4395" y="6036"/>
                  </a:cubicBezTo>
                  <a:cubicBezTo>
                    <a:pt x="5995" y="6036"/>
                    <a:pt x="7220" y="4946"/>
                    <a:pt x="6597" y="2923"/>
                  </a:cubicBezTo>
                  <a:cubicBezTo>
                    <a:pt x="6168" y="1518"/>
                    <a:pt x="4478" y="42"/>
                    <a:pt x="2406" y="18"/>
                  </a:cubicBezTo>
                  <a:cubicBezTo>
                    <a:pt x="2340" y="6"/>
                    <a:pt x="2272" y="1"/>
                    <a:pt x="2204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687" name="Google Shape;1687;p63"/>
            <p:cNvSpPr/>
            <p:nvPr/>
          </p:nvSpPr>
          <p:spPr>
            <a:xfrm>
              <a:off x="5900121" y="3798306"/>
              <a:ext cx="164125" cy="145564"/>
            </a:xfrm>
            <a:custGeom>
              <a:avLst/>
              <a:gdLst/>
              <a:ahLst/>
              <a:cxnLst/>
              <a:rect l="l" t="t" r="r" b="b"/>
              <a:pathLst>
                <a:path w="5164" h="4580" extrusionOk="0">
                  <a:moveTo>
                    <a:pt x="2026" y="0"/>
                  </a:moveTo>
                  <a:cubicBezTo>
                    <a:pt x="859" y="0"/>
                    <a:pt x="0" y="1133"/>
                    <a:pt x="424" y="2341"/>
                  </a:cubicBezTo>
                  <a:cubicBezTo>
                    <a:pt x="877" y="3626"/>
                    <a:pt x="1758" y="4460"/>
                    <a:pt x="3187" y="4579"/>
                  </a:cubicBezTo>
                  <a:cubicBezTo>
                    <a:pt x="4020" y="4484"/>
                    <a:pt x="4639" y="4079"/>
                    <a:pt x="5163" y="3460"/>
                  </a:cubicBezTo>
                  <a:cubicBezTo>
                    <a:pt x="5139" y="3222"/>
                    <a:pt x="5163" y="3007"/>
                    <a:pt x="5115" y="2793"/>
                  </a:cubicBezTo>
                  <a:cubicBezTo>
                    <a:pt x="4806" y="1340"/>
                    <a:pt x="3901" y="412"/>
                    <a:pt x="2472" y="54"/>
                  </a:cubicBezTo>
                  <a:cubicBezTo>
                    <a:pt x="2320" y="18"/>
                    <a:pt x="2171" y="0"/>
                    <a:pt x="2026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688" name="Google Shape;1688;p63"/>
            <p:cNvSpPr/>
            <p:nvPr/>
          </p:nvSpPr>
          <p:spPr>
            <a:xfrm>
              <a:off x="6873301" y="3460045"/>
              <a:ext cx="236939" cy="186690"/>
            </a:xfrm>
            <a:custGeom>
              <a:avLst/>
              <a:gdLst/>
              <a:ahLst/>
              <a:cxnLst/>
              <a:rect l="l" t="t" r="r" b="b"/>
              <a:pathLst>
                <a:path w="7455" h="5874" extrusionOk="0">
                  <a:moveTo>
                    <a:pt x="3176" y="1"/>
                  </a:moveTo>
                  <a:cubicBezTo>
                    <a:pt x="2331" y="1"/>
                    <a:pt x="1547" y="476"/>
                    <a:pt x="882" y="1434"/>
                  </a:cubicBezTo>
                  <a:cubicBezTo>
                    <a:pt x="1" y="2648"/>
                    <a:pt x="239" y="3982"/>
                    <a:pt x="1501" y="4815"/>
                  </a:cubicBezTo>
                  <a:cubicBezTo>
                    <a:pt x="2644" y="5577"/>
                    <a:pt x="3954" y="5815"/>
                    <a:pt x="5311" y="5863"/>
                  </a:cubicBezTo>
                  <a:cubicBezTo>
                    <a:pt x="5438" y="5863"/>
                    <a:pt x="5565" y="5874"/>
                    <a:pt x="5685" y="5874"/>
                  </a:cubicBezTo>
                  <a:cubicBezTo>
                    <a:pt x="5745" y="5874"/>
                    <a:pt x="5804" y="5871"/>
                    <a:pt x="5859" y="5863"/>
                  </a:cubicBezTo>
                  <a:cubicBezTo>
                    <a:pt x="7026" y="5768"/>
                    <a:pt x="7455" y="5268"/>
                    <a:pt x="7336" y="4101"/>
                  </a:cubicBezTo>
                  <a:cubicBezTo>
                    <a:pt x="7288" y="3863"/>
                    <a:pt x="7217" y="3601"/>
                    <a:pt x="7121" y="3363"/>
                  </a:cubicBezTo>
                  <a:cubicBezTo>
                    <a:pt x="6764" y="2338"/>
                    <a:pt x="6074" y="1576"/>
                    <a:pt x="5264" y="886"/>
                  </a:cubicBezTo>
                  <a:cubicBezTo>
                    <a:pt x="4549" y="297"/>
                    <a:pt x="3844" y="1"/>
                    <a:pt x="3176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689" name="Google Shape;1689;p63"/>
            <p:cNvSpPr/>
            <p:nvPr/>
          </p:nvSpPr>
          <p:spPr>
            <a:xfrm>
              <a:off x="6360141" y="3860981"/>
              <a:ext cx="180938" cy="171816"/>
            </a:xfrm>
            <a:custGeom>
              <a:avLst/>
              <a:gdLst/>
              <a:ahLst/>
              <a:cxnLst/>
              <a:rect l="l" t="t" r="r" b="b"/>
              <a:pathLst>
                <a:path w="5693" h="5406" extrusionOk="0">
                  <a:moveTo>
                    <a:pt x="2939" y="1"/>
                  </a:moveTo>
                  <a:cubicBezTo>
                    <a:pt x="2400" y="1"/>
                    <a:pt x="1842" y="186"/>
                    <a:pt x="1310" y="559"/>
                  </a:cubicBezTo>
                  <a:cubicBezTo>
                    <a:pt x="310" y="1250"/>
                    <a:pt x="1" y="2393"/>
                    <a:pt x="477" y="3512"/>
                  </a:cubicBezTo>
                  <a:cubicBezTo>
                    <a:pt x="943" y="4665"/>
                    <a:pt x="2131" y="5406"/>
                    <a:pt x="3447" y="5406"/>
                  </a:cubicBezTo>
                  <a:cubicBezTo>
                    <a:pt x="3544" y="5406"/>
                    <a:pt x="3641" y="5402"/>
                    <a:pt x="3739" y="5393"/>
                  </a:cubicBezTo>
                  <a:cubicBezTo>
                    <a:pt x="5049" y="5298"/>
                    <a:pt x="5692" y="4607"/>
                    <a:pt x="5692" y="3298"/>
                  </a:cubicBezTo>
                  <a:cubicBezTo>
                    <a:pt x="5692" y="2321"/>
                    <a:pt x="5287" y="1321"/>
                    <a:pt x="4597" y="678"/>
                  </a:cubicBezTo>
                  <a:cubicBezTo>
                    <a:pt x="4109" y="228"/>
                    <a:pt x="3535" y="1"/>
                    <a:pt x="2939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690" name="Google Shape;1690;p63"/>
            <p:cNvSpPr/>
            <p:nvPr/>
          </p:nvSpPr>
          <p:spPr>
            <a:xfrm>
              <a:off x="6799121" y="3820808"/>
              <a:ext cx="156720" cy="160819"/>
            </a:xfrm>
            <a:custGeom>
              <a:avLst/>
              <a:gdLst/>
              <a:ahLst/>
              <a:cxnLst/>
              <a:rect l="l" t="t" r="r" b="b"/>
              <a:pathLst>
                <a:path w="4931" h="5060" extrusionOk="0">
                  <a:moveTo>
                    <a:pt x="2551" y="0"/>
                  </a:moveTo>
                  <a:cubicBezTo>
                    <a:pt x="2088" y="0"/>
                    <a:pt x="1601" y="147"/>
                    <a:pt x="1144" y="442"/>
                  </a:cubicBezTo>
                  <a:cubicBezTo>
                    <a:pt x="215" y="1013"/>
                    <a:pt x="1" y="1894"/>
                    <a:pt x="525" y="2966"/>
                  </a:cubicBezTo>
                  <a:cubicBezTo>
                    <a:pt x="954" y="3895"/>
                    <a:pt x="1692" y="4490"/>
                    <a:pt x="2621" y="4895"/>
                  </a:cubicBezTo>
                  <a:cubicBezTo>
                    <a:pt x="2887" y="5005"/>
                    <a:pt x="3137" y="5059"/>
                    <a:pt x="3368" y="5059"/>
                  </a:cubicBezTo>
                  <a:cubicBezTo>
                    <a:pt x="3986" y="5059"/>
                    <a:pt x="4469" y="4677"/>
                    <a:pt x="4764" y="3966"/>
                  </a:cubicBezTo>
                  <a:cubicBezTo>
                    <a:pt x="4883" y="3633"/>
                    <a:pt x="4907" y="3300"/>
                    <a:pt x="4907" y="2966"/>
                  </a:cubicBezTo>
                  <a:cubicBezTo>
                    <a:pt x="4931" y="2156"/>
                    <a:pt x="4597" y="1442"/>
                    <a:pt x="4145" y="799"/>
                  </a:cubicBezTo>
                  <a:cubicBezTo>
                    <a:pt x="3749" y="266"/>
                    <a:pt x="3172" y="0"/>
                    <a:pt x="2551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sp>
        <p:nvSpPr>
          <p:cNvPr id="1691" name="Google Shape;1691;p63"/>
          <p:cNvSpPr/>
          <p:nvPr/>
        </p:nvSpPr>
        <p:spPr>
          <a:xfrm rot="-2700000" flipH="1">
            <a:off x="-150836" y="-270792"/>
            <a:ext cx="1665276" cy="1095933"/>
          </a:xfrm>
          <a:custGeom>
            <a:avLst/>
            <a:gdLst/>
            <a:ahLst/>
            <a:cxnLst/>
            <a:rect l="l" t="t" r="r" b="b"/>
            <a:pathLst>
              <a:path w="57609" h="37913" fill="none" extrusionOk="0">
                <a:moveTo>
                  <a:pt x="1" y="27601"/>
                </a:moveTo>
                <a:cubicBezTo>
                  <a:pt x="2263" y="22767"/>
                  <a:pt x="6931" y="18242"/>
                  <a:pt x="11932" y="16337"/>
                </a:cubicBezTo>
                <a:cubicBezTo>
                  <a:pt x="17028" y="14408"/>
                  <a:pt x="22386" y="17528"/>
                  <a:pt x="25387" y="21600"/>
                </a:cubicBezTo>
                <a:cubicBezTo>
                  <a:pt x="28054" y="25268"/>
                  <a:pt x="30221" y="33102"/>
                  <a:pt x="25316" y="36079"/>
                </a:cubicBezTo>
                <a:cubicBezTo>
                  <a:pt x="22267" y="37913"/>
                  <a:pt x="18933" y="36174"/>
                  <a:pt x="16933" y="33698"/>
                </a:cubicBezTo>
                <a:cubicBezTo>
                  <a:pt x="12551" y="28292"/>
                  <a:pt x="13551" y="18528"/>
                  <a:pt x="16147" y="12574"/>
                </a:cubicBezTo>
                <a:cubicBezTo>
                  <a:pt x="19338" y="5359"/>
                  <a:pt x="28030" y="0"/>
                  <a:pt x="35889" y="262"/>
                </a:cubicBezTo>
                <a:cubicBezTo>
                  <a:pt x="42176" y="453"/>
                  <a:pt x="48154" y="4454"/>
                  <a:pt x="51631" y="9717"/>
                </a:cubicBezTo>
                <a:cubicBezTo>
                  <a:pt x="54631" y="14313"/>
                  <a:pt x="57608" y="23720"/>
                  <a:pt x="50702" y="26387"/>
                </a:cubicBezTo>
                <a:cubicBezTo>
                  <a:pt x="38818" y="31007"/>
                  <a:pt x="39057" y="5978"/>
                  <a:pt x="42581" y="96"/>
                </a:cubicBezTo>
              </a:path>
            </a:pathLst>
          </a:custGeom>
          <a:noFill/>
          <a:ln w="19050" cap="rnd" cmpd="sng">
            <a:solidFill>
              <a:schemeClr val="dk1"/>
            </a:solidFill>
            <a:prstDash val="solid"/>
            <a:miter lim="23814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3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670600" y="445025"/>
            <a:ext cx="78027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500"/>
              <a:buFont typeface="Paytone One"/>
              <a:buNone/>
              <a:defRPr sz="3500">
                <a:solidFill>
                  <a:schemeClr val="dk2"/>
                </a:solidFill>
                <a:latin typeface="Paytone One"/>
                <a:ea typeface="Paytone One"/>
                <a:cs typeface="Paytone One"/>
                <a:sym typeface="Paytone One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 panose="020B0606020202050201"/>
              <a:buNone/>
              <a:defRPr sz="3500">
                <a:solidFill>
                  <a:schemeClr val="dk1"/>
                </a:solidFill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 panose="020B0606020202050201"/>
              <a:buNone/>
              <a:defRPr sz="3500">
                <a:solidFill>
                  <a:schemeClr val="dk1"/>
                </a:solidFill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 panose="020B0606020202050201"/>
              <a:buNone/>
              <a:defRPr sz="3500">
                <a:solidFill>
                  <a:schemeClr val="dk1"/>
                </a:solidFill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 panose="020B0606020202050201"/>
              <a:buNone/>
              <a:defRPr sz="3500">
                <a:solidFill>
                  <a:schemeClr val="dk1"/>
                </a:solidFill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 panose="020B0606020202050201"/>
              <a:buNone/>
              <a:defRPr sz="3500">
                <a:solidFill>
                  <a:schemeClr val="dk1"/>
                </a:solidFill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 panose="020B0606020202050201"/>
              <a:buNone/>
              <a:defRPr sz="3500">
                <a:solidFill>
                  <a:schemeClr val="dk1"/>
                </a:solidFill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 panose="020B0606020202050201"/>
              <a:buNone/>
              <a:defRPr sz="3500">
                <a:solidFill>
                  <a:schemeClr val="dk1"/>
                </a:solidFill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 panose="020B0606020202050201"/>
              <a:buNone/>
              <a:defRPr sz="3500">
                <a:solidFill>
                  <a:schemeClr val="dk1"/>
                </a:solidFill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9pPr>
          </a:lstStyle>
          <a:p/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670600" y="1152475"/>
            <a:ext cx="78027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ind" panose="02000000000000000000"/>
              <a:buChar char="●"/>
              <a:defRPr>
                <a:solidFill>
                  <a:schemeClr val="dk1"/>
                </a:solidFill>
                <a:latin typeface="Hind" panose="02000000000000000000"/>
                <a:ea typeface="Hind" panose="02000000000000000000"/>
                <a:cs typeface="Hind" panose="02000000000000000000"/>
                <a:sym typeface="Hind" panose="02000000000000000000"/>
              </a:defRPr>
            </a:lvl1pPr>
            <a:lvl2pPr marL="914400" lvl="1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ind" panose="02000000000000000000"/>
              <a:buChar char="○"/>
              <a:defRPr>
                <a:solidFill>
                  <a:schemeClr val="dk1"/>
                </a:solidFill>
                <a:latin typeface="Hind" panose="02000000000000000000"/>
                <a:ea typeface="Hind" panose="02000000000000000000"/>
                <a:cs typeface="Hind" panose="02000000000000000000"/>
                <a:sym typeface="Hind" panose="02000000000000000000"/>
              </a:defRPr>
            </a:lvl2pPr>
            <a:lvl3pPr marL="1371600" lvl="2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ind" panose="02000000000000000000"/>
              <a:buChar char="■"/>
              <a:defRPr>
                <a:solidFill>
                  <a:schemeClr val="dk1"/>
                </a:solidFill>
                <a:latin typeface="Hind" panose="02000000000000000000"/>
                <a:ea typeface="Hind" panose="02000000000000000000"/>
                <a:cs typeface="Hind" panose="02000000000000000000"/>
                <a:sym typeface="Hind" panose="02000000000000000000"/>
              </a:defRPr>
            </a:lvl3pPr>
            <a:lvl4pPr marL="1828800" lvl="3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ind" panose="02000000000000000000"/>
              <a:buChar char="●"/>
              <a:defRPr>
                <a:solidFill>
                  <a:schemeClr val="dk1"/>
                </a:solidFill>
                <a:latin typeface="Hind" panose="02000000000000000000"/>
                <a:ea typeface="Hind" panose="02000000000000000000"/>
                <a:cs typeface="Hind" panose="02000000000000000000"/>
                <a:sym typeface="Hind" panose="02000000000000000000"/>
              </a:defRPr>
            </a:lvl4pPr>
            <a:lvl5pPr marL="2286000" lvl="4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ind" panose="02000000000000000000"/>
              <a:buChar char="○"/>
              <a:defRPr>
                <a:solidFill>
                  <a:schemeClr val="dk1"/>
                </a:solidFill>
                <a:latin typeface="Hind" panose="02000000000000000000"/>
                <a:ea typeface="Hind" panose="02000000000000000000"/>
                <a:cs typeface="Hind" panose="02000000000000000000"/>
                <a:sym typeface="Hind" panose="02000000000000000000"/>
              </a:defRPr>
            </a:lvl5pPr>
            <a:lvl6pPr marL="2743200" lvl="5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ind" panose="02000000000000000000"/>
              <a:buChar char="■"/>
              <a:defRPr>
                <a:solidFill>
                  <a:schemeClr val="dk1"/>
                </a:solidFill>
                <a:latin typeface="Hind" panose="02000000000000000000"/>
                <a:ea typeface="Hind" panose="02000000000000000000"/>
                <a:cs typeface="Hind" panose="02000000000000000000"/>
                <a:sym typeface="Hind" panose="02000000000000000000"/>
              </a:defRPr>
            </a:lvl6pPr>
            <a:lvl7pPr marL="3200400" lvl="6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ind" panose="02000000000000000000"/>
              <a:buChar char="●"/>
              <a:defRPr>
                <a:solidFill>
                  <a:schemeClr val="dk1"/>
                </a:solidFill>
                <a:latin typeface="Hind" panose="02000000000000000000"/>
                <a:ea typeface="Hind" panose="02000000000000000000"/>
                <a:cs typeface="Hind" panose="02000000000000000000"/>
                <a:sym typeface="Hind" panose="02000000000000000000"/>
              </a:defRPr>
            </a:lvl7pPr>
            <a:lvl8pPr marL="3657600" lvl="7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ind" panose="02000000000000000000"/>
              <a:buChar char="○"/>
              <a:defRPr>
                <a:solidFill>
                  <a:schemeClr val="dk1"/>
                </a:solidFill>
                <a:latin typeface="Hind" panose="02000000000000000000"/>
                <a:ea typeface="Hind" panose="02000000000000000000"/>
                <a:cs typeface="Hind" panose="02000000000000000000"/>
                <a:sym typeface="Hind" panose="02000000000000000000"/>
              </a:defRPr>
            </a:lvl8pPr>
            <a:lvl9pPr marL="4114800" lvl="8" indent="-31750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400"/>
              <a:buFont typeface="Hind" panose="02000000000000000000"/>
              <a:buChar char="■"/>
              <a:defRPr>
                <a:solidFill>
                  <a:schemeClr val="dk1"/>
                </a:solidFill>
                <a:latin typeface="Hind" panose="02000000000000000000"/>
                <a:ea typeface="Hind" panose="02000000000000000000"/>
                <a:cs typeface="Hind" panose="02000000000000000000"/>
                <a:sym typeface="Hind" panose="02000000000000000000"/>
              </a:defRPr>
            </a:lvl9pPr>
          </a:lstStyle>
          <a:p/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9.xml"/><Relationship Id="rId1" Type="http://schemas.openxmlformats.org/officeDocument/2006/relationships/image" Target="../media/image1.jpe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4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8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.xml"/><Relationship Id="rId2" Type="http://schemas.openxmlformats.org/officeDocument/2006/relationships/slideLayout" Target="../slideLayouts/slideLayout8.xml"/><Relationship Id="rId1" Type="http://schemas.openxmlformats.org/officeDocument/2006/relationships/image" Target="../media/image5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8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8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8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4.xml"/><Relationship Id="rId2" Type="http://schemas.openxmlformats.org/officeDocument/2006/relationships/slideLayout" Target="../slideLayouts/slideLayout8.xml"/><Relationship Id="rId1" Type="http://schemas.openxmlformats.org/officeDocument/2006/relationships/image" Target="../media/image6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5.xml"/><Relationship Id="rId2" Type="http://schemas.openxmlformats.org/officeDocument/2006/relationships/slideLayout" Target="../slideLayouts/slideLayout8.xml"/><Relationship Id="rId1" Type="http://schemas.openxmlformats.org/officeDocument/2006/relationships/image" Target="../media/image7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8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7.xml"/><Relationship Id="rId2" Type="http://schemas.openxmlformats.org/officeDocument/2006/relationships/slideLayout" Target="../slideLayouts/slideLayout8.xml"/><Relationship Id="rId1" Type="http://schemas.openxmlformats.org/officeDocument/2006/relationships/image" Target="../media/image8.jpe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8.xml"/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6" name="Google Shape;1706;p69"/>
          <p:cNvSpPr txBox="1">
            <a:spLocks noGrp="1"/>
          </p:cNvSpPr>
          <p:nvPr>
            <p:ph type="ctrTitle"/>
          </p:nvPr>
        </p:nvSpPr>
        <p:spPr>
          <a:xfrm>
            <a:off x="734100" y="1036892"/>
            <a:ext cx="5589600" cy="2180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4000" dirty="0" smtClean="0">
                <a:solidFill>
                  <a:schemeClr val="lt2"/>
                </a:solidFill>
              </a:rPr>
              <a:t>Measurements</a:t>
            </a:r>
            <a:br>
              <a:rPr lang="en-GB" sz="4000" dirty="0" smtClean="0">
                <a:solidFill>
                  <a:schemeClr val="lt2"/>
                </a:solidFill>
              </a:rPr>
            </a:br>
            <a:r>
              <a:rPr lang="en-GB" sz="5300" dirty="0" smtClean="0">
                <a:solidFill>
                  <a:schemeClr val="dk2"/>
                </a:solidFill>
              </a:rPr>
              <a:t>Science </a:t>
            </a:r>
            <a:r>
              <a:rPr lang="en-GB" sz="5300" dirty="0">
                <a:solidFill>
                  <a:schemeClr val="dk2"/>
                </a:solidFill>
              </a:rPr>
              <a:t>Lesson</a:t>
            </a:r>
            <a:endParaRPr sz="5300" dirty="0">
              <a:solidFill>
                <a:schemeClr val="dk2"/>
              </a:solidFill>
            </a:endParaRPr>
          </a:p>
          <a:p>
            <a:pPr marL="0" lvl="0" indent="0" algn="ctr" rtl="0">
              <a:spcBef>
                <a:spcPts val="200"/>
              </a:spcBef>
              <a:spcAft>
                <a:spcPts val="200"/>
              </a:spcAft>
              <a:buNone/>
            </a:pPr>
            <a:r>
              <a:rPr lang="en-GB" sz="4300" dirty="0" smtClean="0">
                <a:solidFill>
                  <a:schemeClr val="accent1"/>
                </a:solidFill>
              </a:rPr>
              <a:t>Physics</a:t>
            </a:r>
            <a:endParaRPr sz="4300" dirty="0">
              <a:solidFill>
                <a:schemeClr val="accent1"/>
              </a:solidFill>
            </a:endParaRPr>
          </a:p>
        </p:txBody>
      </p:sp>
      <p:sp>
        <p:nvSpPr>
          <p:cNvPr id="1708" name="Google Shape;1708;p69"/>
          <p:cNvSpPr/>
          <p:nvPr/>
        </p:nvSpPr>
        <p:spPr>
          <a:xfrm rot="685053">
            <a:off x="3519942" y="4088408"/>
            <a:ext cx="2677129" cy="2191478"/>
          </a:xfrm>
          <a:custGeom>
            <a:avLst/>
            <a:gdLst/>
            <a:ahLst/>
            <a:cxnLst/>
            <a:rect l="l" t="t" r="r" b="b"/>
            <a:pathLst>
              <a:path w="82709" h="67705" fill="none" extrusionOk="0">
                <a:moveTo>
                  <a:pt x="1" y="14432"/>
                </a:moveTo>
                <a:cubicBezTo>
                  <a:pt x="5406" y="17456"/>
                  <a:pt x="12527" y="18385"/>
                  <a:pt x="18600" y="17861"/>
                </a:cubicBezTo>
                <a:cubicBezTo>
                  <a:pt x="22481" y="17504"/>
                  <a:pt x="26839" y="15623"/>
                  <a:pt x="29602" y="12884"/>
                </a:cubicBezTo>
                <a:cubicBezTo>
                  <a:pt x="32079" y="10431"/>
                  <a:pt x="33222" y="6168"/>
                  <a:pt x="30936" y="3263"/>
                </a:cubicBezTo>
                <a:cubicBezTo>
                  <a:pt x="28411" y="0"/>
                  <a:pt x="23910" y="2049"/>
                  <a:pt x="21672" y="4835"/>
                </a:cubicBezTo>
                <a:cubicBezTo>
                  <a:pt x="17099" y="10503"/>
                  <a:pt x="15027" y="20933"/>
                  <a:pt x="19695" y="27125"/>
                </a:cubicBezTo>
                <a:cubicBezTo>
                  <a:pt x="23767" y="32555"/>
                  <a:pt x="29935" y="33269"/>
                  <a:pt x="36079" y="31364"/>
                </a:cubicBezTo>
                <a:cubicBezTo>
                  <a:pt x="42200" y="29435"/>
                  <a:pt x="49439" y="26553"/>
                  <a:pt x="53702" y="21291"/>
                </a:cubicBezTo>
                <a:cubicBezTo>
                  <a:pt x="56917" y="17290"/>
                  <a:pt x="57679" y="10884"/>
                  <a:pt x="51630" y="9312"/>
                </a:cubicBezTo>
                <a:cubicBezTo>
                  <a:pt x="50011" y="8907"/>
                  <a:pt x="48296" y="9145"/>
                  <a:pt x="46701" y="9550"/>
                </a:cubicBezTo>
                <a:cubicBezTo>
                  <a:pt x="41342" y="10907"/>
                  <a:pt x="36461" y="14289"/>
                  <a:pt x="33698" y="19076"/>
                </a:cubicBezTo>
                <a:cubicBezTo>
                  <a:pt x="30936" y="23839"/>
                  <a:pt x="30507" y="30007"/>
                  <a:pt x="33007" y="34936"/>
                </a:cubicBezTo>
                <a:cubicBezTo>
                  <a:pt x="38437" y="45724"/>
                  <a:pt x="56369" y="45129"/>
                  <a:pt x="66062" y="41652"/>
                </a:cubicBezTo>
                <a:cubicBezTo>
                  <a:pt x="71563" y="39699"/>
                  <a:pt x="82708" y="29530"/>
                  <a:pt x="75278" y="23577"/>
                </a:cubicBezTo>
                <a:cubicBezTo>
                  <a:pt x="71087" y="20195"/>
                  <a:pt x="63776" y="24696"/>
                  <a:pt x="60537" y="27720"/>
                </a:cubicBezTo>
                <a:cubicBezTo>
                  <a:pt x="55298" y="32626"/>
                  <a:pt x="53464" y="39842"/>
                  <a:pt x="53583" y="46843"/>
                </a:cubicBezTo>
                <a:cubicBezTo>
                  <a:pt x="53702" y="53559"/>
                  <a:pt x="56608" y="60013"/>
                  <a:pt x="61799" y="64299"/>
                </a:cubicBezTo>
                <a:cubicBezTo>
                  <a:pt x="64133" y="66228"/>
                  <a:pt x="66919" y="67705"/>
                  <a:pt x="69872" y="67609"/>
                </a:cubicBezTo>
              </a:path>
            </a:pathLst>
          </a:custGeom>
          <a:solidFill>
            <a:schemeClr val="lt1"/>
          </a:solidFill>
          <a:ln w="19050" cap="rnd" cmpd="sng">
            <a:solidFill>
              <a:schemeClr val="dk1"/>
            </a:solidFill>
            <a:prstDash val="solid"/>
            <a:miter lim="23814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grpSp>
        <p:nvGrpSpPr>
          <p:cNvPr id="1709" name="Google Shape;1709;p69"/>
          <p:cNvGrpSpPr/>
          <p:nvPr/>
        </p:nvGrpSpPr>
        <p:grpSpPr>
          <a:xfrm>
            <a:off x="6408652" y="2491007"/>
            <a:ext cx="613293" cy="1111243"/>
            <a:chOff x="5614619" y="2740966"/>
            <a:chExt cx="663809" cy="1202904"/>
          </a:xfrm>
        </p:grpSpPr>
        <p:sp>
          <p:nvSpPr>
            <p:cNvPr id="1710" name="Google Shape;1710;p69"/>
            <p:cNvSpPr/>
            <p:nvPr/>
          </p:nvSpPr>
          <p:spPr>
            <a:xfrm>
              <a:off x="5614619" y="3232736"/>
              <a:ext cx="233570" cy="259568"/>
            </a:xfrm>
            <a:custGeom>
              <a:avLst/>
              <a:gdLst/>
              <a:ahLst/>
              <a:cxnLst/>
              <a:rect l="l" t="t" r="r" b="b"/>
              <a:pathLst>
                <a:path w="7349" h="8167" extrusionOk="0">
                  <a:moveTo>
                    <a:pt x="2648" y="0"/>
                  </a:moveTo>
                  <a:cubicBezTo>
                    <a:pt x="2113" y="0"/>
                    <a:pt x="1614" y="173"/>
                    <a:pt x="1262" y="512"/>
                  </a:cubicBezTo>
                  <a:cubicBezTo>
                    <a:pt x="453" y="1275"/>
                    <a:pt x="0" y="2275"/>
                    <a:pt x="96" y="3394"/>
                  </a:cubicBezTo>
                  <a:cubicBezTo>
                    <a:pt x="286" y="5466"/>
                    <a:pt x="1644" y="7442"/>
                    <a:pt x="3882" y="8038"/>
                  </a:cubicBezTo>
                  <a:cubicBezTo>
                    <a:pt x="4194" y="8124"/>
                    <a:pt x="4508" y="8167"/>
                    <a:pt x="4812" y="8167"/>
                  </a:cubicBezTo>
                  <a:cubicBezTo>
                    <a:pt x="6181" y="8167"/>
                    <a:pt x="7348" y="7306"/>
                    <a:pt x="7192" y="5728"/>
                  </a:cubicBezTo>
                  <a:cubicBezTo>
                    <a:pt x="7002" y="3513"/>
                    <a:pt x="6002" y="1751"/>
                    <a:pt x="4192" y="489"/>
                  </a:cubicBezTo>
                  <a:cubicBezTo>
                    <a:pt x="3712" y="161"/>
                    <a:pt x="3164" y="0"/>
                    <a:pt x="2648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711" name="Google Shape;1711;p69"/>
            <p:cNvSpPr/>
            <p:nvPr/>
          </p:nvSpPr>
          <p:spPr>
            <a:xfrm>
              <a:off x="5985489" y="3413038"/>
              <a:ext cx="243740" cy="219522"/>
            </a:xfrm>
            <a:custGeom>
              <a:avLst/>
              <a:gdLst/>
              <a:ahLst/>
              <a:cxnLst/>
              <a:rect l="l" t="t" r="r" b="b"/>
              <a:pathLst>
                <a:path w="7669" h="6907" extrusionOk="0">
                  <a:moveTo>
                    <a:pt x="2579" y="0"/>
                  </a:moveTo>
                  <a:cubicBezTo>
                    <a:pt x="1203" y="0"/>
                    <a:pt x="0" y="1093"/>
                    <a:pt x="0" y="2436"/>
                  </a:cubicBezTo>
                  <a:cubicBezTo>
                    <a:pt x="0" y="3151"/>
                    <a:pt x="215" y="3960"/>
                    <a:pt x="643" y="4675"/>
                  </a:cubicBezTo>
                  <a:cubicBezTo>
                    <a:pt x="1361" y="5791"/>
                    <a:pt x="2761" y="6906"/>
                    <a:pt x="4274" y="6906"/>
                  </a:cubicBezTo>
                  <a:cubicBezTo>
                    <a:pt x="4569" y="6906"/>
                    <a:pt x="4869" y="6864"/>
                    <a:pt x="5168" y="6770"/>
                  </a:cubicBezTo>
                  <a:cubicBezTo>
                    <a:pt x="6859" y="6247"/>
                    <a:pt x="7669" y="4794"/>
                    <a:pt x="6930" y="3198"/>
                  </a:cubicBezTo>
                  <a:cubicBezTo>
                    <a:pt x="6168" y="1627"/>
                    <a:pt x="4954" y="483"/>
                    <a:pt x="3215" y="79"/>
                  </a:cubicBezTo>
                  <a:cubicBezTo>
                    <a:pt x="3002" y="25"/>
                    <a:pt x="2789" y="0"/>
                    <a:pt x="2579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712" name="Google Shape;1712;p69"/>
            <p:cNvSpPr/>
            <p:nvPr/>
          </p:nvSpPr>
          <p:spPr>
            <a:xfrm>
              <a:off x="5884071" y="2740966"/>
              <a:ext cx="218759" cy="222064"/>
            </a:xfrm>
            <a:custGeom>
              <a:avLst/>
              <a:gdLst/>
              <a:ahLst/>
              <a:cxnLst/>
              <a:rect l="l" t="t" r="r" b="b"/>
              <a:pathLst>
                <a:path w="6883" h="6987" extrusionOk="0">
                  <a:moveTo>
                    <a:pt x="3502" y="0"/>
                  </a:moveTo>
                  <a:cubicBezTo>
                    <a:pt x="2862" y="0"/>
                    <a:pt x="2233" y="161"/>
                    <a:pt x="1643" y="482"/>
                  </a:cubicBezTo>
                  <a:cubicBezTo>
                    <a:pt x="643" y="1030"/>
                    <a:pt x="0" y="2364"/>
                    <a:pt x="381" y="3340"/>
                  </a:cubicBezTo>
                  <a:cubicBezTo>
                    <a:pt x="1000" y="4983"/>
                    <a:pt x="2120" y="6174"/>
                    <a:pt x="3811" y="6793"/>
                  </a:cubicBezTo>
                  <a:cubicBezTo>
                    <a:pt x="4163" y="6925"/>
                    <a:pt x="4487" y="6986"/>
                    <a:pt x="4780" y="6986"/>
                  </a:cubicBezTo>
                  <a:cubicBezTo>
                    <a:pt x="5817" y="6986"/>
                    <a:pt x="6485" y="6218"/>
                    <a:pt x="6764" y="5031"/>
                  </a:cubicBezTo>
                  <a:cubicBezTo>
                    <a:pt x="6811" y="4769"/>
                    <a:pt x="6764" y="4507"/>
                    <a:pt x="6764" y="4269"/>
                  </a:cubicBezTo>
                  <a:cubicBezTo>
                    <a:pt x="6883" y="3435"/>
                    <a:pt x="6645" y="2673"/>
                    <a:pt x="6311" y="1959"/>
                  </a:cubicBezTo>
                  <a:cubicBezTo>
                    <a:pt x="5882" y="1006"/>
                    <a:pt x="5239" y="220"/>
                    <a:pt x="4144" y="54"/>
                  </a:cubicBezTo>
                  <a:cubicBezTo>
                    <a:pt x="3930" y="18"/>
                    <a:pt x="3715" y="0"/>
                    <a:pt x="3502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713" name="Google Shape;1713;p69"/>
            <p:cNvSpPr/>
            <p:nvPr/>
          </p:nvSpPr>
          <p:spPr>
            <a:xfrm>
              <a:off x="6099715" y="3104208"/>
              <a:ext cx="178713" cy="173119"/>
            </a:xfrm>
            <a:custGeom>
              <a:avLst/>
              <a:gdLst/>
              <a:ahLst/>
              <a:cxnLst/>
              <a:rect l="l" t="t" r="r" b="b"/>
              <a:pathLst>
                <a:path w="5623" h="5447" extrusionOk="0">
                  <a:moveTo>
                    <a:pt x="2987" y="1"/>
                  </a:moveTo>
                  <a:cubicBezTo>
                    <a:pt x="2618" y="1"/>
                    <a:pt x="2239" y="92"/>
                    <a:pt x="1860" y="246"/>
                  </a:cubicBezTo>
                  <a:cubicBezTo>
                    <a:pt x="955" y="651"/>
                    <a:pt x="336" y="1246"/>
                    <a:pt x="193" y="2318"/>
                  </a:cubicBezTo>
                  <a:cubicBezTo>
                    <a:pt x="0" y="3988"/>
                    <a:pt x="1926" y="5447"/>
                    <a:pt x="3441" y="5447"/>
                  </a:cubicBezTo>
                  <a:cubicBezTo>
                    <a:pt x="3611" y="5447"/>
                    <a:pt x="3776" y="5428"/>
                    <a:pt x="3932" y="5390"/>
                  </a:cubicBezTo>
                  <a:cubicBezTo>
                    <a:pt x="5051" y="5080"/>
                    <a:pt x="5623" y="4390"/>
                    <a:pt x="5623" y="3342"/>
                  </a:cubicBezTo>
                  <a:cubicBezTo>
                    <a:pt x="5623" y="2127"/>
                    <a:pt x="5170" y="1246"/>
                    <a:pt x="4384" y="556"/>
                  </a:cubicBezTo>
                  <a:cubicBezTo>
                    <a:pt x="3950" y="162"/>
                    <a:pt x="3477" y="1"/>
                    <a:pt x="2987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714" name="Google Shape;1714;p69"/>
            <p:cNvSpPr/>
            <p:nvPr/>
          </p:nvSpPr>
          <p:spPr>
            <a:xfrm>
              <a:off x="5900121" y="3798306"/>
              <a:ext cx="164125" cy="145564"/>
            </a:xfrm>
            <a:custGeom>
              <a:avLst/>
              <a:gdLst/>
              <a:ahLst/>
              <a:cxnLst/>
              <a:rect l="l" t="t" r="r" b="b"/>
              <a:pathLst>
                <a:path w="5164" h="4580" extrusionOk="0">
                  <a:moveTo>
                    <a:pt x="2026" y="0"/>
                  </a:moveTo>
                  <a:cubicBezTo>
                    <a:pt x="859" y="0"/>
                    <a:pt x="0" y="1133"/>
                    <a:pt x="424" y="2341"/>
                  </a:cubicBezTo>
                  <a:cubicBezTo>
                    <a:pt x="877" y="3626"/>
                    <a:pt x="1758" y="4460"/>
                    <a:pt x="3187" y="4579"/>
                  </a:cubicBezTo>
                  <a:cubicBezTo>
                    <a:pt x="4020" y="4484"/>
                    <a:pt x="4639" y="4079"/>
                    <a:pt x="5163" y="3460"/>
                  </a:cubicBezTo>
                  <a:cubicBezTo>
                    <a:pt x="5139" y="3222"/>
                    <a:pt x="5163" y="3007"/>
                    <a:pt x="5115" y="2793"/>
                  </a:cubicBezTo>
                  <a:cubicBezTo>
                    <a:pt x="4806" y="1340"/>
                    <a:pt x="3901" y="412"/>
                    <a:pt x="2472" y="54"/>
                  </a:cubicBezTo>
                  <a:cubicBezTo>
                    <a:pt x="2320" y="18"/>
                    <a:pt x="2171" y="0"/>
                    <a:pt x="2026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grpSp>
        <p:nvGrpSpPr>
          <p:cNvPr id="1715" name="Google Shape;1715;p69"/>
          <p:cNvGrpSpPr/>
          <p:nvPr/>
        </p:nvGrpSpPr>
        <p:grpSpPr>
          <a:xfrm rot="1361264">
            <a:off x="7004042" y="2315806"/>
            <a:ext cx="531338" cy="2022430"/>
            <a:chOff x="4310300" y="630450"/>
            <a:chExt cx="531350" cy="2022475"/>
          </a:xfrm>
        </p:grpSpPr>
        <p:grpSp>
          <p:nvGrpSpPr>
            <p:cNvPr id="1716" name="Google Shape;1716;p69"/>
            <p:cNvGrpSpPr/>
            <p:nvPr/>
          </p:nvGrpSpPr>
          <p:grpSpPr>
            <a:xfrm>
              <a:off x="4310300" y="630450"/>
              <a:ext cx="531350" cy="2022475"/>
              <a:chOff x="4310300" y="630450"/>
              <a:chExt cx="531350" cy="2022475"/>
            </a:xfrm>
          </p:grpSpPr>
          <p:sp>
            <p:nvSpPr>
              <p:cNvPr id="1717" name="Google Shape;1717;p69"/>
              <p:cNvSpPr/>
              <p:nvPr/>
            </p:nvSpPr>
            <p:spPr>
              <a:xfrm>
                <a:off x="4310300" y="1182975"/>
                <a:ext cx="531350" cy="1469950"/>
              </a:xfrm>
              <a:custGeom>
                <a:avLst/>
                <a:gdLst/>
                <a:ahLst/>
                <a:cxnLst/>
                <a:rect l="l" t="t" r="r" b="b"/>
                <a:pathLst>
                  <a:path w="21254" h="58798" extrusionOk="0">
                    <a:moveTo>
                      <a:pt x="10627" y="1"/>
                    </a:moveTo>
                    <a:cubicBezTo>
                      <a:pt x="4763" y="1"/>
                      <a:pt x="1" y="2457"/>
                      <a:pt x="1" y="5464"/>
                    </a:cubicBezTo>
                    <a:cubicBezTo>
                      <a:pt x="1" y="6818"/>
                      <a:pt x="953" y="8046"/>
                      <a:pt x="2532" y="8998"/>
                    </a:cubicBezTo>
                    <a:lnTo>
                      <a:pt x="2532" y="52232"/>
                    </a:lnTo>
                    <a:cubicBezTo>
                      <a:pt x="2532" y="52232"/>
                      <a:pt x="2331" y="58798"/>
                      <a:pt x="11028" y="58798"/>
                    </a:cubicBezTo>
                    <a:cubicBezTo>
                      <a:pt x="19550" y="58798"/>
                      <a:pt x="18723" y="52232"/>
                      <a:pt x="18723" y="52232"/>
                    </a:cubicBezTo>
                    <a:lnTo>
                      <a:pt x="18723" y="8998"/>
                    </a:lnTo>
                    <a:cubicBezTo>
                      <a:pt x="20302" y="8046"/>
                      <a:pt x="21254" y="6818"/>
                      <a:pt x="21254" y="5464"/>
                    </a:cubicBezTo>
                    <a:cubicBezTo>
                      <a:pt x="21254" y="2457"/>
                      <a:pt x="16492" y="1"/>
                      <a:pt x="10627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718" name="Google Shape;1718;p69"/>
              <p:cNvSpPr/>
              <p:nvPr/>
            </p:nvSpPr>
            <p:spPr>
              <a:xfrm>
                <a:off x="4310300" y="1216200"/>
                <a:ext cx="531350" cy="1436725"/>
              </a:xfrm>
              <a:custGeom>
                <a:avLst/>
                <a:gdLst/>
                <a:ahLst/>
                <a:cxnLst/>
                <a:rect l="l" t="t" r="r" b="b"/>
                <a:pathLst>
                  <a:path w="21254" h="57469" extrusionOk="0">
                    <a:moveTo>
                      <a:pt x="17545" y="0"/>
                    </a:moveTo>
                    <a:lnTo>
                      <a:pt x="17545" y="0"/>
                    </a:lnTo>
                    <a:cubicBezTo>
                      <a:pt x="17845" y="3484"/>
                      <a:pt x="13384" y="4912"/>
                      <a:pt x="10502" y="5238"/>
                    </a:cubicBezTo>
                    <a:cubicBezTo>
                      <a:pt x="9591" y="5337"/>
                      <a:pt x="8584" y="5406"/>
                      <a:pt x="7545" y="5406"/>
                    </a:cubicBezTo>
                    <a:cubicBezTo>
                      <a:pt x="4895" y="5406"/>
                      <a:pt x="2045" y="4957"/>
                      <a:pt x="101" y="3409"/>
                    </a:cubicBezTo>
                    <a:cubicBezTo>
                      <a:pt x="26" y="3634"/>
                      <a:pt x="1" y="3885"/>
                      <a:pt x="1" y="4135"/>
                    </a:cubicBezTo>
                    <a:cubicBezTo>
                      <a:pt x="1" y="5489"/>
                      <a:pt x="953" y="6717"/>
                      <a:pt x="2532" y="7669"/>
                    </a:cubicBezTo>
                    <a:lnTo>
                      <a:pt x="2532" y="9975"/>
                    </a:lnTo>
                    <a:cubicBezTo>
                      <a:pt x="2888" y="9772"/>
                      <a:pt x="3275" y="9652"/>
                      <a:pt x="3673" y="9652"/>
                    </a:cubicBezTo>
                    <a:cubicBezTo>
                      <a:pt x="4059" y="9652"/>
                      <a:pt x="4455" y="9766"/>
                      <a:pt x="4838" y="10025"/>
                    </a:cubicBezTo>
                    <a:cubicBezTo>
                      <a:pt x="6642" y="11278"/>
                      <a:pt x="8497" y="11078"/>
                      <a:pt x="10452" y="11754"/>
                    </a:cubicBezTo>
                    <a:cubicBezTo>
                      <a:pt x="12833" y="12582"/>
                      <a:pt x="13785" y="14712"/>
                      <a:pt x="14086" y="17068"/>
                    </a:cubicBezTo>
                    <a:cubicBezTo>
                      <a:pt x="15038" y="24361"/>
                      <a:pt x="14512" y="31930"/>
                      <a:pt x="14061" y="39248"/>
                    </a:cubicBezTo>
                    <a:cubicBezTo>
                      <a:pt x="13810" y="43334"/>
                      <a:pt x="14061" y="50075"/>
                      <a:pt x="10276" y="52682"/>
                    </a:cubicBezTo>
                    <a:cubicBezTo>
                      <a:pt x="9225" y="53407"/>
                      <a:pt x="8133" y="53720"/>
                      <a:pt x="7058" y="53720"/>
                    </a:cubicBezTo>
                    <a:cubicBezTo>
                      <a:pt x="5493" y="53720"/>
                      <a:pt x="3965" y="53056"/>
                      <a:pt x="2657" y="52030"/>
                    </a:cubicBezTo>
                    <a:lnTo>
                      <a:pt x="2657" y="52030"/>
                    </a:lnTo>
                    <a:cubicBezTo>
                      <a:pt x="3033" y="53910"/>
                      <a:pt x="4612" y="57469"/>
                      <a:pt x="11028" y="57469"/>
                    </a:cubicBezTo>
                    <a:cubicBezTo>
                      <a:pt x="19550" y="57469"/>
                      <a:pt x="18723" y="50903"/>
                      <a:pt x="18723" y="50903"/>
                    </a:cubicBezTo>
                    <a:lnTo>
                      <a:pt x="18723" y="7669"/>
                    </a:lnTo>
                    <a:cubicBezTo>
                      <a:pt x="20302" y="6717"/>
                      <a:pt x="21254" y="5489"/>
                      <a:pt x="21254" y="4135"/>
                    </a:cubicBezTo>
                    <a:cubicBezTo>
                      <a:pt x="21254" y="2481"/>
                      <a:pt x="19825" y="1003"/>
                      <a:pt x="17545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719" name="Google Shape;1719;p69"/>
              <p:cNvSpPr/>
              <p:nvPr/>
            </p:nvSpPr>
            <p:spPr>
              <a:xfrm>
                <a:off x="4427475" y="1840700"/>
                <a:ext cx="312675" cy="757575"/>
              </a:xfrm>
              <a:custGeom>
                <a:avLst/>
                <a:gdLst/>
                <a:ahLst/>
                <a:cxnLst/>
                <a:rect l="l" t="t" r="r" b="b"/>
                <a:pathLst>
                  <a:path w="12507" h="30303" extrusionOk="0">
                    <a:moveTo>
                      <a:pt x="6355" y="1"/>
                    </a:moveTo>
                    <a:cubicBezTo>
                      <a:pt x="4335" y="1"/>
                      <a:pt x="2067" y="513"/>
                      <a:pt x="0" y="2163"/>
                    </a:cubicBezTo>
                    <a:cubicBezTo>
                      <a:pt x="0" y="2163"/>
                      <a:pt x="351" y="23717"/>
                      <a:pt x="477" y="26399"/>
                    </a:cubicBezTo>
                    <a:cubicBezTo>
                      <a:pt x="594" y="28912"/>
                      <a:pt x="2714" y="30302"/>
                      <a:pt x="5394" y="30302"/>
                    </a:cubicBezTo>
                    <a:cubicBezTo>
                      <a:pt x="5573" y="30302"/>
                      <a:pt x="5756" y="30296"/>
                      <a:pt x="5940" y="30283"/>
                    </a:cubicBezTo>
                    <a:cubicBezTo>
                      <a:pt x="8848" y="30058"/>
                      <a:pt x="12507" y="30283"/>
                      <a:pt x="12331" y="24168"/>
                    </a:cubicBezTo>
                    <a:cubicBezTo>
                      <a:pt x="12181" y="18053"/>
                      <a:pt x="12331" y="1386"/>
                      <a:pt x="12331" y="1386"/>
                    </a:cubicBezTo>
                    <a:cubicBezTo>
                      <a:pt x="12331" y="1386"/>
                      <a:pt x="9677" y="1"/>
                      <a:pt x="6355" y="1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720" name="Google Shape;1720;p69"/>
              <p:cNvSpPr/>
              <p:nvPr/>
            </p:nvSpPr>
            <p:spPr>
              <a:xfrm>
                <a:off x="4441250" y="1850275"/>
                <a:ext cx="298900" cy="747950"/>
              </a:xfrm>
              <a:custGeom>
                <a:avLst/>
                <a:gdLst/>
                <a:ahLst/>
                <a:cxnLst/>
                <a:rect l="l" t="t" r="r" b="b"/>
                <a:pathLst>
                  <a:path w="11956" h="29918" extrusionOk="0">
                    <a:moveTo>
                      <a:pt x="8948" y="1"/>
                    </a:moveTo>
                    <a:cubicBezTo>
                      <a:pt x="8013" y="2337"/>
                      <a:pt x="5972" y="3330"/>
                      <a:pt x="3789" y="3330"/>
                    </a:cubicBezTo>
                    <a:cubicBezTo>
                      <a:pt x="3514" y="3330"/>
                      <a:pt x="3236" y="3315"/>
                      <a:pt x="2958" y="3284"/>
                    </a:cubicBezTo>
                    <a:lnTo>
                      <a:pt x="2958" y="3284"/>
                    </a:lnTo>
                    <a:cubicBezTo>
                      <a:pt x="3309" y="3434"/>
                      <a:pt x="3660" y="3585"/>
                      <a:pt x="3986" y="3735"/>
                    </a:cubicBezTo>
                    <a:cubicBezTo>
                      <a:pt x="4332" y="3510"/>
                      <a:pt x="4738" y="3369"/>
                      <a:pt x="5203" y="3369"/>
                    </a:cubicBezTo>
                    <a:cubicBezTo>
                      <a:pt x="5412" y="3369"/>
                      <a:pt x="5633" y="3397"/>
                      <a:pt x="5865" y="3459"/>
                    </a:cubicBezTo>
                    <a:cubicBezTo>
                      <a:pt x="6567" y="3635"/>
                      <a:pt x="7068" y="3860"/>
                      <a:pt x="7720" y="4211"/>
                    </a:cubicBezTo>
                    <a:cubicBezTo>
                      <a:pt x="8472" y="4612"/>
                      <a:pt x="8923" y="5464"/>
                      <a:pt x="8923" y="6316"/>
                    </a:cubicBezTo>
                    <a:cubicBezTo>
                      <a:pt x="8898" y="9700"/>
                      <a:pt x="8773" y="13083"/>
                      <a:pt x="8672" y="16467"/>
                    </a:cubicBezTo>
                    <a:cubicBezTo>
                      <a:pt x="8622" y="18472"/>
                      <a:pt x="8597" y="20552"/>
                      <a:pt x="8196" y="22532"/>
                    </a:cubicBezTo>
                    <a:cubicBezTo>
                      <a:pt x="7845" y="24261"/>
                      <a:pt x="7018" y="25915"/>
                      <a:pt x="5439" y="26793"/>
                    </a:cubicBezTo>
                    <a:cubicBezTo>
                      <a:pt x="4709" y="27189"/>
                      <a:pt x="3948" y="27347"/>
                      <a:pt x="3182" y="27347"/>
                    </a:cubicBezTo>
                    <a:cubicBezTo>
                      <a:pt x="2108" y="27347"/>
                      <a:pt x="1025" y="27037"/>
                      <a:pt x="1" y="26642"/>
                    </a:cubicBezTo>
                    <a:lnTo>
                      <a:pt x="1" y="26642"/>
                    </a:lnTo>
                    <a:cubicBezTo>
                      <a:pt x="422" y="28772"/>
                      <a:pt x="2394" y="29918"/>
                      <a:pt x="4857" y="29918"/>
                    </a:cubicBezTo>
                    <a:cubicBezTo>
                      <a:pt x="5032" y="29918"/>
                      <a:pt x="5210" y="29912"/>
                      <a:pt x="5389" y="29900"/>
                    </a:cubicBezTo>
                    <a:cubicBezTo>
                      <a:pt x="8297" y="29675"/>
                      <a:pt x="11956" y="29900"/>
                      <a:pt x="11780" y="23785"/>
                    </a:cubicBezTo>
                    <a:cubicBezTo>
                      <a:pt x="11630" y="17670"/>
                      <a:pt x="11780" y="1003"/>
                      <a:pt x="11780" y="1003"/>
                    </a:cubicBezTo>
                    <a:cubicBezTo>
                      <a:pt x="11780" y="1003"/>
                      <a:pt x="10652" y="427"/>
                      <a:pt x="8948" y="1"/>
                    </a:cubicBezTo>
                    <a:close/>
                  </a:path>
                </a:pathLst>
              </a:custGeom>
              <a:solidFill>
                <a:schemeClr val="dk1">
                  <a:alpha val="2083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721" name="Google Shape;1721;p69"/>
              <p:cNvSpPr/>
              <p:nvPr/>
            </p:nvSpPr>
            <p:spPr>
              <a:xfrm>
                <a:off x="4336375" y="1304125"/>
                <a:ext cx="415250" cy="78200"/>
              </a:xfrm>
              <a:custGeom>
                <a:avLst/>
                <a:gdLst/>
                <a:ahLst/>
                <a:cxnLst/>
                <a:rect l="l" t="t" r="r" b="b"/>
                <a:pathLst>
                  <a:path w="16610" h="3128" extrusionOk="0">
                    <a:moveTo>
                      <a:pt x="16098" y="0"/>
                    </a:moveTo>
                    <a:cubicBezTo>
                      <a:pt x="16035" y="0"/>
                      <a:pt x="15968" y="20"/>
                      <a:pt x="15900" y="67"/>
                    </a:cubicBezTo>
                    <a:cubicBezTo>
                      <a:pt x="13489" y="1658"/>
                      <a:pt x="10857" y="2392"/>
                      <a:pt x="8204" y="2392"/>
                    </a:cubicBezTo>
                    <a:cubicBezTo>
                      <a:pt x="5507" y="2392"/>
                      <a:pt x="2788" y="1632"/>
                      <a:pt x="261" y="242"/>
                    </a:cubicBezTo>
                    <a:cubicBezTo>
                      <a:pt x="246" y="236"/>
                      <a:pt x="230" y="234"/>
                      <a:pt x="215" y="234"/>
                    </a:cubicBezTo>
                    <a:cubicBezTo>
                      <a:pt x="103" y="234"/>
                      <a:pt x="0" y="380"/>
                      <a:pt x="111" y="468"/>
                    </a:cubicBezTo>
                    <a:cubicBezTo>
                      <a:pt x="2412" y="2282"/>
                      <a:pt x="5250" y="3128"/>
                      <a:pt x="8112" y="3128"/>
                    </a:cubicBezTo>
                    <a:cubicBezTo>
                      <a:pt x="10983" y="3128"/>
                      <a:pt x="13878" y="2275"/>
                      <a:pt x="16276" y="694"/>
                    </a:cubicBezTo>
                    <a:cubicBezTo>
                      <a:pt x="16609" y="485"/>
                      <a:pt x="16406" y="0"/>
                      <a:pt x="1609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722" name="Google Shape;1722;p69"/>
              <p:cNvSpPr/>
              <p:nvPr/>
            </p:nvSpPr>
            <p:spPr>
              <a:xfrm>
                <a:off x="4410750" y="1442700"/>
                <a:ext cx="337625" cy="55175"/>
              </a:xfrm>
              <a:custGeom>
                <a:avLst/>
                <a:gdLst/>
                <a:ahLst/>
                <a:cxnLst/>
                <a:rect l="l" t="t" r="r" b="b"/>
                <a:pathLst>
                  <a:path w="13505" h="2207" extrusionOk="0">
                    <a:moveTo>
                      <a:pt x="13245" y="1"/>
                    </a:moveTo>
                    <a:cubicBezTo>
                      <a:pt x="13224" y="1"/>
                      <a:pt x="13200" y="5"/>
                      <a:pt x="13176" y="13"/>
                    </a:cubicBezTo>
                    <a:cubicBezTo>
                      <a:pt x="11020" y="689"/>
                      <a:pt x="9040" y="1391"/>
                      <a:pt x="6760" y="1542"/>
                    </a:cubicBezTo>
                    <a:cubicBezTo>
                      <a:pt x="6398" y="1566"/>
                      <a:pt x="6039" y="1577"/>
                      <a:pt x="5681" y="1577"/>
                    </a:cubicBezTo>
                    <a:cubicBezTo>
                      <a:pt x="3805" y="1577"/>
                      <a:pt x="1974" y="1269"/>
                      <a:pt x="143" y="890"/>
                    </a:cubicBezTo>
                    <a:cubicBezTo>
                      <a:pt x="134" y="888"/>
                      <a:pt x="125" y="887"/>
                      <a:pt x="116" y="887"/>
                    </a:cubicBezTo>
                    <a:cubicBezTo>
                      <a:pt x="15" y="887"/>
                      <a:pt x="0" y="1019"/>
                      <a:pt x="93" y="1065"/>
                    </a:cubicBezTo>
                    <a:cubicBezTo>
                      <a:pt x="1886" y="1816"/>
                      <a:pt x="3965" y="2206"/>
                      <a:pt x="6055" y="2206"/>
                    </a:cubicBezTo>
                    <a:cubicBezTo>
                      <a:pt x="8637" y="2206"/>
                      <a:pt x="11234" y="1611"/>
                      <a:pt x="13326" y="364"/>
                    </a:cubicBezTo>
                    <a:cubicBezTo>
                      <a:pt x="13505" y="252"/>
                      <a:pt x="13425" y="1"/>
                      <a:pt x="1324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723" name="Google Shape;1723;p69"/>
              <p:cNvSpPr/>
              <p:nvPr/>
            </p:nvSpPr>
            <p:spPr>
              <a:xfrm>
                <a:off x="4406800" y="1843350"/>
                <a:ext cx="341500" cy="503200"/>
              </a:xfrm>
              <a:custGeom>
                <a:avLst/>
                <a:gdLst/>
                <a:ahLst/>
                <a:cxnLst/>
                <a:rect l="l" t="t" r="r" b="b"/>
                <a:pathLst>
                  <a:path w="13660" h="20128" extrusionOk="0">
                    <a:moveTo>
                      <a:pt x="8593" y="505"/>
                    </a:moveTo>
                    <a:cubicBezTo>
                      <a:pt x="9580" y="505"/>
                      <a:pt x="10619" y="590"/>
                      <a:pt x="11429" y="904"/>
                    </a:cubicBezTo>
                    <a:cubicBezTo>
                      <a:pt x="12081" y="1155"/>
                      <a:pt x="12457" y="1481"/>
                      <a:pt x="12682" y="1907"/>
                    </a:cubicBezTo>
                    <a:cubicBezTo>
                      <a:pt x="11025" y="3087"/>
                      <a:pt x="9274" y="3496"/>
                      <a:pt x="7478" y="3496"/>
                    </a:cubicBezTo>
                    <a:cubicBezTo>
                      <a:pt x="5118" y="3496"/>
                      <a:pt x="2681" y="2791"/>
                      <a:pt x="276" y="2207"/>
                    </a:cubicBezTo>
                    <a:cubicBezTo>
                      <a:pt x="2532" y="1355"/>
                      <a:pt x="4712" y="654"/>
                      <a:pt x="7143" y="553"/>
                    </a:cubicBezTo>
                    <a:cubicBezTo>
                      <a:pt x="7587" y="528"/>
                      <a:pt x="8083" y="505"/>
                      <a:pt x="8593" y="505"/>
                    </a:cubicBezTo>
                    <a:close/>
                    <a:moveTo>
                      <a:pt x="8396" y="1"/>
                    </a:moveTo>
                    <a:cubicBezTo>
                      <a:pt x="8203" y="1"/>
                      <a:pt x="8026" y="2"/>
                      <a:pt x="7870" y="2"/>
                    </a:cubicBezTo>
                    <a:cubicBezTo>
                      <a:pt x="5188" y="27"/>
                      <a:pt x="2406" y="603"/>
                      <a:pt x="101" y="2007"/>
                    </a:cubicBezTo>
                    <a:cubicBezTo>
                      <a:pt x="0" y="2057"/>
                      <a:pt x="25" y="2207"/>
                      <a:pt x="101" y="2232"/>
                    </a:cubicBezTo>
                    <a:cubicBezTo>
                      <a:pt x="50" y="2308"/>
                      <a:pt x="50" y="2433"/>
                      <a:pt x="176" y="2483"/>
                    </a:cubicBezTo>
                    <a:cubicBezTo>
                      <a:pt x="2429" y="3370"/>
                      <a:pt x="4999" y="4123"/>
                      <a:pt x="7477" y="4123"/>
                    </a:cubicBezTo>
                    <a:cubicBezTo>
                      <a:pt x="9408" y="4123"/>
                      <a:pt x="11283" y="3666"/>
                      <a:pt x="12908" y="2458"/>
                    </a:cubicBezTo>
                    <a:cubicBezTo>
                      <a:pt x="13033" y="3009"/>
                      <a:pt x="13008" y="3661"/>
                      <a:pt x="13008" y="4413"/>
                    </a:cubicBezTo>
                    <a:cubicBezTo>
                      <a:pt x="13058" y="9601"/>
                      <a:pt x="12782" y="14864"/>
                      <a:pt x="13058" y="20052"/>
                    </a:cubicBezTo>
                    <a:cubicBezTo>
                      <a:pt x="13058" y="20102"/>
                      <a:pt x="13102" y="20127"/>
                      <a:pt x="13146" y="20127"/>
                    </a:cubicBezTo>
                    <a:cubicBezTo>
                      <a:pt x="13190" y="20127"/>
                      <a:pt x="13233" y="20102"/>
                      <a:pt x="13233" y="20052"/>
                    </a:cubicBezTo>
                    <a:cubicBezTo>
                      <a:pt x="13484" y="16543"/>
                      <a:pt x="13359" y="12984"/>
                      <a:pt x="13409" y="9476"/>
                    </a:cubicBezTo>
                    <a:cubicBezTo>
                      <a:pt x="13434" y="7646"/>
                      <a:pt x="13459" y="5816"/>
                      <a:pt x="13484" y="3987"/>
                    </a:cubicBezTo>
                    <a:cubicBezTo>
                      <a:pt x="13509" y="3385"/>
                      <a:pt x="13660" y="2533"/>
                      <a:pt x="13534" y="1831"/>
                    </a:cubicBezTo>
                    <a:cubicBezTo>
                      <a:pt x="13559" y="1781"/>
                      <a:pt x="13534" y="1731"/>
                      <a:pt x="13509" y="1681"/>
                    </a:cubicBezTo>
                    <a:cubicBezTo>
                      <a:pt x="13459" y="1481"/>
                      <a:pt x="13384" y="1280"/>
                      <a:pt x="13233" y="1105"/>
                    </a:cubicBezTo>
                    <a:cubicBezTo>
                      <a:pt x="12389" y="60"/>
                      <a:pt x="9908" y="1"/>
                      <a:pt x="839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724" name="Google Shape;1724;p69"/>
              <p:cNvSpPr/>
              <p:nvPr/>
            </p:nvSpPr>
            <p:spPr>
              <a:xfrm>
                <a:off x="4475100" y="630450"/>
                <a:ext cx="149150" cy="132025"/>
              </a:xfrm>
              <a:custGeom>
                <a:avLst/>
                <a:gdLst/>
                <a:ahLst/>
                <a:cxnLst/>
                <a:rect l="l" t="t" r="r" b="b"/>
                <a:pathLst>
                  <a:path w="5966" h="5281" extrusionOk="0">
                    <a:moveTo>
                      <a:pt x="2992" y="0"/>
                    </a:moveTo>
                    <a:cubicBezTo>
                      <a:pt x="1899" y="0"/>
                      <a:pt x="878" y="679"/>
                      <a:pt x="501" y="1751"/>
                    </a:cubicBezTo>
                    <a:cubicBezTo>
                      <a:pt x="0" y="3129"/>
                      <a:pt x="727" y="4633"/>
                      <a:pt x="2105" y="5134"/>
                    </a:cubicBezTo>
                    <a:cubicBezTo>
                      <a:pt x="2392" y="5233"/>
                      <a:pt x="2684" y="5280"/>
                      <a:pt x="2971" y="5280"/>
                    </a:cubicBezTo>
                    <a:cubicBezTo>
                      <a:pt x="4066" y="5280"/>
                      <a:pt x="5092" y="4597"/>
                      <a:pt x="5489" y="3505"/>
                    </a:cubicBezTo>
                    <a:cubicBezTo>
                      <a:pt x="5965" y="2127"/>
                      <a:pt x="5238" y="623"/>
                      <a:pt x="3860" y="147"/>
                    </a:cubicBezTo>
                    <a:cubicBezTo>
                      <a:pt x="3573" y="47"/>
                      <a:pt x="3280" y="0"/>
                      <a:pt x="2992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725" name="Google Shape;1725;p69"/>
              <p:cNvSpPr/>
              <p:nvPr/>
            </p:nvSpPr>
            <p:spPr>
              <a:xfrm>
                <a:off x="4499525" y="636600"/>
                <a:ext cx="123450" cy="125875"/>
              </a:xfrm>
              <a:custGeom>
                <a:avLst/>
                <a:gdLst/>
                <a:ahLst/>
                <a:cxnLst/>
                <a:rect l="l" t="t" r="r" b="b"/>
                <a:pathLst>
                  <a:path w="4938" h="5035" extrusionOk="0">
                    <a:moveTo>
                      <a:pt x="3133" y="1"/>
                    </a:moveTo>
                    <a:cubicBezTo>
                      <a:pt x="3058" y="728"/>
                      <a:pt x="3083" y="1430"/>
                      <a:pt x="2732" y="2081"/>
                    </a:cubicBezTo>
                    <a:cubicBezTo>
                      <a:pt x="2432" y="2658"/>
                      <a:pt x="1956" y="3008"/>
                      <a:pt x="1454" y="3384"/>
                    </a:cubicBezTo>
                    <a:cubicBezTo>
                      <a:pt x="1003" y="3760"/>
                      <a:pt x="527" y="4011"/>
                      <a:pt x="1" y="4086"/>
                    </a:cubicBezTo>
                    <a:cubicBezTo>
                      <a:pt x="276" y="4437"/>
                      <a:pt x="677" y="4713"/>
                      <a:pt x="1128" y="4888"/>
                    </a:cubicBezTo>
                    <a:cubicBezTo>
                      <a:pt x="1415" y="4987"/>
                      <a:pt x="1707" y="5034"/>
                      <a:pt x="1994" y="5034"/>
                    </a:cubicBezTo>
                    <a:cubicBezTo>
                      <a:pt x="3089" y="5034"/>
                      <a:pt x="4115" y="4351"/>
                      <a:pt x="4512" y="3259"/>
                    </a:cubicBezTo>
                    <a:cubicBezTo>
                      <a:pt x="4938" y="1981"/>
                      <a:pt x="4336" y="577"/>
                      <a:pt x="3133" y="1"/>
                    </a:cubicBezTo>
                    <a:close/>
                  </a:path>
                </a:pathLst>
              </a:custGeom>
              <a:solidFill>
                <a:schemeClr val="dk1">
                  <a:alpha val="2083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726" name="Google Shape;1726;p69"/>
              <p:cNvSpPr/>
              <p:nvPr/>
            </p:nvSpPr>
            <p:spPr>
              <a:xfrm>
                <a:off x="4545900" y="664775"/>
                <a:ext cx="52650" cy="58025"/>
              </a:xfrm>
              <a:custGeom>
                <a:avLst/>
                <a:gdLst/>
                <a:ahLst/>
                <a:cxnLst/>
                <a:rect l="l" t="t" r="r" b="b"/>
                <a:pathLst>
                  <a:path w="2106" h="2321" extrusionOk="0">
                    <a:moveTo>
                      <a:pt x="1582" y="1"/>
                    </a:moveTo>
                    <a:cubicBezTo>
                      <a:pt x="1531" y="1"/>
                      <a:pt x="1479" y="28"/>
                      <a:pt x="1479" y="77"/>
                    </a:cubicBezTo>
                    <a:cubicBezTo>
                      <a:pt x="1504" y="277"/>
                      <a:pt x="1604" y="453"/>
                      <a:pt x="1604" y="653"/>
                    </a:cubicBezTo>
                    <a:cubicBezTo>
                      <a:pt x="1604" y="904"/>
                      <a:pt x="1504" y="1180"/>
                      <a:pt x="1379" y="1405"/>
                    </a:cubicBezTo>
                    <a:cubicBezTo>
                      <a:pt x="1146" y="1823"/>
                      <a:pt x="742" y="2112"/>
                      <a:pt x="265" y="2112"/>
                    </a:cubicBezTo>
                    <a:cubicBezTo>
                      <a:pt x="227" y="2112"/>
                      <a:pt x="189" y="2111"/>
                      <a:pt x="151" y="2107"/>
                    </a:cubicBezTo>
                    <a:cubicBezTo>
                      <a:pt x="25" y="2107"/>
                      <a:pt x="0" y="2282"/>
                      <a:pt x="126" y="2308"/>
                    </a:cubicBezTo>
                    <a:cubicBezTo>
                      <a:pt x="193" y="2316"/>
                      <a:pt x="260" y="2321"/>
                      <a:pt x="327" y="2321"/>
                    </a:cubicBezTo>
                    <a:cubicBezTo>
                      <a:pt x="828" y="2321"/>
                      <a:pt x="1294" y="2073"/>
                      <a:pt x="1604" y="1631"/>
                    </a:cubicBezTo>
                    <a:cubicBezTo>
                      <a:pt x="1880" y="1230"/>
                      <a:pt x="2106" y="403"/>
                      <a:pt x="1654" y="27"/>
                    </a:cubicBezTo>
                    <a:cubicBezTo>
                      <a:pt x="1637" y="9"/>
                      <a:pt x="1609" y="1"/>
                      <a:pt x="1582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727" name="Google Shape;1727;p69"/>
              <p:cNvSpPr/>
              <p:nvPr/>
            </p:nvSpPr>
            <p:spPr>
              <a:xfrm>
                <a:off x="4456925" y="810450"/>
                <a:ext cx="258175" cy="229425"/>
              </a:xfrm>
              <a:custGeom>
                <a:avLst/>
                <a:gdLst/>
                <a:ahLst/>
                <a:cxnLst/>
                <a:rect l="l" t="t" r="r" b="b"/>
                <a:pathLst>
                  <a:path w="10327" h="9177" extrusionOk="0">
                    <a:moveTo>
                      <a:pt x="5148" y="0"/>
                    </a:moveTo>
                    <a:cubicBezTo>
                      <a:pt x="3257" y="0"/>
                      <a:pt x="1480" y="1193"/>
                      <a:pt x="827" y="3072"/>
                    </a:cubicBezTo>
                    <a:cubicBezTo>
                      <a:pt x="0" y="5453"/>
                      <a:pt x="1253" y="8085"/>
                      <a:pt x="3634" y="8912"/>
                    </a:cubicBezTo>
                    <a:cubicBezTo>
                      <a:pt x="4141" y="9091"/>
                      <a:pt x="4657" y="9176"/>
                      <a:pt x="5164" y="9176"/>
                    </a:cubicBezTo>
                    <a:cubicBezTo>
                      <a:pt x="7061" y="9176"/>
                      <a:pt x="8827" y="7984"/>
                      <a:pt x="9499" y="6105"/>
                    </a:cubicBezTo>
                    <a:cubicBezTo>
                      <a:pt x="10326" y="3699"/>
                      <a:pt x="9073" y="1092"/>
                      <a:pt x="6667" y="265"/>
                    </a:cubicBezTo>
                    <a:cubicBezTo>
                      <a:pt x="6165" y="85"/>
                      <a:pt x="5653" y="0"/>
                      <a:pt x="5148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728" name="Google Shape;1728;p69"/>
              <p:cNvSpPr/>
              <p:nvPr/>
            </p:nvSpPr>
            <p:spPr>
              <a:xfrm>
                <a:off x="4487000" y="820200"/>
                <a:ext cx="226850" cy="219675"/>
              </a:xfrm>
              <a:custGeom>
                <a:avLst/>
                <a:gdLst/>
                <a:ahLst/>
                <a:cxnLst/>
                <a:rect l="l" t="t" r="r" b="b"/>
                <a:pathLst>
                  <a:path w="9074" h="8787" extrusionOk="0">
                    <a:moveTo>
                      <a:pt x="5840" y="0"/>
                    </a:moveTo>
                    <a:lnTo>
                      <a:pt x="5840" y="0"/>
                    </a:lnTo>
                    <a:cubicBezTo>
                      <a:pt x="7118" y="1354"/>
                      <a:pt x="7118" y="3434"/>
                      <a:pt x="6191" y="5038"/>
                    </a:cubicBezTo>
                    <a:cubicBezTo>
                      <a:pt x="5414" y="6417"/>
                      <a:pt x="3915" y="7194"/>
                      <a:pt x="2370" y="7194"/>
                    </a:cubicBezTo>
                    <a:cubicBezTo>
                      <a:pt x="1921" y="7194"/>
                      <a:pt x="1468" y="7128"/>
                      <a:pt x="1028" y="6993"/>
                    </a:cubicBezTo>
                    <a:cubicBezTo>
                      <a:pt x="652" y="6893"/>
                      <a:pt x="326" y="6717"/>
                      <a:pt x="0" y="6517"/>
                    </a:cubicBezTo>
                    <a:lnTo>
                      <a:pt x="0" y="6517"/>
                    </a:lnTo>
                    <a:cubicBezTo>
                      <a:pt x="527" y="7419"/>
                      <a:pt x="1379" y="8146"/>
                      <a:pt x="2431" y="8522"/>
                    </a:cubicBezTo>
                    <a:cubicBezTo>
                      <a:pt x="2938" y="8701"/>
                      <a:pt x="3454" y="8786"/>
                      <a:pt x="3961" y="8786"/>
                    </a:cubicBezTo>
                    <a:cubicBezTo>
                      <a:pt x="5858" y="8786"/>
                      <a:pt x="7624" y="7594"/>
                      <a:pt x="8296" y="5715"/>
                    </a:cubicBezTo>
                    <a:cubicBezTo>
                      <a:pt x="9073" y="3434"/>
                      <a:pt x="7995" y="978"/>
                      <a:pt x="5840" y="0"/>
                    </a:cubicBezTo>
                    <a:close/>
                  </a:path>
                </a:pathLst>
              </a:custGeom>
              <a:solidFill>
                <a:schemeClr val="dk1">
                  <a:alpha val="2083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729" name="Google Shape;1729;p69"/>
              <p:cNvSpPr/>
              <p:nvPr/>
            </p:nvSpPr>
            <p:spPr>
              <a:xfrm>
                <a:off x="4597575" y="909200"/>
                <a:ext cx="73025" cy="97300"/>
              </a:xfrm>
              <a:custGeom>
                <a:avLst/>
                <a:gdLst/>
                <a:ahLst/>
                <a:cxnLst/>
                <a:rect l="l" t="t" r="r" b="b"/>
                <a:pathLst>
                  <a:path w="2921" h="3892" extrusionOk="0">
                    <a:moveTo>
                      <a:pt x="1966" y="0"/>
                    </a:moveTo>
                    <a:cubicBezTo>
                      <a:pt x="1895" y="0"/>
                      <a:pt x="1827" y="77"/>
                      <a:pt x="1843" y="175"/>
                    </a:cubicBezTo>
                    <a:cubicBezTo>
                      <a:pt x="1943" y="902"/>
                      <a:pt x="2018" y="1528"/>
                      <a:pt x="1693" y="2255"/>
                    </a:cubicBezTo>
                    <a:cubicBezTo>
                      <a:pt x="1367" y="2907"/>
                      <a:pt x="815" y="3433"/>
                      <a:pt x="114" y="3658"/>
                    </a:cubicBezTo>
                    <a:cubicBezTo>
                      <a:pt x="1" y="3704"/>
                      <a:pt x="30" y="3891"/>
                      <a:pt x="147" y="3891"/>
                    </a:cubicBezTo>
                    <a:cubicBezTo>
                      <a:pt x="160" y="3891"/>
                      <a:pt x="174" y="3889"/>
                      <a:pt x="189" y="3884"/>
                    </a:cubicBezTo>
                    <a:cubicBezTo>
                      <a:pt x="1592" y="3458"/>
                      <a:pt x="2921" y="1528"/>
                      <a:pt x="2069" y="74"/>
                    </a:cubicBezTo>
                    <a:cubicBezTo>
                      <a:pt x="2042" y="22"/>
                      <a:pt x="2004" y="0"/>
                      <a:pt x="1966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730" name="Google Shape;1730;p69"/>
              <p:cNvSpPr/>
              <p:nvPr/>
            </p:nvSpPr>
            <p:spPr>
              <a:xfrm>
                <a:off x="4380475" y="1000200"/>
                <a:ext cx="74600" cy="66075"/>
              </a:xfrm>
              <a:custGeom>
                <a:avLst/>
                <a:gdLst/>
                <a:ahLst/>
                <a:cxnLst/>
                <a:rect l="l" t="t" r="r" b="b"/>
                <a:pathLst>
                  <a:path w="2984" h="2643" extrusionOk="0">
                    <a:moveTo>
                      <a:pt x="1500" y="1"/>
                    </a:moveTo>
                    <a:cubicBezTo>
                      <a:pt x="944" y="1"/>
                      <a:pt x="431" y="337"/>
                      <a:pt x="251" y="896"/>
                    </a:cubicBezTo>
                    <a:cubicBezTo>
                      <a:pt x="1" y="1572"/>
                      <a:pt x="377" y="2324"/>
                      <a:pt x="1053" y="2575"/>
                    </a:cubicBezTo>
                    <a:cubicBezTo>
                      <a:pt x="1196" y="2621"/>
                      <a:pt x="1341" y="2643"/>
                      <a:pt x="1484" y="2643"/>
                    </a:cubicBezTo>
                    <a:cubicBezTo>
                      <a:pt x="2040" y="2643"/>
                      <a:pt x="2553" y="2307"/>
                      <a:pt x="2733" y="1748"/>
                    </a:cubicBezTo>
                    <a:cubicBezTo>
                      <a:pt x="2983" y="1071"/>
                      <a:pt x="2607" y="319"/>
                      <a:pt x="1931" y="69"/>
                    </a:cubicBezTo>
                    <a:cubicBezTo>
                      <a:pt x="1788" y="23"/>
                      <a:pt x="1642" y="1"/>
                      <a:pt x="1500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731" name="Google Shape;1731;p69"/>
              <p:cNvSpPr/>
              <p:nvPr/>
            </p:nvSpPr>
            <p:spPr>
              <a:xfrm>
                <a:off x="4389250" y="1015050"/>
                <a:ext cx="63300" cy="51225"/>
              </a:xfrm>
              <a:custGeom>
                <a:avLst/>
                <a:gdLst/>
                <a:ahLst/>
                <a:cxnLst/>
                <a:rect l="l" t="t" r="r" b="b"/>
                <a:pathLst>
                  <a:path w="2532" h="2049" extrusionOk="0">
                    <a:moveTo>
                      <a:pt x="2231" y="1"/>
                    </a:moveTo>
                    <a:cubicBezTo>
                      <a:pt x="1905" y="803"/>
                      <a:pt x="1204" y="1404"/>
                      <a:pt x="101" y="1404"/>
                    </a:cubicBezTo>
                    <a:lnTo>
                      <a:pt x="1" y="1404"/>
                    </a:lnTo>
                    <a:cubicBezTo>
                      <a:pt x="151" y="1655"/>
                      <a:pt x="402" y="1881"/>
                      <a:pt x="702" y="1981"/>
                    </a:cubicBezTo>
                    <a:cubicBezTo>
                      <a:pt x="845" y="2027"/>
                      <a:pt x="990" y="2049"/>
                      <a:pt x="1133" y="2049"/>
                    </a:cubicBezTo>
                    <a:cubicBezTo>
                      <a:pt x="1689" y="2049"/>
                      <a:pt x="2202" y="1713"/>
                      <a:pt x="2382" y="1154"/>
                    </a:cubicBezTo>
                    <a:cubicBezTo>
                      <a:pt x="2532" y="753"/>
                      <a:pt x="2457" y="352"/>
                      <a:pt x="2231" y="1"/>
                    </a:cubicBezTo>
                    <a:close/>
                  </a:path>
                </a:pathLst>
              </a:custGeom>
              <a:solidFill>
                <a:schemeClr val="dk1">
                  <a:alpha val="2083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732" name="Google Shape;1732;p69"/>
              <p:cNvSpPr/>
              <p:nvPr/>
            </p:nvSpPr>
            <p:spPr>
              <a:xfrm>
                <a:off x="4401300" y="1031425"/>
                <a:ext cx="36350" cy="30275"/>
              </a:xfrm>
              <a:custGeom>
                <a:avLst/>
                <a:gdLst/>
                <a:ahLst/>
                <a:cxnLst/>
                <a:rect l="l" t="t" r="r" b="b"/>
                <a:pathLst>
                  <a:path w="1454" h="1211" extrusionOk="0">
                    <a:moveTo>
                      <a:pt x="1119" y="0"/>
                    </a:moveTo>
                    <a:cubicBezTo>
                      <a:pt x="1056" y="0"/>
                      <a:pt x="989" y="56"/>
                      <a:pt x="1022" y="123"/>
                    </a:cubicBezTo>
                    <a:cubicBezTo>
                      <a:pt x="1131" y="537"/>
                      <a:pt x="766" y="1008"/>
                      <a:pt x="339" y="1008"/>
                    </a:cubicBezTo>
                    <a:cubicBezTo>
                      <a:pt x="275" y="1008"/>
                      <a:pt x="210" y="998"/>
                      <a:pt x="145" y="975"/>
                    </a:cubicBezTo>
                    <a:cubicBezTo>
                      <a:pt x="138" y="973"/>
                      <a:pt x="130" y="972"/>
                      <a:pt x="123" y="972"/>
                    </a:cubicBezTo>
                    <a:cubicBezTo>
                      <a:pt x="38" y="972"/>
                      <a:pt x="0" y="1104"/>
                      <a:pt x="70" y="1150"/>
                    </a:cubicBezTo>
                    <a:cubicBezTo>
                      <a:pt x="171" y="1192"/>
                      <a:pt x="274" y="1210"/>
                      <a:pt x="375" y="1210"/>
                    </a:cubicBezTo>
                    <a:cubicBezTo>
                      <a:pt x="948" y="1210"/>
                      <a:pt x="1454" y="602"/>
                      <a:pt x="1198" y="48"/>
                    </a:cubicBezTo>
                    <a:cubicBezTo>
                      <a:pt x="1181" y="14"/>
                      <a:pt x="1150" y="0"/>
                      <a:pt x="111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733" name="Google Shape;1733;p69"/>
              <p:cNvSpPr/>
              <p:nvPr/>
            </p:nvSpPr>
            <p:spPr>
              <a:xfrm>
                <a:off x="4446275" y="1143000"/>
                <a:ext cx="149150" cy="132000"/>
              </a:xfrm>
              <a:custGeom>
                <a:avLst/>
                <a:gdLst/>
                <a:ahLst/>
                <a:cxnLst/>
                <a:rect l="l" t="t" r="r" b="b"/>
                <a:pathLst>
                  <a:path w="5966" h="5280" extrusionOk="0">
                    <a:moveTo>
                      <a:pt x="2994" y="0"/>
                    </a:moveTo>
                    <a:cubicBezTo>
                      <a:pt x="1900" y="0"/>
                      <a:pt x="874" y="683"/>
                      <a:pt x="476" y="1775"/>
                    </a:cubicBezTo>
                    <a:cubicBezTo>
                      <a:pt x="0" y="3154"/>
                      <a:pt x="727" y="4657"/>
                      <a:pt x="2106" y="5134"/>
                    </a:cubicBezTo>
                    <a:cubicBezTo>
                      <a:pt x="2392" y="5233"/>
                      <a:pt x="2684" y="5280"/>
                      <a:pt x="2971" y="5280"/>
                    </a:cubicBezTo>
                    <a:cubicBezTo>
                      <a:pt x="4065" y="5280"/>
                      <a:pt x="5087" y="4596"/>
                      <a:pt x="5464" y="3504"/>
                    </a:cubicBezTo>
                    <a:cubicBezTo>
                      <a:pt x="5965" y="2126"/>
                      <a:pt x="5238" y="622"/>
                      <a:pt x="3860" y="146"/>
                    </a:cubicBezTo>
                    <a:cubicBezTo>
                      <a:pt x="3573" y="47"/>
                      <a:pt x="3282" y="0"/>
                      <a:pt x="2994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734" name="Google Shape;1734;p69"/>
              <p:cNvSpPr/>
              <p:nvPr/>
            </p:nvSpPr>
            <p:spPr>
              <a:xfrm>
                <a:off x="4487625" y="1147275"/>
                <a:ext cx="107175" cy="127725"/>
              </a:xfrm>
              <a:custGeom>
                <a:avLst/>
                <a:gdLst/>
                <a:ahLst/>
                <a:cxnLst/>
                <a:rect l="l" t="t" r="r" b="b"/>
                <a:pathLst>
                  <a:path w="4287" h="5109" extrusionOk="0">
                    <a:moveTo>
                      <a:pt x="0" y="4737"/>
                    </a:moveTo>
                    <a:cubicBezTo>
                      <a:pt x="0" y="4737"/>
                      <a:pt x="15" y="4752"/>
                      <a:pt x="34" y="4759"/>
                    </a:cubicBezTo>
                    <a:lnTo>
                      <a:pt x="34" y="4759"/>
                    </a:lnTo>
                    <a:cubicBezTo>
                      <a:pt x="23" y="4752"/>
                      <a:pt x="11" y="4744"/>
                      <a:pt x="0" y="4737"/>
                    </a:cubicBezTo>
                    <a:close/>
                    <a:moveTo>
                      <a:pt x="2281" y="0"/>
                    </a:moveTo>
                    <a:lnTo>
                      <a:pt x="2281" y="0"/>
                    </a:lnTo>
                    <a:cubicBezTo>
                      <a:pt x="2532" y="426"/>
                      <a:pt x="2657" y="902"/>
                      <a:pt x="2657" y="1379"/>
                    </a:cubicBezTo>
                    <a:cubicBezTo>
                      <a:pt x="2657" y="1579"/>
                      <a:pt x="2657" y="1755"/>
                      <a:pt x="2632" y="1955"/>
                    </a:cubicBezTo>
                    <a:cubicBezTo>
                      <a:pt x="2607" y="2256"/>
                      <a:pt x="2582" y="2582"/>
                      <a:pt x="2507" y="2857"/>
                    </a:cubicBezTo>
                    <a:cubicBezTo>
                      <a:pt x="2306" y="3509"/>
                      <a:pt x="1880" y="4035"/>
                      <a:pt x="1304" y="4411"/>
                    </a:cubicBezTo>
                    <a:cubicBezTo>
                      <a:pt x="928" y="4637"/>
                      <a:pt x="477" y="4737"/>
                      <a:pt x="51" y="4762"/>
                    </a:cubicBezTo>
                    <a:cubicBezTo>
                      <a:pt x="45" y="4762"/>
                      <a:pt x="39" y="4761"/>
                      <a:pt x="34" y="4759"/>
                    </a:cubicBezTo>
                    <a:lnTo>
                      <a:pt x="34" y="4759"/>
                    </a:lnTo>
                    <a:cubicBezTo>
                      <a:pt x="173" y="4848"/>
                      <a:pt x="312" y="4916"/>
                      <a:pt x="452" y="4963"/>
                    </a:cubicBezTo>
                    <a:cubicBezTo>
                      <a:pt x="738" y="5062"/>
                      <a:pt x="1030" y="5109"/>
                      <a:pt x="1317" y="5109"/>
                    </a:cubicBezTo>
                    <a:cubicBezTo>
                      <a:pt x="2411" y="5109"/>
                      <a:pt x="3433" y="4425"/>
                      <a:pt x="3810" y="3333"/>
                    </a:cubicBezTo>
                    <a:cubicBezTo>
                      <a:pt x="4286" y="1980"/>
                      <a:pt x="3609" y="526"/>
                      <a:pt x="2281" y="0"/>
                    </a:cubicBezTo>
                    <a:close/>
                  </a:path>
                </a:pathLst>
              </a:custGeom>
              <a:solidFill>
                <a:schemeClr val="dk1">
                  <a:alpha val="2083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735" name="Google Shape;1735;p69"/>
              <p:cNvSpPr/>
              <p:nvPr/>
            </p:nvSpPr>
            <p:spPr>
              <a:xfrm>
                <a:off x="4501600" y="1201425"/>
                <a:ext cx="50575" cy="58075"/>
              </a:xfrm>
              <a:custGeom>
                <a:avLst/>
                <a:gdLst/>
                <a:ahLst/>
                <a:cxnLst/>
                <a:rect l="l" t="t" r="r" b="b"/>
                <a:pathLst>
                  <a:path w="2023" h="2323" extrusionOk="0">
                    <a:moveTo>
                      <a:pt x="1671" y="0"/>
                    </a:moveTo>
                    <a:cubicBezTo>
                      <a:pt x="1605" y="0"/>
                      <a:pt x="1538" y="60"/>
                      <a:pt x="1522" y="140"/>
                    </a:cubicBezTo>
                    <a:cubicBezTo>
                      <a:pt x="1472" y="591"/>
                      <a:pt x="1497" y="942"/>
                      <a:pt x="1246" y="1368"/>
                    </a:cubicBezTo>
                    <a:cubicBezTo>
                      <a:pt x="995" y="1744"/>
                      <a:pt x="594" y="2020"/>
                      <a:pt x="143" y="2095"/>
                    </a:cubicBezTo>
                    <a:cubicBezTo>
                      <a:pt x="1" y="2119"/>
                      <a:pt x="16" y="2322"/>
                      <a:pt x="146" y="2322"/>
                    </a:cubicBezTo>
                    <a:cubicBezTo>
                      <a:pt x="153" y="2322"/>
                      <a:pt x="160" y="2322"/>
                      <a:pt x="168" y="2320"/>
                    </a:cubicBezTo>
                    <a:cubicBezTo>
                      <a:pt x="695" y="2270"/>
                      <a:pt x="1146" y="1995"/>
                      <a:pt x="1472" y="1568"/>
                    </a:cubicBezTo>
                    <a:cubicBezTo>
                      <a:pt x="1772" y="1167"/>
                      <a:pt x="2023" y="541"/>
                      <a:pt x="1772" y="65"/>
                    </a:cubicBezTo>
                    <a:cubicBezTo>
                      <a:pt x="1745" y="19"/>
                      <a:pt x="1708" y="0"/>
                      <a:pt x="167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</p:grpSp>
        <p:grpSp>
          <p:nvGrpSpPr>
            <p:cNvPr id="1736" name="Google Shape;1736;p69"/>
            <p:cNvGrpSpPr/>
            <p:nvPr/>
          </p:nvGrpSpPr>
          <p:grpSpPr>
            <a:xfrm rot="-953867">
              <a:off x="4423156" y="1600413"/>
              <a:ext cx="297995" cy="211448"/>
              <a:chOff x="3491400" y="2111750"/>
              <a:chExt cx="222600" cy="157950"/>
            </a:xfrm>
          </p:grpSpPr>
          <p:sp>
            <p:nvSpPr>
              <p:cNvPr id="1737" name="Google Shape;1737;p69"/>
              <p:cNvSpPr/>
              <p:nvPr/>
            </p:nvSpPr>
            <p:spPr>
              <a:xfrm>
                <a:off x="3595700" y="2170900"/>
                <a:ext cx="42375" cy="28125"/>
              </a:xfrm>
              <a:custGeom>
                <a:avLst/>
                <a:gdLst/>
                <a:ahLst/>
                <a:cxnLst/>
                <a:rect l="l" t="t" r="r" b="b"/>
                <a:pathLst>
                  <a:path w="1695" h="1125" extrusionOk="0">
                    <a:moveTo>
                      <a:pt x="388" y="1"/>
                    </a:moveTo>
                    <a:cubicBezTo>
                      <a:pt x="379" y="1"/>
                      <a:pt x="370" y="4"/>
                      <a:pt x="362" y="13"/>
                    </a:cubicBezTo>
                    <a:cubicBezTo>
                      <a:pt x="0" y="351"/>
                      <a:pt x="233" y="992"/>
                      <a:pt x="676" y="1108"/>
                    </a:cubicBezTo>
                    <a:cubicBezTo>
                      <a:pt x="717" y="1119"/>
                      <a:pt x="760" y="1124"/>
                      <a:pt x="805" y="1124"/>
                    </a:cubicBezTo>
                    <a:cubicBezTo>
                      <a:pt x="1196" y="1124"/>
                      <a:pt x="1694" y="735"/>
                      <a:pt x="1527" y="327"/>
                    </a:cubicBezTo>
                    <a:cubicBezTo>
                      <a:pt x="1513" y="304"/>
                      <a:pt x="1489" y="294"/>
                      <a:pt x="1465" y="294"/>
                    </a:cubicBezTo>
                    <a:cubicBezTo>
                      <a:pt x="1428" y="294"/>
                      <a:pt x="1389" y="316"/>
                      <a:pt x="1376" y="351"/>
                    </a:cubicBezTo>
                    <a:cubicBezTo>
                      <a:pt x="1329" y="502"/>
                      <a:pt x="1329" y="630"/>
                      <a:pt x="1224" y="759"/>
                    </a:cubicBezTo>
                    <a:cubicBezTo>
                      <a:pt x="1116" y="867"/>
                      <a:pt x="975" y="942"/>
                      <a:pt x="829" y="942"/>
                    </a:cubicBezTo>
                    <a:cubicBezTo>
                      <a:pt x="801" y="942"/>
                      <a:pt x="774" y="939"/>
                      <a:pt x="746" y="933"/>
                    </a:cubicBezTo>
                    <a:cubicBezTo>
                      <a:pt x="362" y="852"/>
                      <a:pt x="280" y="374"/>
                      <a:pt x="420" y="71"/>
                    </a:cubicBezTo>
                    <a:cubicBezTo>
                      <a:pt x="437" y="36"/>
                      <a:pt x="415" y="1"/>
                      <a:pt x="388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738" name="Google Shape;1738;p69"/>
              <p:cNvSpPr/>
              <p:nvPr/>
            </p:nvSpPr>
            <p:spPr>
              <a:xfrm>
                <a:off x="3529550" y="2111750"/>
                <a:ext cx="44325" cy="75800"/>
              </a:xfrm>
              <a:custGeom>
                <a:avLst/>
                <a:gdLst/>
                <a:ahLst/>
                <a:cxnLst/>
                <a:rect l="l" t="t" r="r" b="b"/>
                <a:pathLst>
                  <a:path w="1773" h="3032" extrusionOk="0">
                    <a:moveTo>
                      <a:pt x="1246" y="1"/>
                    </a:moveTo>
                    <a:cubicBezTo>
                      <a:pt x="906" y="1"/>
                      <a:pt x="471" y="566"/>
                      <a:pt x="246" y="1330"/>
                    </a:cubicBezTo>
                    <a:cubicBezTo>
                      <a:pt x="1" y="2157"/>
                      <a:pt x="94" y="2915"/>
                      <a:pt x="444" y="3020"/>
                    </a:cubicBezTo>
                    <a:cubicBezTo>
                      <a:pt x="471" y="3028"/>
                      <a:pt x="500" y="3032"/>
                      <a:pt x="529" y="3032"/>
                    </a:cubicBezTo>
                    <a:cubicBezTo>
                      <a:pt x="877" y="3032"/>
                      <a:pt x="1302" y="2467"/>
                      <a:pt x="1528" y="1703"/>
                    </a:cubicBezTo>
                    <a:cubicBezTo>
                      <a:pt x="1772" y="875"/>
                      <a:pt x="1679" y="118"/>
                      <a:pt x="1329" y="13"/>
                    </a:cubicBezTo>
                    <a:cubicBezTo>
                      <a:pt x="1302" y="5"/>
                      <a:pt x="1275" y="1"/>
                      <a:pt x="124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739" name="Google Shape;1739;p69"/>
              <p:cNvSpPr/>
              <p:nvPr/>
            </p:nvSpPr>
            <p:spPr>
              <a:xfrm>
                <a:off x="3491400" y="2194500"/>
                <a:ext cx="52450" cy="25100"/>
              </a:xfrm>
              <a:custGeom>
                <a:avLst/>
                <a:gdLst/>
                <a:ahLst/>
                <a:cxnLst/>
                <a:rect l="l" t="t" r="r" b="b"/>
                <a:pathLst>
                  <a:path w="2098" h="1004" extrusionOk="0">
                    <a:moveTo>
                      <a:pt x="576" y="1"/>
                    </a:moveTo>
                    <a:cubicBezTo>
                      <a:pt x="303" y="1"/>
                      <a:pt x="106" y="75"/>
                      <a:pt x="70" y="211"/>
                    </a:cubicBezTo>
                    <a:cubicBezTo>
                      <a:pt x="0" y="432"/>
                      <a:pt x="385" y="747"/>
                      <a:pt x="921" y="910"/>
                    </a:cubicBezTo>
                    <a:cubicBezTo>
                      <a:pt x="1133" y="973"/>
                      <a:pt x="1337" y="1003"/>
                      <a:pt x="1511" y="1003"/>
                    </a:cubicBezTo>
                    <a:cubicBezTo>
                      <a:pt x="1785" y="1003"/>
                      <a:pt x="1985" y="929"/>
                      <a:pt x="2028" y="794"/>
                    </a:cubicBezTo>
                    <a:cubicBezTo>
                      <a:pt x="2098" y="560"/>
                      <a:pt x="1702" y="257"/>
                      <a:pt x="1166" y="94"/>
                    </a:cubicBezTo>
                    <a:cubicBezTo>
                      <a:pt x="953" y="31"/>
                      <a:pt x="749" y="1"/>
                      <a:pt x="576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740" name="Google Shape;1740;p69"/>
              <p:cNvSpPr/>
              <p:nvPr/>
            </p:nvSpPr>
            <p:spPr>
              <a:xfrm>
                <a:off x="3668250" y="2152550"/>
                <a:ext cx="44000" cy="75800"/>
              </a:xfrm>
              <a:custGeom>
                <a:avLst/>
                <a:gdLst/>
                <a:ahLst/>
                <a:cxnLst/>
                <a:rect l="l" t="t" r="r" b="b"/>
                <a:pathLst>
                  <a:path w="1760" h="3032" extrusionOk="0">
                    <a:moveTo>
                      <a:pt x="1234" y="1"/>
                    </a:moveTo>
                    <a:cubicBezTo>
                      <a:pt x="895" y="1"/>
                      <a:pt x="471" y="566"/>
                      <a:pt x="245" y="1329"/>
                    </a:cubicBezTo>
                    <a:cubicBezTo>
                      <a:pt x="0" y="2157"/>
                      <a:pt x="82" y="2914"/>
                      <a:pt x="443" y="3019"/>
                    </a:cubicBezTo>
                    <a:cubicBezTo>
                      <a:pt x="470" y="3027"/>
                      <a:pt x="498" y="3031"/>
                      <a:pt x="526" y="3031"/>
                    </a:cubicBezTo>
                    <a:cubicBezTo>
                      <a:pt x="865" y="3031"/>
                      <a:pt x="1289" y="2466"/>
                      <a:pt x="1515" y="1702"/>
                    </a:cubicBezTo>
                    <a:cubicBezTo>
                      <a:pt x="1760" y="875"/>
                      <a:pt x="1678" y="117"/>
                      <a:pt x="1317" y="13"/>
                    </a:cubicBezTo>
                    <a:cubicBezTo>
                      <a:pt x="1290" y="4"/>
                      <a:pt x="1263" y="1"/>
                      <a:pt x="123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741" name="Google Shape;1741;p69"/>
              <p:cNvSpPr/>
              <p:nvPr/>
            </p:nvSpPr>
            <p:spPr>
              <a:xfrm>
                <a:off x="3661825" y="2244625"/>
                <a:ext cx="52175" cy="25075"/>
              </a:xfrm>
              <a:custGeom>
                <a:avLst/>
                <a:gdLst/>
                <a:ahLst/>
                <a:cxnLst/>
                <a:rect l="l" t="t" r="r" b="b"/>
                <a:pathLst>
                  <a:path w="2087" h="1003" extrusionOk="0">
                    <a:moveTo>
                      <a:pt x="576" y="1"/>
                    </a:moveTo>
                    <a:cubicBezTo>
                      <a:pt x="302" y="1"/>
                      <a:pt x="102" y="75"/>
                      <a:pt x="59" y="210"/>
                    </a:cubicBezTo>
                    <a:cubicBezTo>
                      <a:pt x="1" y="443"/>
                      <a:pt x="385" y="746"/>
                      <a:pt x="922" y="910"/>
                    </a:cubicBezTo>
                    <a:cubicBezTo>
                      <a:pt x="1134" y="973"/>
                      <a:pt x="1338" y="1003"/>
                      <a:pt x="1512" y="1003"/>
                    </a:cubicBezTo>
                    <a:cubicBezTo>
                      <a:pt x="1786" y="1003"/>
                      <a:pt x="1986" y="929"/>
                      <a:pt x="2029" y="793"/>
                    </a:cubicBezTo>
                    <a:cubicBezTo>
                      <a:pt x="2087" y="572"/>
                      <a:pt x="1702" y="257"/>
                      <a:pt x="1166" y="94"/>
                    </a:cubicBezTo>
                    <a:cubicBezTo>
                      <a:pt x="954" y="30"/>
                      <a:pt x="750" y="1"/>
                      <a:pt x="576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</p:grpSp>
      </p:grpSp>
      <p:grpSp>
        <p:nvGrpSpPr>
          <p:cNvPr id="1742" name="Google Shape;1742;p69"/>
          <p:cNvGrpSpPr/>
          <p:nvPr/>
        </p:nvGrpSpPr>
        <p:grpSpPr>
          <a:xfrm>
            <a:off x="6333025" y="909850"/>
            <a:ext cx="1162950" cy="1035750"/>
            <a:chOff x="2423700" y="786350"/>
            <a:chExt cx="1162950" cy="1035750"/>
          </a:xfrm>
        </p:grpSpPr>
        <p:sp>
          <p:nvSpPr>
            <p:cNvPr id="1743" name="Google Shape;1743;p69"/>
            <p:cNvSpPr/>
            <p:nvPr/>
          </p:nvSpPr>
          <p:spPr>
            <a:xfrm>
              <a:off x="2423700" y="842875"/>
              <a:ext cx="1162950" cy="967375"/>
            </a:xfrm>
            <a:custGeom>
              <a:avLst/>
              <a:gdLst/>
              <a:ahLst/>
              <a:cxnLst/>
              <a:rect l="l" t="t" r="r" b="b"/>
              <a:pathLst>
                <a:path w="46518" h="38695" extrusionOk="0">
                  <a:moveTo>
                    <a:pt x="31561" y="643"/>
                  </a:moveTo>
                  <a:cubicBezTo>
                    <a:pt x="32533" y="643"/>
                    <a:pt x="33483" y="867"/>
                    <a:pt x="34362" y="1399"/>
                  </a:cubicBezTo>
                  <a:cubicBezTo>
                    <a:pt x="37119" y="3078"/>
                    <a:pt x="37294" y="7138"/>
                    <a:pt x="36868" y="10497"/>
                  </a:cubicBezTo>
                  <a:cubicBezTo>
                    <a:pt x="35168" y="10081"/>
                    <a:pt x="33382" y="9965"/>
                    <a:pt x="31618" y="9965"/>
                  </a:cubicBezTo>
                  <a:cubicBezTo>
                    <a:pt x="31042" y="9965"/>
                    <a:pt x="30468" y="9977"/>
                    <a:pt x="29900" y="9996"/>
                  </a:cubicBezTo>
                  <a:cubicBezTo>
                    <a:pt x="28773" y="10046"/>
                    <a:pt x="27670" y="10121"/>
                    <a:pt x="26567" y="10196"/>
                  </a:cubicBezTo>
                  <a:cubicBezTo>
                    <a:pt x="25139" y="8793"/>
                    <a:pt x="23560" y="7264"/>
                    <a:pt x="21880" y="5910"/>
                  </a:cubicBezTo>
                  <a:cubicBezTo>
                    <a:pt x="22382" y="5409"/>
                    <a:pt x="22883" y="4908"/>
                    <a:pt x="23409" y="4457"/>
                  </a:cubicBezTo>
                  <a:cubicBezTo>
                    <a:pt x="25429" y="2721"/>
                    <a:pt x="28599" y="643"/>
                    <a:pt x="31561" y="643"/>
                  </a:cubicBezTo>
                  <a:close/>
                  <a:moveTo>
                    <a:pt x="21279" y="6512"/>
                  </a:moveTo>
                  <a:cubicBezTo>
                    <a:pt x="21404" y="6612"/>
                    <a:pt x="21504" y="6687"/>
                    <a:pt x="21605" y="6788"/>
                  </a:cubicBezTo>
                  <a:cubicBezTo>
                    <a:pt x="22933" y="7915"/>
                    <a:pt x="24236" y="9093"/>
                    <a:pt x="25514" y="10296"/>
                  </a:cubicBezTo>
                  <a:cubicBezTo>
                    <a:pt x="22783" y="10547"/>
                    <a:pt x="20076" y="10948"/>
                    <a:pt x="17394" y="11449"/>
                  </a:cubicBezTo>
                  <a:cubicBezTo>
                    <a:pt x="17369" y="11449"/>
                    <a:pt x="17369" y="11449"/>
                    <a:pt x="17344" y="11474"/>
                  </a:cubicBezTo>
                  <a:cubicBezTo>
                    <a:pt x="18572" y="9745"/>
                    <a:pt x="19850" y="8066"/>
                    <a:pt x="21279" y="6512"/>
                  </a:cubicBezTo>
                  <a:close/>
                  <a:moveTo>
                    <a:pt x="31898" y="10747"/>
                  </a:moveTo>
                  <a:cubicBezTo>
                    <a:pt x="33537" y="10747"/>
                    <a:pt x="35193" y="10859"/>
                    <a:pt x="36768" y="11249"/>
                  </a:cubicBezTo>
                  <a:cubicBezTo>
                    <a:pt x="36617" y="12051"/>
                    <a:pt x="36467" y="12778"/>
                    <a:pt x="36317" y="13429"/>
                  </a:cubicBezTo>
                  <a:cubicBezTo>
                    <a:pt x="35890" y="15184"/>
                    <a:pt x="35289" y="16913"/>
                    <a:pt x="34562" y="18592"/>
                  </a:cubicBezTo>
                  <a:cubicBezTo>
                    <a:pt x="32607" y="16211"/>
                    <a:pt x="30452" y="14031"/>
                    <a:pt x="28447" y="12051"/>
                  </a:cubicBezTo>
                  <a:cubicBezTo>
                    <a:pt x="28071" y="11700"/>
                    <a:pt x="27695" y="11324"/>
                    <a:pt x="27294" y="10948"/>
                  </a:cubicBezTo>
                  <a:cubicBezTo>
                    <a:pt x="27745" y="10923"/>
                    <a:pt x="28196" y="10873"/>
                    <a:pt x="28647" y="10848"/>
                  </a:cubicBezTo>
                  <a:cubicBezTo>
                    <a:pt x="29704" y="10797"/>
                    <a:pt x="30797" y="10747"/>
                    <a:pt x="31898" y="10747"/>
                  </a:cubicBezTo>
                  <a:close/>
                  <a:moveTo>
                    <a:pt x="15640" y="12627"/>
                  </a:moveTo>
                  <a:cubicBezTo>
                    <a:pt x="14988" y="13630"/>
                    <a:pt x="14362" y="14657"/>
                    <a:pt x="13760" y="15635"/>
                  </a:cubicBezTo>
                  <a:cubicBezTo>
                    <a:pt x="12908" y="17013"/>
                    <a:pt x="11981" y="18567"/>
                    <a:pt x="11128" y="20221"/>
                  </a:cubicBezTo>
                  <a:cubicBezTo>
                    <a:pt x="9925" y="18417"/>
                    <a:pt x="8898" y="16512"/>
                    <a:pt x="8121" y="14532"/>
                  </a:cubicBezTo>
                  <a:cubicBezTo>
                    <a:pt x="10577" y="13705"/>
                    <a:pt x="13209" y="13128"/>
                    <a:pt x="15640" y="12627"/>
                  </a:cubicBezTo>
                  <a:close/>
                  <a:moveTo>
                    <a:pt x="37520" y="11474"/>
                  </a:moveTo>
                  <a:cubicBezTo>
                    <a:pt x="38372" y="11725"/>
                    <a:pt x="39199" y="12076"/>
                    <a:pt x="39976" y="12577"/>
                  </a:cubicBezTo>
                  <a:cubicBezTo>
                    <a:pt x="43159" y="14532"/>
                    <a:pt x="45339" y="19645"/>
                    <a:pt x="42031" y="22577"/>
                  </a:cubicBezTo>
                  <a:cubicBezTo>
                    <a:pt x="41028" y="23479"/>
                    <a:pt x="39750" y="23931"/>
                    <a:pt x="38447" y="24281"/>
                  </a:cubicBezTo>
                  <a:cubicBezTo>
                    <a:pt x="37520" y="22552"/>
                    <a:pt x="36417" y="20923"/>
                    <a:pt x="35189" y="19344"/>
                  </a:cubicBezTo>
                  <a:cubicBezTo>
                    <a:pt x="36317" y="16813"/>
                    <a:pt x="37144" y="14156"/>
                    <a:pt x="37520" y="11474"/>
                  </a:cubicBezTo>
                  <a:close/>
                  <a:moveTo>
                    <a:pt x="34738" y="20271"/>
                  </a:moveTo>
                  <a:cubicBezTo>
                    <a:pt x="35765" y="21625"/>
                    <a:pt x="36693" y="23028"/>
                    <a:pt x="37495" y="24532"/>
                  </a:cubicBezTo>
                  <a:cubicBezTo>
                    <a:pt x="37219" y="24582"/>
                    <a:pt x="36943" y="24657"/>
                    <a:pt x="36667" y="24733"/>
                  </a:cubicBezTo>
                  <a:cubicBezTo>
                    <a:pt x="34963" y="25134"/>
                    <a:pt x="33234" y="25510"/>
                    <a:pt x="31479" y="25835"/>
                  </a:cubicBezTo>
                  <a:lnTo>
                    <a:pt x="31479" y="25835"/>
                  </a:lnTo>
                  <a:cubicBezTo>
                    <a:pt x="32682" y="24106"/>
                    <a:pt x="33810" y="22226"/>
                    <a:pt x="34738" y="20271"/>
                  </a:cubicBezTo>
                  <a:close/>
                  <a:moveTo>
                    <a:pt x="26266" y="11023"/>
                  </a:moveTo>
                  <a:cubicBezTo>
                    <a:pt x="27620" y="12326"/>
                    <a:pt x="28948" y="13655"/>
                    <a:pt x="30226" y="14983"/>
                  </a:cubicBezTo>
                  <a:cubicBezTo>
                    <a:pt x="31605" y="16412"/>
                    <a:pt x="32933" y="17915"/>
                    <a:pt x="34161" y="19494"/>
                  </a:cubicBezTo>
                  <a:cubicBezTo>
                    <a:pt x="33409" y="21073"/>
                    <a:pt x="32582" y="22602"/>
                    <a:pt x="31680" y="24081"/>
                  </a:cubicBezTo>
                  <a:cubicBezTo>
                    <a:pt x="31254" y="24758"/>
                    <a:pt x="30803" y="25409"/>
                    <a:pt x="30327" y="26061"/>
                  </a:cubicBezTo>
                  <a:cubicBezTo>
                    <a:pt x="30251" y="26086"/>
                    <a:pt x="30151" y="26111"/>
                    <a:pt x="30051" y="26111"/>
                  </a:cubicBezTo>
                  <a:cubicBezTo>
                    <a:pt x="25740" y="26913"/>
                    <a:pt x="21379" y="27439"/>
                    <a:pt x="16993" y="27765"/>
                  </a:cubicBezTo>
                  <a:cubicBezTo>
                    <a:pt x="16717" y="27439"/>
                    <a:pt x="16442" y="27114"/>
                    <a:pt x="16166" y="26788"/>
                  </a:cubicBezTo>
                  <a:cubicBezTo>
                    <a:pt x="14612" y="25008"/>
                    <a:pt x="12958" y="22978"/>
                    <a:pt x="11479" y="20773"/>
                  </a:cubicBezTo>
                  <a:cubicBezTo>
                    <a:pt x="12958" y="17865"/>
                    <a:pt x="14838" y="15134"/>
                    <a:pt x="16342" y="12903"/>
                  </a:cubicBezTo>
                  <a:cubicBezTo>
                    <a:pt x="16467" y="12753"/>
                    <a:pt x="16592" y="12577"/>
                    <a:pt x="16692" y="12402"/>
                  </a:cubicBezTo>
                  <a:cubicBezTo>
                    <a:pt x="19850" y="11750"/>
                    <a:pt x="23058" y="11299"/>
                    <a:pt x="26266" y="11023"/>
                  </a:cubicBezTo>
                  <a:close/>
                  <a:moveTo>
                    <a:pt x="7494" y="14758"/>
                  </a:moveTo>
                  <a:cubicBezTo>
                    <a:pt x="8372" y="16938"/>
                    <a:pt x="9575" y="19018"/>
                    <a:pt x="10803" y="20873"/>
                  </a:cubicBezTo>
                  <a:cubicBezTo>
                    <a:pt x="9700" y="23078"/>
                    <a:pt x="8773" y="25459"/>
                    <a:pt x="8422" y="27815"/>
                  </a:cubicBezTo>
                  <a:cubicBezTo>
                    <a:pt x="6968" y="27640"/>
                    <a:pt x="5590" y="27239"/>
                    <a:pt x="4362" y="26412"/>
                  </a:cubicBezTo>
                  <a:cubicBezTo>
                    <a:pt x="51" y="23580"/>
                    <a:pt x="201" y="18467"/>
                    <a:pt x="4662" y="16036"/>
                  </a:cubicBezTo>
                  <a:cubicBezTo>
                    <a:pt x="5565" y="15535"/>
                    <a:pt x="6492" y="15134"/>
                    <a:pt x="7494" y="14758"/>
                  </a:cubicBezTo>
                  <a:close/>
                  <a:moveTo>
                    <a:pt x="11179" y="21424"/>
                  </a:moveTo>
                  <a:cubicBezTo>
                    <a:pt x="11504" y="21951"/>
                    <a:pt x="11855" y="22427"/>
                    <a:pt x="12181" y="22903"/>
                  </a:cubicBezTo>
                  <a:cubicBezTo>
                    <a:pt x="13234" y="24382"/>
                    <a:pt x="14387" y="25911"/>
                    <a:pt x="15590" y="27364"/>
                  </a:cubicBezTo>
                  <a:cubicBezTo>
                    <a:pt x="13853" y="27615"/>
                    <a:pt x="11976" y="27901"/>
                    <a:pt x="10149" y="27901"/>
                  </a:cubicBezTo>
                  <a:cubicBezTo>
                    <a:pt x="9788" y="27901"/>
                    <a:pt x="9429" y="27890"/>
                    <a:pt x="9073" y="27865"/>
                  </a:cubicBezTo>
                  <a:cubicBezTo>
                    <a:pt x="9374" y="25710"/>
                    <a:pt x="10151" y="23530"/>
                    <a:pt x="11179" y="21424"/>
                  </a:cubicBezTo>
                  <a:close/>
                  <a:moveTo>
                    <a:pt x="29650" y="26988"/>
                  </a:moveTo>
                  <a:cubicBezTo>
                    <a:pt x="27720" y="29495"/>
                    <a:pt x="25464" y="31675"/>
                    <a:pt x="22858" y="33354"/>
                  </a:cubicBezTo>
                  <a:cubicBezTo>
                    <a:pt x="20978" y="31901"/>
                    <a:pt x="19274" y="30246"/>
                    <a:pt x="17670" y="28492"/>
                  </a:cubicBezTo>
                  <a:cubicBezTo>
                    <a:pt x="21680" y="28166"/>
                    <a:pt x="25690" y="27690"/>
                    <a:pt x="29650" y="26988"/>
                  </a:cubicBezTo>
                  <a:close/>
                  <a:moveTo>
                    <a:pt x="37971" y="25384"/>
                  </a:moveTo>
                  <a:cubicBezTo>
                    <a:pt x="39675" y="28768"/>
                    <a:pt x="41530" y="33956"/>
                    <a:pt x="37996" y="36688"/>
                  </a:cubicBezTo>
                  <a:cubicBezTo>
                    <a:pt x="36811" y="37605"/>
                    <a:pt x="35401" y="37968"/>
                    <a:pt x="33925" y="37968"/>
                  </a:cubicBezTo>
                  <a:cubicBezTo>
                    <a:pt x="30966" y="37968"/>
                    <a:pt x="27738" y="36513"/>
                    <a:pt x="25514" y="35159"/>
                  </a:cubicBezTo>
                  <a:cubicBezTo>
                    <a:pt x="24838" y="34758"/>
                    <a:pt x="24211" y="34332"/>
                    <a:pt x="23560" y="33855"/>
                  </a:cubicBezTo>
                  <a:cubicBezTo>
                    <a:pt x="26016" y="32251"/>
                    <a:pt x="28171" y="30196"/>
                    <a:pt x="30001" y="27865"/>
                  </a:cubicBezTo>
                  <a:cubicBezTo>
                    <a:pt x="30276" y="27515"/>
                    <a:pt x="30552" y="27164"/>
                    <a:pt x="30803" y="26788"/>
                  </a:cubicBezTo>
                  <a:cubicBezTo>
                    <a:pt x="33109" y="26412"/>
                    <a:pt x="35640" y="26061"/>
                    <a:pt x="37971" y="25384"/>
                  </a:cubicBezTo>
                  <a:close/>
                  <a:moveTo>
                    <a:pt x="31714" y="0"/>
                  </a:moveTo>
                  <a:cubicBezTo>
                    <a:pt x="30352" y="0"/>
                    <a:pt x="28954" y="366"/>
                    <a:pt x="27745" y="873"/>
                  </a:cubicBezTo>
                  <a:cubicBezTo>
                    <a:pt x="25314" y="1875"/>
                    <a:pt x="23159" y="3504"/>
                    <a:pt x="21254" y="5409"/>
                  </a:cubicBezTo>
                  <a:cubicBezTo>
                    <a:pt x="18581" y="3359"/>
                    <a:pt x="15650" y="1781"/>
                    <a:pt x="12625" y="1781"/>
                  </a:cubicBezTo>
                  <a:cubicBezTo>
                    <a:pt x="11139" y="1781"/>
                    <a:pt x="9632" y="2162"/>
                    <a:pt x="8121" y="3053"/>
                  </a:cubicBezTo>
                  <a:cubicBezTo>
                    <a:pt x="7760" y="3266"/>
                    <a:pt x="7975" y="3785"/>
                    <a:pt x="8309" y="3785"/>
                  </a:cubicBezTo>
                  <a:cubicBezTo>
                    <a:pt x="8369" y="3785"/>
                    <a:pt x="8432" y="3768"/>
                    <a:pt x="8497" y="3730"/>
                  </a:cubicBezTo>
                  <a:cubicBezTo>
                    <a:pt x="9843" y="2970"/>
                    <a:pt x="11204" y="2647"/>
                    <a:pt x="12547" y="2647"/>
                  </a:cubicBezTo>
                  <a:cubicBezTo>
                    <a:pt x="15455" y="2647"/>
                    <a:pt x="18277" y="4159"/>
                    <a:pt x="20677" y="6011"/>
                  </a:cubicBezTo>
                  <a:cubicBezTo>
                    <a:pt x="19048" y="7765"/>
                    <a:pt x="17595" y="9720"/>
                    <a:pt x="16266" y="11675"/>
                  </a:cubicBezTo>
                  <a:cubicBezTo>
                    <a:pt x="13459" y="12226"/>
                    <a:pt x="10602" y="12903"/>
                    <a:pt x="7870" y="13830"/>
                  </a:cubicBezTo>
                  <a:cubicBezTo>
                    <a:pt x="6717" y="10472"/>
                    <a:pt x="6442" y="6988"/>
                    <a:pt x="7870" y="3580"/>
                  </a:cubicBezTo>
                  <a:cubicBezTo>
                    <a:pt x="7936" y="3415"/>
                    <a:pt x="7786" y="3294"/>
                    <a:pt x="7639" y="3294"/>
                  </a:cubicBezTo>
                  <a:cubicBezTo>
                    <a:pt x="7563" y="3294"/>
                    <a:pt x="7487" y="3327"/>
                    <a:pt x="7444" y="3404"/>
                  </a:cubicBezTo>
                  <a:cubicBezTo>
                    <a:pt x="5489" y="6737"/>
                    <a:pt x="5865" y="10497"/>
                    <a:pt x="7219" y="14081"/>
                  </a:cubicBezTo>
                  <a:cubicBezTo>
                    <a:pt x="6592" y="14306"/>
                    <a:pt x="5991" y="14532"/>
                    <a:pt x="5414" y="14808"/>
                  </a:cubicBezTo>
                  <a:cubicBezTo>
                    <a:pt x="2983" y="15860"/>
                    <a:pt x="602" y="17640"/>
                    <a:pt x="301" y="20447"/>
                  </a:cubicBezTo>
                  <a:cubicBezTo>
                    <a:pt x="1" y="23354"/>
                    <a:pt x="2056" y="26086"/>
                    <a:pt x="4512" y="27439"/>
                  </a:cubicBezTo>
                  <a:cubicBezTo>
                    <a:pt x="5690" y="28091"/>
                    <a:pt x="6993" y="28442"/>
                    <a:pt x="8321" y="28592"/>
                  </a:cubicBezTo>
                  <a:cubicBezTo>
                    <a:pt x="8071" y="31299"/>
                    <a:pt x="8647" y="33931"/>
                    <a:pt x="10652" y="36211"/>
                  </a:cubicBezTo>
                  <a:cubicBezTo>
                    <a:pt x="10707" y="36272"/>
                    <a:pt x="10769" y="36298"/>
                    <a:pt x="10829" y="36298"/>
                  </a:cubicBezTo>
                  <a:cubicBezTo>
                    <a:pt x="11016" y="36298"/>
                    <a:pt x="11180" y="36050"/>
                    <a:pt x="11028" y="35860"/>
                  </a:cubicBezTo>
                  <a:cubicBezTo>
                    <a:pt x="9324" y="33655"/>
                    <a:pt x="8773" y="31199"/>
                    <a:pt x="8998" y="28667"/>
                  </a:cubicBezTo>
                  <a:lnTo>
                    <a:pt x="8998" y="28667"/>
                  </a:lnTo>
                  <a:cubicBezTo>
                    <a:pt x="9325" y="28688"/>
                    <a:pt x="9654" y="28698"/>
                    <a:pt x="9983" y="28698"/>
                  </a:cubicBezTo>
                  <a:cubicBezTo>
                    <a:pt x="12026" y="28698"/>
                    <a:pt x="14098" y="28322"/>
                    <a:pt x="16041" y="27890"/>
                  </a:cubicBezTo>
                  <a:cubicBezTo>
                    <a:pt x="16166" y="28016"/>
                    <a:pt x="16291" y="28166"/>
                    <a:pt x="16417" y="28317"/>
                  </a:cubicBezTo>
                  <a:cubicBezTo>
                    <a:pt x="16442" y="28417"/>
                    <a:pt x="16492" y="28492"/>
                    <a:pt x="16592" y="28542"/>
                  </a:cubicBezTo>
                  <a:cubicBezTo>
                    <a:pt x="18271" y="30447"/>
                    <a:pt x="20101" y="32276"/>
                    <a:pt x="22106" y="33805"/>
                  </a:cubicBezTo>
                  <a:cubicBezTo>
                    <a:pt x="19324" y="35459"/>
                    <a:pt x="16191" y="36487"/>
                    <a:pt x="12732" y="36637"/>
                  </a:cubicBezTo>
                  <a:cubicBezTo>
                    <a:pt x="12264" y="36662"/>
                    <a:pt x="12232" y="37390"/>
                    <a:pt x="12708" y="37390"/>
                  </a:cubicBezTo>
                  <a:cubicBezTo>
                    <a:pt x="12716" y="37390"/>
                    <a:pt x="12724" y="37390"/>
                    <a:pt x="12732" y="37389"/>
                  </a:cubicBezTo>
                  <a:cubicBezTo>
                    <a:pt x="16392" y="37314"/>
                    <a:pt x="19775" y="36186"/>
                    <a:pt x="22808" y="34357"/>
                  </a:cubicBezTo>
                  <a:cubicBezTo>
                    <a:pt x="24738" y="35785"/>
                    <a:pt x="26843" y="36963"/>
                    <a:pt x="29098" y="37740"/>
                  </a:cubicBezTo>
                  <a:cubicBezTo>
                    <a:pt x="30612" y="38275"/>
                    <a:pt x="32363" y="38694"/>
                    <a:pt x="34069" y="38694"/>
                  </a:cubicBezTo>
                  <a:cubicBezTo>
                    <a:pt x="35640" y="38694"/>
                    <a:pt x="37173" y="38339"/>
                    <a:pt x="38447" y="37389"/>
                  </a:cubicBezTo>
                  <a:cubicBezTo>
                    <a:pt x="40602" y="35785"/>
                    <a:pt x="41003" y="33028"/>
                    <a:pt x="40627" y="30547"/>
                  </a:cubicBezTo>
                  <a:cubicBezTo>
                    <a:pt x="40327" y="28667"/>
                    <a:pt x="39700" y="26838"/>
                    <a:pt x="38848" y="25109"/>
                  </a:cubicBezTo>
                  <a:cubicBezTo>
                    <a:pt x="39775" y="24783"/>
                    <a:pt x="40677" y="24407"/>
                    <a:pt x="41480" y="23931"/>
                  </a:cubicBezTo>
                  <a:cubicBezTo>
                    <a:pt x="46517" y="21023"/>
                    <a:pt x="44412" y="14156"/>
                    <a:pt x="40076" y="11725"/>
                  </a:cubicBezTo>
                  <a:cubicBezTo>
                    <a:pt x="39299" y="11274"/>
                    <a:pt x="38472" y="10948"/>
                    <a:pt x="37620" y="10697"/>
                  </a:cubicBezTo>
                  <a:cubicBezTo>
                    <a:pt x="37720" y="9770"/>
                    <a:pt x="37745" y="8868"/>
                    <a:pt x="37745" y="7966"/>
                  </a:cubicBezTo>
                  <a:cubicBezTo>
                    <a:pt x="37670" y="5560"/>
                    <a:pt x="37244" y="2727"/>
                    <a:pt x="35239" y="1123"/>
                  </a:cubicBezTo>
                  <a:cubicBezTo>
                    <a:pt x="34213" y="315"/>
                    <a:pt x="32979" y="0"/>
                    <a:pt x="3171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744" name="Google Shape;1744;p69"/>
            <p:cNvSpPr/>
            <p:nvPr/>
          </p:nvSpPr>
          <p:spPr>
            <a:xfrm>
              <a:off x="2820013" y="1145088"/>
              <a:ext cx="367185" cy="367185"/>
            </a:xfrm>
            <a:custGeom>
              <a:avLst/>
              <a:gdLst/>
              <a:ahLst/>
              <a:cxnLst/>
              <a:rect l="l" t="t" r="r" b="b"/>
              <a:pathLst>
                <a:path w="10352" h="10352" extrusionOk="0">
                  <a:moveTo>
                    <a:pt x="5189" y="0"/>
                  </a:moveTo>
                  <a:cubicBezTo>
                    <a:pt x="2332" y="0"/>
                    <a:pt x="1" y="2306"/>
                    <a:pt x="1" y="5163"/>
                  </a:cubicBezTo>
                  <a:cubicBezTo>
                    <a:pt x="1" y="8020"/>
                    <a:pt x="2332" y="10351"/>
                    <a:pt x="5189" y="10351"/>
                  </a:cubicBezTo>
                  <a:cubicBezTo>
                    <a:pt x="8046" y="10351"/>
                    <a:pt x="10352" y="8020"/>
                    <a:pt x="10352" y="5163"/>
                  </a:cubicBezTo>
                  <a:cubicBezTo>
                    <a:pt x="10352" y="2306"/>
                    <a:pt x="8046" y="0"/>
                    <a:pt x="5189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745" name="Google Shape;1745;p69"/>
            <p:cNvSpPr/>
            <p:nvPr/>
          </p:nvSpPr>
          <p:spPr>
            <a:xfrm>
              <a:off x="3221950" y="786350"/>
              <a:ext cx="132225" cy="132250"/>
            </a:xfrm>
            <a:custGeom>
              <a:avLst/>
              <a:gdLst/>
              <a:ahLst/>
              <a:cxnLst/>
              <a:rect l="l" t="t" r="r" b="b"/>
              <a:pathLst>
                <a:path w="5289" h="5290" extrusionOk="0">
                  <a:moveTo>
                    <a:pt x="2632" y="1"/>
                  </a:moveTo>
                  <a:cubicBezTo>
                    <a:pt x="1179" y="1"/>
                    <a:pt x="1" y="1179"/>
                    <a:pt x="1" y="2633"/>
                  </a:cubicBezTo>
                  <a:cubicBezTo>
                    <a:pt x="1" y="4086"/>
                    <a:pt x="1179" y="5289"/>
                    <a:pt x="2632" y="5289"/>
                  </a:cubicBezTo>
                  <a:cubicBezTo>
                    <a:pt x="4111" y="5289"/>
                    <a:pt x="5289" y="4086"/>
                    <a:pt x="5289" y="2633"/>
                  </a:cubicBezTo>
                  <a:cubicBezTo>
                    <a:pt x="5289" y="1179"/>
                    <a:pt x="4111" y="1"/>
                    <a:pt x="2632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746" name="Google Shape;1746;p69"/>
            <p:cNvSpPr/>
            <p:nvPr/>
          </p:nvSpPr>
          <p:spPr>
            <a:xfrm>
              <a:off x="3330975" y="1689875"/>
              <a:ext cx="132225" cy="132225"/>
            </a:xfrm>
            <a:custGeom>
              <a:avLst/>
              <a:gdLst/>
              <a:ahLst/>
              <a:cxnLst/>
              <a:rect l="l" t="t" r="r" b="b"/>
              <a:pathLst>
                <a:path w="5289" h="5289" extrusionOk="0">
                  <a:moveTo>
                    <a:pt x="2657" y="0"/>
                  </a:moveTo>
                  <a:cubicBezTo>
                    <a:pt x="1204" y="0"/>
                    <a:pt x="1" y="1178"/>
                    <a:pt x="1" y="2657"/>
                  </a:cubicBezTo>
                  <a:cubicBezTo>
                    <a:pt x="1" y="4111"/>
                    <a:pt x="1204" y="5289"/>
                    <a:pt x="2657" y="5289"/>
                  </a:cubicBezTo>
                  <a:cubicBezTo>
                    <a:pt x="4111" y="5289"/>
                    <a:pt x="5289" y="4111"/>
                    <a:pt x="5289" y="2657"/>
                  </a:cubicBezTo>
                  <a:cubicBezTo>
                    <a:pt x="5289" y="1178"/>
                    <a:pt x="4111" y="0"/>
                    <a:pt x="2657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747" name="Google Shape;1747;p69"/>
            <p:cNvSpPr/>
            <p:nvPr/>
          </p:nvSpPr>
          <p:spPr>
            <a:xfrm>
              <a:off x="2547775" y="881600"/>
              <a:ext cx="132225" cy="131600"/>
            </a:xfrm>
            <a:custGeom>
              <a:avLst/>
              <a:gdLst/>
              <a:ahLst/>
              <a:cxnLst/>
              <a:rect l="l" t="t" r="r" b="b"/>
              <a:pathLst>
                <a:path w="5289" h="5264" extrusionOk="0">
                  <a:moveTo>
                    <a:pt x="2632" y="0"/>
                  </a:moveTo>
                  <a:cubicBezTo>
                    <a:pt x="1178" y="0"/>
                    <a:pt x="0" y="1178"/>
                    <a:pt x="0" y="2632"/>
                  </a:cubicBezTo>
                  <a:cubicBezTo>
                    <a:pt x="0" y="4086"/>
                    <a:pt x="1178" y="5264"/>
                    <a:pt x="2632" y="5264"/>
                  </a:cubicBezTo>
                  <a:cubicBezTo>
                    <a:pt x="4110" y="5264"/>
                    <a:pt x="5288" y="4086"/>
                    <a:pt x="5288" y="2632"/>
                  </a:cubicBezTo>
                  <a:cubicBezTo>
                    <a:pt x="5288" y="1178"/>
                    <a:pt x="4110" y="0"/>
                    <a:pt x="2632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748" name="Google Shape;1748;p69"/>
            <p:cNvSpPr/>
            <p:nvPr/>
          </p:nvSpPr>
          <p:spPr>
            <a:xfrm>
              <a:off x="2647375" y="1677975"/>
              <a:ext cx="132250" cy="131600"/>
            </a:xfrm>
            <a:custGeom>
              <a:avLst/>
              <a:gdLst/>
              <a:ahLst/>
              <a:cxnLst/>
              <a:rect l="l" t="t" r="r" b="b"/>
              <a:pathLst>
                <a:path w="5290" h="5264" extrusionOk="0">
                  <a:moveTo>
                    <a:pt x="2658" y="0"/>
                  </a:moveTo>
                  <a:cubicBezTo>
                    <a:pt x="1204" y="0"/>
                    <a:pt x="1" y="1178"/>
                    <a:pt x="1" y="2632"/>
                  </a:cubicBezTo>
                  <a:cubicBezTo>
                    <a:pt x="1" y="4086"/>
                    <a:pt x="1204" y="5263"/>
                    <a:pt x="2658" y="5263"/>
                  </a:cubicBezTo>
                  <a:cubicBezTo>
                    <a:pt x="4111" y="5263"/>
                    <a:pt x="5289" y="4086"/>
                    <a:pt x="5289" y="2632"/>
                  </a:cubicBezTo>
                  <a:cubicBezTo>
                    <a:pt x="5289" y="1178"/>
                    <a:pt x="4111" y="0"/>
                    <a:pt x="2658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749" name="Google Shape;1749;p69"/>
            <p:cNvSpPr/>
            <p:nvPr/>
          </p:nvSpPr>
          <p:spPr>
            <a:xfrm>
              <a:off x="3222575" y="799525"/>
              <a:ext cx="131600" cy="119075"/>
            </a:xfrm>
            <a:custGeom>
              <a:avLst/>
              <a:gdLst/>
              <a:ahLst/>
              <a:cxnLst/>
              <a:rect l="l" t="t" r="r" b="b"/>
              <a:pathLst>
                <a:path w="5264" h="4763" extrusionOk="0">
                  <a:moveTo>
                    <a:pt x="4211" y="0"/>
                  </a:moveTo>
                  <a:cubicBezTo>
                    <a:pt x="4261" y="201"/>
                    <a:pt x="4286" y="376"/>
                    <a:pt x="4286" y="577"/>
                  </a:cubicBezTo>
                  <a:lnTo>
                    <a:pt x="4286" y="852"/>
                  </a:lnTo>
                  <a:cubicBezTo>
                    <a:pt x="4286" y="1278"/>
                    <a:pt x="4161" y="1705"/>
                    <a:pt x="3935" y="2080"/>
                  </a:cubicBezTo>
                  <a:lnTo>
                    <a:pt x="3560" y="2582"/>
                  </a:lnTo>
                  <a:cubicBezTo>
                    <a:pt x="3259" y="2882"/>
                    <a:pt x="2908" y="3083"/>
                    <a:pt x="2482" y="3208"/>
                  </a:cubicBezTo>
                  <a:cubicBezTo>
                    <a:pt x="2256" y="3233"/>
                    <a:pt x="2056" y="3258"/>
                    <a:pt x="1830" y="3283"/>
                  </a:cubicBezTo>
                  <a:cubicBezTo>
                    <a:pt x="1789" y="3287"/>
                    <a:pt x="1747" y="3288"/>
                    <a:pt x="1706" y="3288"/>
                  </a:cubicBezTo>
                  <a:cubicBezTo>
                    <a:pt x="1422" y="3288"/>
                    <a:pt x="1144" y="3214"/>
                    <a:pt x="903" y="3083"/>
                  </a:cubicBezTo>
                  <a:cubicBezTo>
                    <a:pt x="602" y="2983"/>
                    <a:pt x="326" y="2807"/>
                    <a:pt x="101" y="2582"/>
                  </a:cubicBezTo>
                  <a:cubicBezTo>
                    <a:pt x="76" y="2532"/>
                    <a:pt x="26" y="2507"/>
                    <a:pt x="1" y="2456"/>
                  </a:cubicBezTo>
                  <a:lnTo>
                    <a:pt x="1" y="2456"/>
                  </a:lnTo>
                  <a:cubicBezTo>
                    <a:pt x="176" y="3760"/>
                    <a:pt x="1279" y="4762"/>
                    <a:pt x="2607" y="4762"/>
                  </a:cubicBezTo>
                  <a:cubicBezTo>
                    <a:pt x="4086" y="4762"/>
                    <a:pt x="5264" y="3559"/>
                    <a:pt x="5264" y="2106"/>
                  </a:cubicBezTo>
                  <a:cubicBezTo>
                    <a:pt x="5264" y="1253"/>
                    <a:pt x="4838" y="476"/>
                    <a:pt x="4211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750" name="Google Shape;1750;p69"/>
            <p:cNvSpPr/>
            <p:nvPr/>
          </p:nvSpPr>
          <p:spPr>
            <a:xfrm>
              <a:off x="3337250" y="1703650"/>
              <a:ext cx="125950" cy="118450"/>
            </a:xfrm>
            <a:custGeom>
              <a:avLst/>
              <a:gdLst/>
              <a:ahLst/>
              <a:cxnLst/>
              <a:rect l="l" t="t" r="r" b="b"/>
              <a:pathLst>
                <a:path w="5038" h="4738" extrusionOk="0">
                  <a:moveTo>
                    <a:pt x="4010" y="1"/>
                  </a:moveTo>
                  <a:cubicBezTo>
                    <a:pt x="3985" y="201"/>
                    <a:pt x="3960" y="402"/>
                    <a:pt x="3910" y="577"/>
                  </a:cubicBezTo>
                  <a:cubicBezTo>
                    <a:pt x="3634" y="1254"/>
                    <a:pt x="3409" y="1830"/>
                    <a:pt x="2882" y="2332"/>
                  </a:cubicBezTo>
                  <a:cubicBezTo>
                    <a:pt x="2456" y="2708"/>
                    <a:pt x="1955" y="3033"/>
                    <a:pt x="1404" y="3159"/>
                  </a:cubicBezTo>
                  <a:cubicBezTo>
                    <a:pt x="1162" y="3213"/>
                    <a:pt x="906" y="3237"/>
                    <a:pt x="651" y="3237"/>
                  </a:cubicBezTo>
                  <a:cubicBezTo>
                    <a:pt x="430" y="3237"/>
                    <a:pt x="210" y="3219"/>
                    <a:pt x="0" y="3184"/>
                  </a:cubicBezTo>
                  <a:lnTo>
                    <a:pt x="0" y="3184"/>
                  </a:lnTo>
                  <a:cubicBezTo>
                    <a:pt x="401" y="4086"/>
                    <a:pt x="1328" y="4738"/>
                    <a:pt x="2406" y="4738"/>
                  </a:cubicBezTo>
                  <a:cubicBezTo>
                    <a:pt x="3860" y="4738"/>
                    <a:pt x="5038" y="3560"/>
                    <a:pt x="5038" y="2106"/>
                  </a:cubicBezTo>
                  <a:cubicBezTo>
                    <a:pt x="5038" y="1229"/>
                    <a:pt x="4637" y="477"/>
                    <a:pt x="4010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751" name="Google Shape;1751;p69"/>
            <p:cNvSpPr/>
            <p:nvPr/>
          </p:nvSpPr>
          <p:spPr>
            <a:xfrm>
              <a:off x="2576575" y="892250"/>
              <a:ext cx="103425" cy="120950"/>
            </a:xfrm>
            <a:custGeom>
              <a:avLst/>
              <a:gdLst/>
              <a:ahLst/>
              <a:cxnLst/>
              <a:rect l="l" t="t" r="r" b="b"/>
              <a:pathLst>
                <a:path w="4137" h="4838" extrusionOk="0">
                  <a:moveTo>
                    <a:pt x="2958" y="1"/>
                  </a:moveTo>
                  <a:lnTo>
                    <a:pt x="2958" y="1"/>
                  </a:lnTo>
                  <a:cubicBezTo>
                    <a:pt x="2983" y="201"/>
                    <a:pt x="3008" y="376"/>
                    <a:pt x="3008" y="577"/>
                  </a:cubicBezTo>
                  <a:cubicBezTo>
                    <a:pt x="2983" y="1204"/>
                    <a:pt x="2758" y="1780"/>
                    <a:pt x="2407" y="2256"/>
                  </a:cubicBezTo>
                  <a:cubicBezTo>
                    <a:pt x="2332" y="2958"/>
                    <a:pt x="1956" y="3610"/>
                    <a:pt x="1254" y="4061"/>
                  </a:cubicBezTo>
                  <a:cubicBezTo>
                    <a:pt x="903" y="4286"/>
                    <a:pt x="452" y="4387"/>
                    <a:pt x="1" y="4387"/>
                  </a:cubicBezTo>
                  <a:cubicBezTo>
                    <a:pt x="427" y="4662"/>
                    <a:pt x="953" y="4838"/>
                    <a:pt x="1480" y="4838"/>
                  </a:cubicBezTo>
                  <a:cubicBezTo>
                    <a:pt x="2958" y="4838"/>
                    <a:pt x="4136" y="3660"/>
                    <a:pt x="4136" y="2206"/>
                  </a:cubicBezTo>
                  <a:cubicBezTo>
                    <a:pt x="4136" y="1279"/>
                    <a:pt x="3660" y="477"/>
                    <a:pt x="2958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752" name="Google Shape;1752;p69"/>
            <p:cNvSpPr/>
            <p:nvPr/>
          </p:nvSpPr>
          <p:spPr>
            <a:xfrm>
              <a:off x="2664925" y="1689875"/>
              <a:ext cx="114700" cy="119700"/>
            </a:xfrm>
            <a:custGeom>
              <a:avLst/>
              <a:gdLst/>
              <a:ahLst/>
              <a:cxnLst/>
              <a:rect l="l" t="t" r="r" b="b"/>
              <a:pathLst>
                <a:path w="4588" h="4788" extrusionOk="0">
                  <a:moveTo>
                    <a:pt x="3459" y="0"/>
                  </a:moveTo>
                  <a:lnTo>
                    <a:pt x="3459" y="0"/>
                  </a:lnTo>
                  <a:cubicBezTo>
                    <a:pt x="3510" y="502"/>
                    <a:pt x="3409" y="1003"/>
                    <a:pt x="3159" y="1479"/>
                  </a:cubicBezTo>
                  <a:cubicBezTo>
                    <a:pt x="2883" y="2006"/>
                    <a:pt x="2507" y="2507"/>
                    <a:pt x="2056" y="2883"/>
                  </a:cubicBezTo>
                  <a:cubicBezTo>
                    <a:pt x="1630" y="3559"/>
                    <a:pt x="803" y="3935"/>
                    <a:pt x="1" y="3935"/>
                  </a:cubicBezTo>
                  <a:cubicBezTo>
                    <a:pt x="477" y="4462"/>
                    <a:pt x="1179" y="4787"/>
                    <a:pt x="1956" y="4787"/>
                  </a:cubicBezTo>
                  <a:cubicBezTo>
                    <a:pt x="3409" y="4787"/>
                    <a:pt x="4587" y="3610"/>
                    <a:pt x="4587" y="2156"/>
                  </a:cubicBezTo>
                  <a:cubicBezTo>
                    <a:pt x="4587" y="1279"/>
                    <a:pt x="4136" y="477"/>
                    <a:pt x="3459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grpSp>
          <p:nvGrpSpPr>
            <p:cNvPr id="1753" name="Google Shape;1753;p69"/>
            <p:cNvGrpSpPr/>
            <p:nvPr/>
          </p:nvGrpSpPr>
          <p:grpSpPr>
            <a:xfrm rot="-953867">
              <a:off x="2839419" y="1245988"/>
              <a:ext cx="297995" cy="211448"/>
              <a:chOff x="3491400" y="2111750"/>
              <a:chExt cx="222600" cy="157950"/>
            </a:xfrm>
          </p:grpSpPr>
          <p:sp>
            <p:nvSpPr>
              <p:cNvPr id="1754" name="Google Shape;1754;p69"/>
              <p:cNvSpPr/>
              <p:nvPr/>
            </p:nvSpPr>
            <p:spPr>
              <a:xfrm>
                <a:off x="3595700" y="2170900"/>
                <a:ext cx="42375" cy="28125"/>
              </a:xfrm>
              <a:custGeom>
                <a:avLst/>
                <a:gdLst/>
                <a:ahLst/>
                <a:cxnLst/>
                <a:rect l="l" t="t" r="r" b="b"/>
                <a:pathLst>
                  <a:path w="1695" h="1125" extrusionOk="0">
                    <a:moveTo>
                      <a:pt x="388" y="1"/>
                    </a:moveTo>
                    <a:cubicBezTo>
                      <a:pt x="379" y="1"/>
                      <a:pt x="370" y="4"/>
                      <a:pt x="362" y="13"/>
                    </a:cubicBezTo>
                    <a:cubicBezTo>
                      <a:pt x="0" y="351"/>
                      <a:pt x="233" y="992"/>
                      <a:pt x="676" y="1108"/>
                    </a:cubicBezTo>
                    <a:cubicBezTo>
                      <a:pt x="717" y="1119"/>
                      <a:pt x="760" y="1124"/>
                      <a:pt x="805" y="1124"/>
                    </a:cubicBezTo>
                    <a:cubicBezTo>
                      <a:pt x="1196" y="1124"/>
                      <a:pt x="1694" y="735"/>
                      <a:pt x="1527" y="327"/>
                    </a:cubicBezTo>
                    <a:cubicBezTo>
                      <a:pt x="1513" y="304"/>
                      <a:pt x="1489" y="294"/>
                      <a:pt x="1465" y="294"/>
                    </a:cubicBezTo>
                    <a:cubicBezTo>
                      <a:pt x="1428" y="294"/>
                      <a:pt x="1389" y="316"/>
                      <a:pt x="1376" y="351"/>
                    </a:cubicBezTo>
                    <a:cubicBezTo>
                      <a:pt x="1329" y="502"/>
                      <a:pt x="1329" y="630"/>
                      <a:pt x="1224" y="759"/>
                    </a:cubicBezTo>
                    <a:cubicBezTo>
                      <a:pt x="1116" y="867"/>
                      <a:pt x="975" y="942"/>
                      <a:pt x="829" y="942"/>
                    </a:cubicBezTo>
                    <a:cubicBezTo>
                      <a:pt x="801" y="942"/>
                      <a:pt x="774" y="939"/>
                      <a:pt x="746" y="933"/>
                    </a:cubicBezTo>
                    <a:cubicBezTo>
                      <a:pt x="362" y="852"/>
                      <a:pt x="280" y="374"/>
                      <a:pt x="420" y="71"/>
                    </a:cubicBezTo>
                    <a:cubicBezTo>
                      <a:pt x="437" y="36"/>
                      <a:pt x="415" y="1"/>
                      <a:pt x="388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755" name="Google Shape;1755;p69"/>
              <p:cNvSpPr/>
              <p:nvPr/>
            </p:nvSpPr>
            <p:spPr>
              <a:xfrm>
                <a:off x="3529550" y="2111750"/>
                <a:ext cx="44325" cy="75800"/>
              </a:xfrm>
              <a:custGeom>
                <a:avLst/>
                <a:gdLst/>
                <a:ahLst/>
                <a:cxnLst/>
                <a:rect l="l" t="t" r="r" b="b"/>
                <a:pathLst>
                  <a:path w="1773" h="3032" extrusionOk="0">
                    <a:moveTo>
                      <a:pt x="1246" y="1"/>
                    </a:moveTo>
                    <a:cubicBezTo>
                      <a:pt x="906" y="1"/>
                      <a:pt x="471" y="566"/>
                      <a:pt x="246" y="1330"/>
                    </a:cubicBezTo>
                    <a:cubicBezTo>
                      <a:pt x="1" y="2157"/>
                      <a:pt x="94" y="2915"/>
                      <a:pt x="444" y="3020"/>
                    </a:cubicBezTo>
                    <a:cubicBezTo>
                      <a:pt x="471" y="3028"/>
                      <a:pt x="500" y="3032"/>
                      <a:pt x="529" y="3032"/>
                    </a:cubicBezTo>
                    <a:cubicBezTo>
                      <a:pt x="877" y="3032"/>
                      <a:pt x="1302" y="2467"/>
                      <a:pt x="1528" y="1703"/>
                    </a:cubicBezTo>
                    <a:cubicBezTo>
                      <a:pt x="1772" y="875"/>
                      <a:pt x="1679" y="118"/>
                      <a:pt x="1329" y="13"/>
                    </a:cubicBezTo>
                    <a:cubicBezTo>
                      <a:pt x="1302" y="5"/>
                      <a:pt x="1275" y="1"/>
                      <a:pt x="124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756" name="Google Shape;1756;p69"/>
              <p:cNvSpPr/>
              <p:nvPr/>
            </p:nvSpPr>
            <p:spPr>
              <a:xfrm>
                <a:off x="3491400" y="2194500"/>
                <a:ext cx="52450" cy="25100"/>
              </a:xfrm>
              <a:custGeom>
                <a:avLst/>
                <a:gdLst/>
                <a:ahLst/>
                <a:cxnLst/>
                <a:rect l="l" t="t" r="r" b="b"/>
                <a:pathLst>
                  <a:path w="2098" h="1004" extrusionOk="0">
                    <a:moveTo>
                      <a:pt x="576" y="1"/>
                    </a:moveTo>
                    <a:cubicBezTo>
                      <a:pt x="303" y="1"/>
                      <a:pt x="106" y="75"/>
                      <a:pt x="70" y="211"/>
                    </a:cubicBezTo>
                    <a:cubicBezTo>
                      <a:pt x="0" y="432"/>
                      <a:pt x="385" y="747"/>
                      <a:pt x="921" y="910"/>
                    </a:cubicBezTo>
                    <a:cubicBezTo>
                      <a:pt x="1133" y="973"/>
                      <a:pt x="1337" y="1003"/>
                      <a:pt x="1511" y="1003"/>
                    </a:cubicBezTo>
                    <a:cubicBezTo>
                      <a:pt x="1785" y="1003"/>
                      <a:pt x="1985" y="929"/>
                      <a:pt x="2028" y="794"/>
                    </a:cubicBezTo>
                    <a:cubicBezTo>
                      <a:pt x="2098" y="560"/>
                      <a:pt x="1702" y="257"/>
                      <a:pt x="1166" y="94"/>
                    </a:cubicBezTo>
                    <a:cubicBezTo>
                      <a:pt x="953" y="31"/>
                      <a:pt x="749" y="1"/>
                      <a:pt x="576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757" name="Google Shape;1757;p69"/>
              <p:cNvSpPr/>
              <p:nvPr/>
            </p:nvSpPr>
            <p:spPr>
              <a:xfrm>
                <a:off x="3668250" y="2152550"/>
                <a:ext cx="44000" cy="75800"/>
              </a:xfrm>
              <a:custGeom>
                <a:avLst/>
                <a:gdLst/>
                <a:ahLst/>
                <a:cxnLst/>
                <a:rect l="l" t="t" r="r" b="b"/>
                <a:pathLst>
                  <a:path w="1760" h="3032" extrusionOk="0">
                    <a:moveTo>
                      <a:pt x="1234" y="1"/>
                    </a:moveTo>
                    <a:cubicBezTo>
                      <a:pt x="895" y="1"/>
                      <a:pt x="471" y="566"/>
                      <a:pt x="245" y="1329"/>
                    </a:cubicBezTo>
                    <a:cubicBezTo>
                      <a:pt x="0" y="2157"/>
                      <a:pt x="82" y="2914"/>
                      <a:pt x="443" y="3019"/>
                    </a:cubicBezTo>
                    <a:cubicBezTo>
                      <a:pt x="470" y="3027"/>
                      <a:pt x="498" y="3031"/>
                      <a:pt x="526" y="3031"/>
                    </a:cubicBezTo>
                    <a:cubicBezTo>
                      <a:pt x="865" y="3031"/>
                      <a:pt x="1289" y="2466"/>
                      <a:pt x="1515" y="1702"/>
                    </a:cubicBezTo>
                    <a:cubicBezTo>
                      <a:pt x="1760" y="875"/>
                      <a:pt x="1678" y="117"/>
                      <a:pt x="1317" y="13"/>
                    </a:cubicBezTo>
                    <a:cubicBezTo>
                      <a:pt x="1290" y="4"/>
                      <a:pt x="1263" y="1"/>
                      <a:pt x="123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758" name="Google Shape;1758;p69"/>
              <p:cNvSpPr/>
              <p:nvPr/>
            </p:nvSpPr>
            <p:spPr>
              <a:xfrm>
                <a:off x="3661825" y="2244625"/>
                <a:ext cx="52175" cy="25075"/>
              </a:xfrm>
              <a:custGeom>
                <a:avLst/>
                <a:gdLst/>
                <a:ahLst/>
                <a:cxnLst/>
                <a:rect l="l" t="t" r="r" b="b"/>
                <a:pathLst>
                  <a:path w="2087" h="1003" extrusionOk="0">
                    <a:moveTo>
                      <a:pt x="576" y="1"/>
                    </a:moveTo>
                    <a:cubicBezTo>
                      <a:pt x="302" y="1"/>
                      <a:pt x="102" y="75"/>
                      <a:pt x="59" y="210"/>
                    </a:cubicBezTo>
                    <a:cubicBezTo>
                      <a:pt x="1" y="443"/>
                      <a:pt x="385" y="746"/>
                      <a:pt x="922" y="910"/>
                    </a:cubicBezTo>
                    <a:cubicBezTo>
                      <a:pt x="1134" y="973"/>
                      <a:pt x="1338" y="1003"/>
                      <a:pt x="1512" y="1003"/>
                    </a:cubicBezTo>
                    <a:cubicBezTo>
                      <a:pt x="1786" y="1003"/>
                      <a:pt x="1986" y="929"/>
                      <a:pt x="2029" y="793"/>
                    </a:cubicBezTo>
                    <a:cubicBezTo>
                      <a:pt x="2087" y="572"/>
                      <a:pt x="1702" y="257"/>
                      <a:pt x="1166" y="94"/>
                    </a:cubicBezTo>
                    <a:cubicBezTo>
                      <a:pt x="954" y="30"/>
                      <a:pt x="750" y="1"/>
                      <a:pt x="576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</p:grpSp>
      </p:grpSp>
      <p:grpSp>
        <p:nvGrpSpPr>
          <p:cNvPr id="1759" name="Google Shape;1759;p69"/>
          <p:cNvGrpSpPr/>
          <p:nvPr/>
        </p:nvGrpSpPr>
        <p:grpSpPr>
          <a:xfrm>
            <a:off x="7580947" y="1377388"/>
            <a:ext cx="990352" cy="1759036"/>
            <a:chOff x="7580947" y="1377388"/>
            <a:chExt cx="990352" cy="1759036"/>
          </a:xfrm>
        </p:grpSpPr>
        <p:grpSp>
          <p:nvGrpSpPr>
            <p:cNvPr id="1760" name="Google Shape;1760;p69"/>
            <p:cNvGrpSpPr/>
            <p:nvPr/>
          </p:nvGrpSpPr>
          <p:grpSpPr>
            <a:xfrm>
              <a:off x="7580947" y="1377388"/>
              <a:ext cx="990352" cy="1759036"/>
              <a:chOff x="820825" y="2103975"/>
              <a:chExt cx="884875" cy="1571550"/>
            </a:xfrm>
          </p:grpSpPr>
          <p:sp>
            <p:nvSpPr>
              <p:cNvPr id="1761" name="Google Shape;1761;p69"/>
              <p:cNvSpPr/>
              <p:nvPr/>
            </p:nvSpPr>
            <p:spPr>
              <a:xfrm>
                <a:off x="820825" y="2103975"/>
                <a:ext cx="420988" cy="402412"/>
              </a:xfrm>
              <a:custGeom>
                <a:avLst/>
                <a:gdLst/>
                <a:ahLst/>
                <a:cxnLst/>
                <a:rect l="l" t="t" r="r" b="b"/>
                <a:pathLst>
                  <a:path w="15757" h="14368" extrusionOk="0">
                    <a:moveTo>
                      <a:pt x="10328" y="1"/>
                    </a:moveTo>
                    <a:cubicBezTo>
                      <a:pt x="9335" y="1"/>
                      <a:pt x="8403" y="528"/>
                      <a:pt x="7564" y="1012"/>
                    </a:cubicBezTo>
                    <a:cubicBezTo>
                      <a:pt x="5886" y="1979"/>
                      <a:pt x="4709" y="3086"/>
                      <a:pt x="2355" y="5428"/>
                    </a:cubicBezTo>
                    <a:cubicBezTo>
                      <a:pt x="0" y="7759"/>
                      <a:pt x="350" y="9111"/>
                      <a:pt x="2728" y="11559"/>
                    </a:cubicBezTo>
                    <a:cubicBezTo>
                      <a:pt x="3392" y="12246"/>
                      <a:pt x="4208" y="13190"/>
                      <a:pt x="5105" y="14367"/>
                    </a:cubicBezTo>
                    <a:cubicBezTo>
                      <a:pt x="7296" y="12165"/>
                      <a:pt x="9487" y="9962"/>
                      <a:pt x="11853" y="7934"/>
                    </a:cubicBezTo>
                    <a:cubicBezTo>
                      <a:pt x="13007" y="6944"/>
                      <a:pt x="14324" y="5790"/>
                      <a:pt x="15757" y="4834"/>
                    </a:cubicBezTo>
                    <a:cubicBezTo>
                      <a:pt x="14743" y="3750"/>
                      <a:pt x="13927" y="2876"/>
                      <a:pt x="13449" y="2154"/>
                    </a:cubicBezTo>
                    <a:cubicBezTo>
                      <a:pt x="12371" y="528"/>
                      <a:pt x="11320" y="1"/>
                      <a:pt x="10328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762" name="Google Shape;1762;p69"/>
              <p:cNvSpPr/>
              <p:nvPr/>
            </p:nvSpPr>
            <p:spPr>
              <a:xfrm>
                <a:off x="834825" y="2103975"/>
                <a:ext cx="406988" cy="250947"/>
              </a:xfrm>
              <a:custGeom>
                <a:avLst/>
                <a:gdLst/>
                <a:ahLst/>
                <a:cxnLst/>
                <a:rect l="l" t="t" r="r" b="b"/>
                <a:pathLst>
                  <a:path w="15233" h="8960" extrusionOk="0">
                    <a:moveTo>
                      <a:pt x="9804" y="1"/>
                    </a:moveTo>
                    <a:cubicBezTo>
                      <a:pt x="8811" y="1"/>
                      <a:pt x="7879" y="528"/>
                      <a:pt x="7040" y="1012"/>
                    </a:cubicBezTo>
                    <a:cubicBezTo>
                      <a:pt x="5362" y="1979"/>
                      <a:pt x="4185" y="3086"/>
                      <a:pt x="1831" y="5428"/>
                    </a:cubicBezTo>
                    <a:cubicBezTo>
                      <a:pt x="444" y="6804"/>
                      <a:pt x="1" y="7841"/>
                      <a:pt x="351" y="8960"/>
                    </a:cubicBezTo>
                    <a:cubicBezTo>
                      <a:pt x="1399" y="6967"/>
                      <a:pt x="2786" y="4939"/>
                      <a:pt x="4814" y="3925"/>
                    </a:cubicBezTo>
                    <a:cubicBezTo>
                      <a:pt x="5618" y="3528"/>
                      <a:pt x="6453" y="3342"/>
                      <a:pt x="7285" y="3342"/>
                    </a:cubicBezTo>
                    <a:cubicBezTo>
                      <a:pt x="8359" y="3342"/>
                      <a:pt x="9428" y="3652"/>
                      <a:pt x="10420" y="4216"/>
                    </a:cubicBezTo>
                    <a:cubicBezTo>
                      <a:pt x="11422" y="4799"/>
                      <a:pt x="12331" y="5545"/>
                      <a:pt x="13147" y="6396"/>
                    </a:cubicBezTo>
                    <a:cubicBezTo>
                      <a:pt x="13811" y="5860"/>
                      <a:pt x="14510" y="5324"/>
                      <a:pt x="15233" y="4834"/>
                    </a:cubicBezTo>
                    <a:cubicBezTo>
                      <a:pt x="14219" y="3750"/>
                      <a:pt x="13403" y="2876"/>
                      <a:pt x="12925" y="2154"/>
                    </a:cubicBezTo>
                    <a:cubicBezTo>
                      <a:pt x="11847" y="528"/>
                      <a:pt x="10796" y="1"/>
                      <a:pt x="9804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763" name="Google Shape;1763;p69"/>
              <p:cNvSpPr/>
              <p:nvPr/>
            </p:nvSpPr>
            <p:spPr>
              <a:xfrm>
                <a:off x="981075" y="2712950"/>
                <a:ext cx="203375" cy="211775"/>
              </a:xfrm>
              <a:custGeom>
                <a:avLst/>
                <a:gdLst/>
                <a:ahLst/>
                <a:cxnLst/>
                <a:rect l="l" t="t" r="r" b="b"/>
                <a:pathLst>
                  <a:path w="8135" h="8471" extrusionOk="0">
                    <a:moveTo>
                      <a:pt x="2550" y="0"/>
                    </a:moveTo>
                    <a:cubicBezTo>
                      <a:pt x="2362" y="0"/>
                      <a:pt x="2185" y="119"/>
                      <a:pt x="2191" y="369"/>
                    </a:cubicBezTo>
                    <a:cubicBezTo>
                      <a:pt x="2203" y="613"/>
                      <a:pt x="2215" y="858"/>
                      <a:pt x="2226" y="1103"/>
                    </a:cubicBezTo>
                    <a:cubicBezTo>
                      <a:pt x="2086" y="951"/>
                      <a:pt x="1947" y="812"/>
                      <a:pt x="1807" y="672"/>
                    </a:cubicBezTo>
                    <a:cubicBezTo>
                      <a:pt x="1724" y="586"/>
                      <a:pt x="1633" y="550"/>
                      <a:pt x="1546" y="550"/>
                    </a:cubicBezTo>
                    <a:cubicBezTo>
                      <a:pt x="1266" y="550"/>
                      <a:pt x="1030" y="926"/>
                      <a:pt x="1271" y="1219"/>
                    </a:cubicBezTo>
                    <a:cubicBezTo>
                      <a:pt x="1410" y="1394"/>
                      <a:pt x="1527" y="1569"/>
                      <a:pt x="1632" y="1767"/>
                    </a:cubicBezTo>
                    <a:cubicBezTo>
                      <a:pt x="1393" y="1727"/>
                      <a:pt x="1154" y="1709"/>
                      <a:pt x="911" y="1709"/>
                    </a:cubicBezTo>
                    <a:cubicBezTo>
                      <a:pt x="799" y="1709"/>
                      <a:pt x="686" y="1713"/>
                      <a:pt x="571" y="1721"/>
                    </a:cubicBezTo>
                    <a:cubicBezTo>
                      <a:pt x="128" y="1756"/>
                      <a:pt x="0" y="2385"/>
                      <a:pt x="466" y="2513"/>
                    </a:cubicBezTo>
                    <a:cubicBezTo>
                      <a:pt x="979" y="2676"/>
                      <a:pt x="1504" y="2839"/>
                      <a:pt x="2028" y="2979"/>
                    </a:cubicBezTo>
                    <a:cubicBezTo>
                      <a:pt x="2070" y="2990"/>
                      <a:pt x="2109" y="2995"/>
                      <a:pt x="2147" y="2995"/>
                    </a:cubicBezTo>
                    <a:cubicBezTo>
                      <a:pt x="2266" y="2995"/>
                      <a:pt x="2362" y="2943"/>
                      <a:pt x="2424" y="2863"/>
                    </a:cubicBezTo>
                    <a:cubicBezTo>
                      <a:pt x="2588" y="4075"/>
                      <a:pt x="3240" y="5263"/>
                      <a:pt x="3986" y="6161"/>
                    </a:cubicBezTo>
                    <a:cubicBezTo>
                      <a:pt x="4715" y="7044"/>
                      <a:pt x="6227" y="8470"/>
                      <a:pt x="7494" y="8470"/>
                    </a:cubicBezTo>
                    <a:cubicBezTo>
                      <a:pt x="7565" y="8470"/>
                      <a:pt x="7635" y="8466"/>
                      <a:pt x="7704" y="8457"/>
                    </a:cubicBezTo>
                    <a:cubicBezTo>
                      <a:pt x="7948" y="8422"/>
                      <a:pt x="8135" y="8130"/>
                      <a:pt x="7914" y="7921"/>
                    </a:cubicBezTo>
                    <a:cubicBezTo>
                      <a:pt x="7482" y="7501"/>
                      <a:pt x="6865" y="7373"/>
                      <a:pt x="6352" y="7070"/>
                    </a:cubicBezTo>
                    <a:cubicBezTo>
                      <a:pt x="5769" y="6720"/>
                      <a:pt x="5245" y="6289"/>
                      <a:pt x="4779" y="5788"/>
                    </a:cubicBezTo>
                    <a:cubicBezTo>
                      <a:pt x="3835" y="4774"/>
                      <a:pt x="3392" y="3655"/>
                      <a:pt x="2937" y="2408"/>
                    </a:cubicBezTo>
                    <a:cubicBezTo>
                      <a:pt x="3007" y="2396"/>
                      <a:pt x="3077" y="2373"/>
                      <a:pt x="3135" y="2327"/>
                    </a:cubicBezTo>
                    <a:cubicBezTo>
                      <a:pt x="3508" y="2035"/>
                      <a:pt x="3881" y="1744"/>
                      <a:pt x="4231" y="1418"/>
                    </a:cubicBezTo>
                    <a:cubicBezTo>
                      <a:pt x="4462" y="1205"/>
                      <a:pt x="4255" y="841"/>
                      <a:pt x="3991" y="841"/>
                    </a:cubicBezTo>
                    <a:cubicBezTo>
                      <a:pt x="3936" y="841"/>
                      <a:pt x="3879" y="857"/>
                      <a:pt x="3823" y="893"/>
                    </a:cubicBezTo>
                    <a:cubicBezTo>
                      <a:pt x="3613" y="1021"/>
                      <a:pt x="3415" y="1161"/>
                      <a:pt x="3217" y="1301"/>
                    </a:cubicBezTo>
                    <a:cubicBezTo>
                      <a:pt x="3170" y="951"/>
                      <a:pt x="3089" y="613"/>
                      <a:pt x="2949" y="264"/>
                    </a:cubicBezTo>
                    <a:cubicBezTo>
                      <a:pt x="2884" y="90"/>
                      <a:pt x="2713" y="0"/>
                      <a:pt x="255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764" name="Google Shape;1764;p69"/>
              <p:cNvSpPr/>
              <p:nvPr/>
            </p:nvSpPr>
            <p:spPr>
              <a:xfrm>
                <a:off x="1502300" y="2581825"/>
                <a:ext cx="203400" cy="211775"/>
              </a:xfrm>
              <a:custGeom>
                <a:avLst/>
                <a:gdLst/>
                <a:ahLst/>
                <a:cxnLst/>
                <a:rect l="l" t="t" r="r" b="b"/>
                <a:pathLst>
                  <a:path w="8136" h="8471" extrusionOk="0">
                    <a:moveTo>
                      <a:pt x="5595" y="1"/>
                    </a:moveTo>
                    <a:cubicBezTo>
                      <a:pt x="5431" y="1"/>
                      <a:pt x="5257" y="91"/>
                      <a:pt x="5187" y="264"/>
                    </a:cubicBezTo>
                    <a:cubicBezTo>
                      <a:pt x="5059" y="614"/>
                      <a:pt x="4965" y="952"/>
                      <a:pt x="4930" y="1302"/>
                    </a:cubicBezTo>
                    <a:cubicBezTo>
                      <a:pt x="4732" y="1162"/>
                      <a:pt x="4534" y="1022"/>
                      <a:pt x="4324" y="894"/>
                    </a:cubicBezTo>
                    <a:cubicBezTo>
                      <a:pt x="4268" y="858"/>
                      <a:pt x="4211" y="842"/>
                      <a:pt x="4156" y="842"/>
                    </a:cubicBezTo>
                    <a:cubicBezTo>
                      <a:pt x="3893" y="842"/>
                      <a:pt x="3685" y="1206"/>
                      <a:pt x="3917" y="1418"/>
                    </a:cubicBezTo>
                    <a:cubicBezTo>
                      <a:pt x="4254" y="1745"/>
                      <a:pt x="4627" y="2036"/>
                      <a:pt x="5012" y="2327"/>
                    </a:cubicBezTo>
                    <a:cubicBezTo>
                      <a:pt x="5070" y="2374"/>
                      <a:pt x="5140" y="2397"/>
                      <a:pt x="5210" y="2420"/>
                    </a:cubicBezTo>
                    <a:cubicBezTo>
                      <a:pt x="4756" y="3656"/>
                      <a:pt x="4313" y="4786"/>
                      <a:pt x="3369" y="5788"/>
                    </a:cubicBezTo>
                    <a:cubicBezTo>
                      <a:pt x="2903" y="6290"/>
                      <a:pt x="2378" y="6721"/>
                      <a:pt x="1795" y="7070"/>
                    </a:cubicBezTo>
                    <a:cubicBezTo>
                      <a:pt x="1271" y="7385"/>
                      <a:pt x="653" y="7502"/>
                      <a:pt x="222" y="7921"/>
                    </a:cubicBezTo>
                    <a:cubicBezTo>
                      <a:pt x="1" y="8131"/>
                      <a:pt x="199" y="8422"/>
                      <a:pt x="444" y="8457"/>
                    </a:cubicBezTo>
                    <a:cubicBezTo>
                      <a:pt x="513" y="8467"/>
                      <a:pt x="583" y="8471"/>
                      <a:pt x="653" y="8471"/>
                    </a:cubicBezTo>
                    <a:cubicBezTo>
                      <a:pt x="1920" y="8471"/>
                      <a:pt x="3432" y="7045"/>
                      <a:pt x="4150" y="6173"/>
                    </a:cubicBezTo>
                    <a:cubicBezTo>
                      <a:pt x="4895" y="5264"/>
                      <a:pt x="5560" y="4075"/>
                      <a:pt x="5723" y="2863"/>
                    </a:cubicBezTo>
                    <a:cubicBezTo>
                      <a:pt x="5785" y="2943"/>
                      <a:pt x="5881" y="2996"/>
                      <a:pt x="5995" y="2996"/>
                    </a:cubicBezTo>
                    <a:cubicBezTo>
                      <a:pt x="6031" y="2996"/>
                      <a:pt x="6069" y="2991"/>
                      <a:pt x="6108" y="2980"/>
                    </a:cubicBezTo>
                    <a:cubicBezTo>
                      <a:pt x="6632" y="2840"/>
                      <a:pt x="7156" y="2677"/>
                      <a:pt x="7681" y="2525"/>
                    </a:cubicBezTo>
                    <a:cubicBezTo>
                      <a:pt x="8135" y="2385"/>
                      <a:pt x="8019" y="1768"/>
                      <a:pt x="7576" y="1721"/>
                    </a:cubicBezTo>
                    <a:cubicBezTo>
                      <a:pt x="7458" y="1714"/>
                      <a:pt x="7342" y="1710"/>
                      <a:pt x="7228" y="1710"/>
                    </a:cubicBezTo>
                    <a:cubicBezTo>
                      <a:pt x="6983" y="1710"/>
                      <a:pt x="6746" y="1728"/>
                      <a:pt x="6515" y="1768"/>
                    </a:cubicBezTo>
                    <a:cubicBezTo>
                      <a:pt x="6620" y="1581"/>
                      <a:pt x="6737" y="1395"/>
                      <a:pt x="6877" y="1220"/>
                    </a:cubicBezTo>
                    <a:cubicBezTo>
                      <a:pt x="7109" y="934"/>
                      <a:pt x="6876" y="553"/>
                      <a:pt x="6591" y="553"/>
                    </a:cubicBezTo>
                    <a:cubicBezTo>
                      <a:pt x="6505" y="553"/>
                      <a:pt x="6413" y="588"/>
                      <a:pt x="6329" y="672"/>
                    </a:cubicBezTo>
                    <a:cubicBezTo>
                      <a:pt x="6189" y="812"/>
                      <a:pt x="6049" y="964"/>
                      <a:pt x="5909" y="1104"/>
                    </a:cubicBezTo>
                    <a:cubicBezTo>
                      <a:pt x="5921" y="859"/>
                      <a:pt x="5933" y="614"/>
                      <a:pt x="5944" y="369"/>
                    </a:cubicBezTo>
                    <a:cubicBezTo>
                      <a:pt x="5957" y="120"/>
                      <a:pt x="5783" y="1"/>
                      <a:pt x="559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765" name="Google Shape;1765;p69"/>
              <p:cNvSpPr/>
              <p:nvPr/>
            </p:nvSpPr>
            <p:spPr>
              <a:xfrm>
                <a:off x="1119750" y="3409950"/>
                <a:ext cx="131500" cy="250275"/>
              </a:xfrm>
              <a:custGeom>
                <a:avLst/>
                <a:gdLst/>
                <a:ahLst/>
                <a:cxnLst/>
                <a:rect l="l" t="t" r="r" b="b"/>
                <a:pathLst>
                  <a:path w="5260" h="10011" extrusionOk="0">
                    <a:moveTo>
                      <a:pt x="4976" y="0"/>
                    </a:moveTo>
                    <a:cubicBezTo>
                      <a:pt x="4901" y="0"/>
                      <a:pt x="4827" y="30"/>
                      <a:pt x="4779" y="97"/>
                    </a:cubicBezTo>
                    <a:cubicBezTo>
                      <a:pt x="3893" y="1472"/>
                      <a:pt x="3415" y="3127"/>
                      <a:pt x="3217" y="4747"/>
                    </a:cubicBezTo>
                    <a:cubicBezTo>
                      <a:pt x="3112" y="5645"/>
                      <a:pt x="3089" y="6554"/>
                      <a:pt x="3171" y="7451"/>
                    </a:cubicBezTo>
                    <a:cubicBezTo>
                      <a:pt x="3194" y="7614"/>
                      <a:pt x="3206" y="7789"/>
                      <a:pt x="3217" y="7964"/>
                    </a:cubicBezTo>
                    <a:cubicBezTo>
                      <a:pt x="2800" y="7618"/>
                      <a:pt x="2225" y="7416"/>
                      <a:pt x="1684" y="7416"/>
                    </a:cubicBezTo>
                    <a:cubicBezTo>
                      <a:pt x="985" y="7416"/>
                      <a:pt x="341" y="7752"/>
                      <a:pt x="164" y="8546"/>
                    </a:cubicBezTo>
                    <a:cubicBezTo>
                      <a:pt x="1" y="9292"/>
                      <a:pt x="583" y="9817"/>
                      <a:pt x="1271" y="9945"/>
                    </a:cubicBezTo>
                    <a:cubicBezTo>
                      <a:pt x="1502" y="9989"/>
                      <a:pt x="1738" y="10010"/>
                      <a:pt x="1976" y="10010"/>
                    </a:cubicBezTo>
                    <a:cubicBezTo>
                      <a:pt x="2747" y="10010"/>
                      <a:pt x="3532" y="9786"/>
                      <a:pt x="4173" y="9386"/>
                    </a:cubicBezTo>
                    <a:cubicBezTo>
                      <a:pt x="4383" y="9257"/>
                      <a:pt x="4324" y="8954"/>
                      <a:pt x="4150" y="8861"/>
                    </a:cubicBezTo>
                    <a:cubicBezTo>
                      <a:pt x="4208" y="8302"/>
                      <a:pt x="3998" y="7672"/>
                      <a:pt x="3951" y="7113"/>
                    </a:cubicBezTo>
                    <a:cubicBezTo>
                      <a:pt x="3893" y="6379"/>
                      <a:pt x="3905" y="5645"/>
                      <a:pt x="3975" y="4910"/>
                    </a:cubicBezTo>
                    <a:cubicBezTo>
                      <a:pt x="4115" y="3279"/>
                      <a:pt x="4627" y="1799"/>
                      <a:pt x="5198" y="272"/>
                    </a:cubicBezTo>
                    <a:cubicBezTo>
                      <a:pt x="5260" y="111"/>
                      <a:pt x="5119" y="0"/>
                      <a:pt x="4976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766" name="Google Shape;1766;p69"/>
              <p:cNvSpPr/>
              <p:nvPr/>
            </p:nvSpPr>
            <p:spPr>
              <a:xfrm>
                <a:off x="1378075" y="3428075"/>
                <a:ext cx="139700" cy="247450"/>
              </a:xfrm>
              <a:custGeom>
                <a:avLst/>
                <a:gdLst/>
                <a:ahLst/>
                <a:cxnLst/>
                <a:rect l="l" t="t" r="r" b="b"/>
                <a:pathLst>
                  <a:path w="5588" h="9898" extrusionOk="0">
                    <a:moveTo>
                      <a:pt x="284" y="1"/>
                    </a:moveTo>
                    <a:cubicBezTo>
                      <a:pt x="142" y="1"/>
                      <a:pt x="1" y="118"/>
                      <a:pt x="63" y="281"/>
                    </a:cubicBezTo>
                    <a:cubicBezTo>
                      <a:pt x="693" y="1785"/>
                      <a:pt x="1252" y="3253"/>
                      <a:pt x="1450" y="4873"/>
                    </a:cubicBezTo>
                    <a:cubicBezTo>
                      <a:pt x="1543" y="5607"/>
                      <a:pt x="1578" y="6341"/>
                      <a:pt x="1555" y="7076"/>
                    </a:cubicBezTo>
                    <a:cubicBezTo>
                      <a:pt x="1532" y="7635"/>
                      <a:pt x="1334" y="8264"/>
                      <a:pt x="1427" y="8835"/>
                    </a:cubicBezTo>
                    <a:cubicBezTo>
                      <a:pt x="1240" y="8929"/>
                      <a:pt x="1194" y="9232"/>
                      <a:pt x="1415" y="9348"/>
                    </a:cubicBezTo>
                    <a:cubicBezTo>
                      <a:pt x="2022" y="9706"/>
                      <a:pt x="2759" y="9897"/>
                      <a:pt x="3483" y="9897"/>
                    </a:cubicBezTo>
                    <a:cubicBezTo>
                      <a:pt x="3774" y="9897"/>
                      <a:pt x="4063" y="9866"/>
                      <a:pt x="4340" y="9803"/>
                    </a:cubicBezTo>
                    <a:cubicBezTo>
                      <a:pt x="5016" y="9651"/>
                      <a:pt x="5587" y="9115"/>
                      <a:pt x="5389" y="8369"/>
                    </a:cubicBezTo>
                    <a:cubicBezTo>
                      <a:pt x="5193" y="7610"/>
                      <a:pt x="4578" y="7294"/>
                      <a:pt x="3910" y="7294"/>
                    </a:cubicBezTo>
                    <a:cubicBezTo>
                      <a:pt x="3346" y="7294"/>
                      <a:pt x="2745" y="7518"/>
                      <a:pt x="2324" y="7891"/>
                    </a:cubicBezTo>
                    <a:cubicBezTo>
                      <a:pt x="2324" y="7717"/>
                      <a:pt x="2336" y="7553"/>
                      <a:pt x="2347" y="7390"/>
                    </a:cubicBezTo>
                    <a:cubicBezTo>
                      <a:pt x="2394" y="6481"/>
                      <a:pt x="2347" y="5572"/>
                      <a:pt x="2208" y="4675"/>
                    </a:cubicBezTo>
                    <a:cubicBezTo>
                      <a:pt x="1951" y="3067"/>
                      <a:pt x="1415" y="1435"/>
                      <a:pt x="471" y="95"/>
                    </a:cubicBezTo>
                    <a:cubicBezTo>
                      <a:pt x="425" y="29"/>
                      <a:pt x="354" y="1"/>
                      <a:pt x="28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767" name="Google Shape;1767;p69"/>
              <p:cNvSpPr/>
              <p:nvPr/>
            </p:nvSpPr>
            <p:spPr>
              <a:xfrm>
                <a:off x="1199000" y="3075850"/>
                <a:ext cx="372100" cy="522700"/>
              </a:xfrm>
              <a:custGeom>
                <a:avLst/>
                <a:gdLst/>
                <a:ahLst/>
                <a:cxnLst/>
                <a:rect l="l" t="t" r="r" b="b"/>
                <a:pathLst>
                  <a:path w="14884" h="20908" extrusionOk="0">
                    <a:moveTo>
                      <a:pt x="1" y="1"/>
                    </a:moveTo>
                    <a:cubicBezTo>
                      <a:pt x="397" y="3357"/>
                      <a:pt x="292" y="5525"/>
                      <a:pt x="292" y="5525"/>
                    </a:cubicBezTo>
                    <a:cubicBezTo>
                      <a:pt x="292" y="5525"/>
                      <a:pt x="2390" y="20465"/>
                      <a:pt x="3275" y="20873"/>
                    </a:cubicBezTo>
                    <a:cubicBezTo>
                      <a:pt x="3327" y="20897"/>
                      <a:pt x="3384" y="20908"/>
                      <a:pt x="3447" y="20908"/>
                    </a:cubicBezTo>
                    <a:cubicBezTo>
                      <a:pt x="5585" y="20908"/>
                      <a:pt x="14207" y="7821"/>
                      <a:pt x="14207" y="7821"/>
                    </a:cubicBezTo>
                    <a:cubicBezTo>
                      <a:pt x="14207" y="7821"/>
                      <a:pt x="14883" y="5746"/>
                      <a:pt x="14510" y="141"/>
                    </a:cubicBezTo>
                    <a:cubicBezTo>
                      <a:pt x="9674" y="12"/>
                      <a:pt x="4837" y="1"/>
                      <a:pt x="1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768" name="Google Shape;1768;p69"/>
              <p:cNvSpPr/>
              <p:nvPr/>
            </p:nvSpPr>
            <p:spPr>
              <a:xfrm>
                <a:off x="1257275" y="3158900"/>
                <a:ext cx="306525" cy="439650"/>
              </a:xfrm>
              <a:custGeom>
                <a:avLst/>
                <a:gdLst/>
                <a:ahLst/>
                <a:cxnLst/>
                <a:rect l="l" t="t" r="r" b="b"/>
                <a:pathLst>
                  <a:path w="12261" h="17586" extrusionOk="0">
                    <a:moveTo>
                      <a:pt x="7832" y="0"/>
                    </a:moveTo>
                    <a:cubicBezTo>
                      <a:pt x="7751" y="5641"/>
                      <a:pt x="4313" y="10186"/>
                      <a:pt x="607" y="14183"/>
                    </a:cubicBezTo>
                    <a:cubicBezTo>
                      <a:pt x="420" y="14381"/>
                      <a:pt x="210" y="14486"/>
                      <a:pt x="0" y="14498"/>
                    </a:cubicBezTo>
                    <a:cubicBezTo>
                      <a:pt x="362" y="16211"/>
                      <a:pt x="700" y="17435"/>
                      <a:pt x="944" y="17551"/>
                    </a:cubicBezTo>
                    <a:cubicBezTo>
                      <a:pt x="996" y="17575"/>
                      <a:pt x="1053" y="17586"/>
                      <a:pt x="1116" y="17586"/>
                    </a:cubicBezTo>
                    <a:cubicBezTo>
                      <a:pt x="3254" y="17586"/>
                      <a:pt x="11876" y="4499"/>
                      <a:pt x="11876" y="4499"/>
                    </a:cubicBezTo>
                    <a:cubicBezTo>
                      <a:pt x="11876" y="4499"/>
                      <a:pt x="12168" y="3590"/>
                      <a:pt x="12261" y="1329"/>
                    </a:cubicBezTo>
                    <a:cubicBezTo>
                      <a:pt x="10816" y="723"/>
                      <a:pt x="9336" y="233"/>
                      <a:pt x="7832" y="0"/>
                    </a:cubicBezTo>
                    <a:close/>
                  </a:path>
                </a:pathLst>
              </a:custGeom>
              <a:solidFill>
                <a:schemeClr val="dk1">
                  <a:alpha val="95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769" name="Google Shape;1769;p69"/>
              <p:cNvSpPr/>
              <p:nvPr/>
            </p:nvSpPr>
            <p:spPr>
              <a:xfrm>
                <a:off x="1241825" y="3421375"/>
                <a:ext cx="175725" cy="177200"/>
              </a:xfrm>
              <a:custGeom>
                <a:avLst/>
                <a:gdLst/>
                <a:ahLst/>
                <a:cxnLst/>
                <a:rect l="l" t="t" r="r" b="b"/>
                <a:pathLst>
                  <a:path w="7029" h="7088" extrusionOk="0">
                    <a:moveTo>
                      <a:pt x="2517" y="0"/>
                    </a:moveTo>
                    <a:cubicBezTo>
                      <a:pt x="1693" y="0"/>
                      <a:pt x="881" y="203"/>
                      <a:pt x="129" y="677"/>
                    </a:cubicBezTo>
                    <a:cubicBezTo>
                      <a:pt x="82" y="701"/>
                      <a:pt x="36" y="724"/>
                      <a:pt x="1" y="747"/>
                    </a:cubicBezTo>
                    <a:cubicBezTo>
                      <a:pt x="572" y="3976"/>
                      <a:pt x="1178" y="6877"/>
                      <a:pt x="1562" y="7052"/>
                    </a:cubicBezTo>
                    <a:cubicBezTo>
                      <a:pt x="1614" y="7076"/>
                      <a:pt x="1671" y="7087"/>
                      <a:pt x="1734" y="7087"/>
                    </a:cubicBezTo>
                    <a:cubicBezTo>
                      <a:pt x="2672" y="7087"/>
                      <a:pt x="4866" y="4554"/>
                      <a:pt x="7028" y="1715"/>
                    </a:cubicBezTo>
                    <a:cubicBezTo>
                      <a:pt x="5693" y="730"/>
                      <a:pt x="4082" y="0"/>
                      <a:pt x="2517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770" name="Google Shape;1770;p69"/>
              <p:cNvSpPr/>
              <p:nvPr/>
            </p:nvSpPr>
            <p:spPr>
              <a:xfrm>
                <a:off x="988925" y="2277550"/>
                <a:ext cx="605175" cy="1011025"/>
              </a:xfrm>
              <a:custGeom>
                <a:avLst/>
                <a:gdLst/>
                <a:ahLst/>
                <a:cxnLst/>
                <a:rect l="l" t="t" r="r" b="b"/>
                <a:pathLst>
                  <a:path w="24207" h="40441" extrusionOk="0">
                    <a:moveTo>
                      <a:pt x="10968" y="1"/>
                    </a:moveTo>
                    <a:cubicBezTo>
                      <a:pt x="10886" y="47"/>
                      <a:pt x="10804" y="105"/>
                      <a:pt x="10723" y="152"/>
                    </a:cubicBezTo>
                    <a:cubicBezTo>
                      <a:pt x="9208" y="1119"/>
                      <a:pt x="7809" y="2261"/>
                      <a:pt x="6469" y="3450"/>
                    </a:cubicBezTo>
                    <a:cubicBezTo>
                      <a:pt x="4208" y="5420"/>
                      <a:pt x="2110" y="7552"/>
                      <a:pt x="1" y="9673"/>
                    </a:cubicBezTo>
                    <a:cubicBezTo>
                      <a:pt x="1947" y="12599"/>
                      <a:pt x="4092" y="16503"/>
                      <a:pt x="5886" y="21386"/>
                    </a:cubicBezTo>
                    <a:cubicBezTo>
                      <a:pt x="8310" y="28005"/>
                      <a:pt x="8672" y="33832"/>
                      <a:pt x="8707" y="36256"/>
                    </a:cubicBezTo>
                    <a:cubicBezTo>
                      <a:pt x="9226" y="35699"/>
                      <a:pt x="9876" y="35326"/>
                      <a:pt x="10639" y="35326"/>
                    </a:cubicBezTo>
                    <a:cubicBezTo>
                      <a:pt x="11041" y="35326"/>
                      <a:pt x="11473" y="35429"/>
                      <a:pt x="11935" y="35662"/>
                    </a:cubicBezTo>
                    <a:cubicBezTo>
                      <a:pt x="12657" y="36023"/>
                      <a:pt x="13228" y="36571"/>
                      <a:pt x="13683" y="37224"/>
                    </a:cubicBezTo>
                    <a:cubicBezTo>
                      <a:pt x="14168" y="36704"/>
                      <a:pt x="14794" y="36358"/>
                      <a:pt x="15529" y="36358"/>
                    </a:cubicBezTo>
                    <a:cubicBezTo>
                      <a:pt x="15783" y="36358"/>
                      <a:pt x="16050" y="36400"/>
                      <a:pt x="16329" y="36490"/>
                    </a:cubicBezTo>
                    <a:cubicBezTo>
                      <a:pt x="16935" y="36688"/>
                      <a:pt x="17389" y="37049"/>
                      <a:pt x="17704" y="37503"/>
                    </a:cubicBezTo>
                    <a:cubicBezTo>
                      <a:pt x="18031" y="37367"/>
                      <a:pt x="18378" y="37303"/>
                      <a:pt x="18724" y="37303"/>
                    </a:cubicBezTo>
                    <a:cubicBezTo>
                      <a:pt x="19326" y="37303"/>
                      <a:pt x="19928" y="37498"/>
                      <a:pt x="20431" y="37853"/>
                    </a:cubicBezTo>
                    <a:cubicBezTo>
                      <a:pt x="21363" y="38517"/>
                      <a:pt x="21899" y="39426"/>
                      <a:pt x="22156" y="40440"/>
                    </a:cubicBezTo>
                    <a:cubicBezTo>
                      <a:pt x="22435" y="40009"/>
                      <a:pt x="22610" y="39753"/>
                      <a:pt x="22610" y="39753"/>
                    </a:cubicBezTo>
                    <a:cubicBezTo>
                      <a:pt x="22610" y="39753"/>
                      <a:pt x="24207" y="34870"/>
                      <a:pt x="21142" y="19941"/>
                    </a:cubicBezTo>
                    <a:cubicBezTo>
                      <a:pt x="19137" y="10198"/>
                      <a:pt x="14522" y="4021"/>
                      <a:pt x="10968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771" name="Google Shape;1771;p69"/>
              <p:cNvSpPr/>
              <p:nvPr/>
            </p:nvSpPr>
            <p:spPr>
              <a:xfrm>
                <a:off x="1262225" y="3434800"/>
                <a:ext cx="155325" cy="163775"/>
              </a:xfrm>
              <a:custGeom>
                <a:avLst/>
                <a:gdLst/>
                <a:ahLst/>
                <a:cxnLst/>
                <a:rect l="l" t="t" r="r" b="b"/>
                <a:pathLst>
                  <a:path w="6213" h="6551" extrusionOk="0">
                    <a:moveTo>
                      <a:pt x="4161" y="1"/>
                    </a:moveTo>
                    <a:cubicBezTo>
                      <a:pt x="4103" y="71"/>
                      <a:pt x="4033" y="152"/>
                      <a:pt x="3975" y="222"/>
                    </a:cubicBezTo>
                    <a:cubicBezTo>
                      <a:pt x="2681" y="1644"/>
                      <a:pt x="1294" y="2961"/>
                      <a:pt x="1" y="4336"/>
                    </a:cubicBezTo>
                    <a:cubicBezTo>
                      <a:pt x="280" y="5583"/>
                      <a:pt x="548" y="6422"/>
                      <a:pt x="746" y="6515"/>
                    </a:cubicBezTo>
                    <a:cubicBezTo>
                      <a:pt x="798" y="6539"/>
                      <a:pt x="855" y="6550"/>
                      <a:pt x="918" y="6550"/>
                    </a:cubicBezTo>
                    <a:cubicBezTo>
                      <a:pt x="1856" y="6550"/>
                      <a:pt x="4050" y="4017"/>
                      <a:pt x="6212" y="1178"/>
                    </a:cubicBezTo>
                    <a:cubicBezTo>
                      <a:pt x="5583" y="712"/>
                      <a:pt x="4884" y="304"/>
                      <a:pt x="416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772" name="Google Shape;1772;p69"/>
              <p:cNvSpPr/>
              <p:nvPr/>
            </p:nvSpPr>
            <p:spPr>
              <a:xfrm>
                <a:off x="1206275" y="2277550"/>
                <a:ext cx="387825" cy="1011025"/>
              </a:xfrm>
              <a:custGeom>
                <a:avLst/>
                <a:gdLst/>
                <a:ahLst/>
                <a:cxnLst/>
                <a:rect l="l" t="t" r="r" b="b"/>
                <a:pathLst>
                  <a:path w="15513" h="40441" extrusionOk="0">
                    <a:moveTo>
                      <a:pt x="2274" y="1"/>
                    </a:moveTo>
                    <a:cubicBezTo>
                      <a:pt x="2192" y="47"/>
                      <a:pt x="2110" y="105"/>
                      <a:pt x="2029" y="152"/>
                    </a:cubicBezTo>
                    <a:cubicBezTo>
                      <a:pt x="1330" y="595"/>
                      <a:pt x="654" y="1084"/>
                      <a:pt x="1" y="1585"/>
                    </a:cubicBezTo>
                    <a:cubicBezTo>
                      <a:pt x="1423" y="3590"/>
                      <a:pt x="2553" y="5851"/>
                      <a:pt x="3521" y="7890"/>
                    </a:cubicBezTo>
                    <a:cubicBezTo>
                      <a:pt x="5933" y="12972"/>
                      <a:pt x="7774" y="18356"/>
                      <a:pt x="9173" y="23810"/>
                    </a:cubicBezTo>
                    <a:cubicBezTo>
                      <a:pt x="9779" y="26164"/>
                      <a:pt x="10303" y="28553"/>
                      <a:pt x="10653" y="30954"/>
                    </a:cubicBezTo>
                    <a:cubicBezTo>
                      <a:pt x="10909" y="32714"/>
                      <a:pt x="11177" y="34532"/>
                      <a:pt x="11014" y="36315"/>
                    </a:cubicBezTo>
                    <a:cubicBezTo>
                      <a:pt x="10979" y="36688"/>
                      <a:pt x="10921" y="37061"/>
                      <a:pt x="10863" y="37433"/>
                    </a:cubicBezTo>
                    <a:cubicBezTo>
                      <a:pt x="11177" y="37527"/>
                      <a:pt x="11469" y="37667"/>
                      <a:pt x="11737" y="37853"/>
                    </a:cubicBezTo>
                    <a:cubicBezTo>
                      <a:pt x="12669" y="38517"/>
                      <a:pt x="13205" y="39426"/>
                      <a:pt x="13462" y="40440"/>
                    </a:cubicBezTo>
                    <a:cubicBezTo>
                      <a:pt x="13741" y="40009"/>
                      <a:pt x="13916" y="39753"/>
                      <a:pt x="13916" y="39753"/>
                    </a:cubicBezTo>
                    <a:cubicBezTo>
                      <a:pt x="13916" y="39753"/>
                      <a:pt x="15513" y="34870"/>
                      <a:pt x="12448" y="19941"/>
                    </a:cubicBezTo>
                    <a:cubicBezTo>
                      <a:pt x="10443" y="10198"/>
                      <a:pt x="5828" y="4021"/>
                      <a:pt x="2274" y="1"/>
                    </a:cubicBezTo>
                    <a:close/>
                  </a:path>
                </a:pathLst>
              </a:custGeom>
              <a:solidFill>
                <a:schemeClr val="accent1">
                  <a:alpha val="4676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773" name="Google Shape;1773;p69"/>
              <p:cNvSpPr/>
              <p:nvPr/>
            </p:nvSpPr>
            <p:spPr>
              <a:xfrm>
                <a:off x="894250" y="2233450"/>
                <a:ext cx="482800" cy="402400"/>
              </a:xfrm>
              <a:custGeom>
                <a:avLst/>
                <a:gdLst/>
                <a:ahLst/>
                <a:cxnLst/>
                <a:rect l="l" t="t" r="r" b="b"/>
                <a:pathLst>
                  <a:path w="19312" h="16096" extrusionOk="0">
                    <a:moveTo>
                      <a:pt x="13574" y="0"/>
                    </a:moveTo>
                    <a:cubicBezTo>
                      <a:pt x="13273" y="0"/>
                      <a:pt x="12894" y="103"/>
                      <a:pt x="12377" y="331"/>
                    </a:cubicBezTo>
                    <a:cubicBezTo>
                      <a:pt x="10909" y="972"/>
                      <a:pt x="2320" y="8186"/>
                      <a:pt x="1294" y="9468"/>
                    </a:cubicBezTo>
                    <a:cubicBezTo>
                      <a:pt x="1294" y="9468"/>
                      <a:pt x="0" y="10575"/>
                      <a:pt x="746" y="11554"/>
                    </a:cubicBezTo>
                    <a:cubicBezTo>
                      <a:pt x="1010" y="11905"/>
                      <a:pt x="1326" y="12018"/>
                      <a:pt x="1623" y="12018"/>
                    </a:cubicBezTo>
                    <a:cubicBezTo>
                      <a:pt x="2153" y="12018"/>
                      <a:pt x="2622" y="11659"/>
                      <a:pt x="2623" y="11659"/>
                    </a:cubicBezTo>
                    <a:lnTo>
                      <a:pt x="2623" y="11659"/>
                    </a:lnTo>
                    <a:cubicBezTo>
                      <a:pt x="2622" y="11659"/>
                      <a:pt x="1783" y="12836"/>
                      <a:pt x="2797" y="13663"/>
                    </a:cubicBezTo>
                    <a:cubicBezTo>
                      <a:pt x="3013" y="13841"/>
                      <a:pt x="3238" y="13897"/>
                      <a:pt x="3439" y="13897"/>
                    </a:cubicBezTo>
                    <a:cubicBezTo>
                      <a:pt x="3793" y="13897"/>
                      <a:pt x="4068" y="13722"/>
                      <a:pt x="4068" y="13722"/>
                    </a:cubicBezTo>
                    <a:cubicBezTo>
                      <a:pt x="4068" y="13722"/>
                      <a:pt x="4161" y="14934"/>
                      <a:pt x="4627" y="15586"/>
                    </a:cubicBezTo>
                    <a:cubicBezTo>
                      <a:pt x="4845" y="15897"/>
                      <a:pt x="5222" y="16096"/>
                      <a:pt x="5737" y="16096"/>
                    </a:cubicBezTo>
                    <a:cubicBezTo>
                      <a:pt x="6322" y="16096"/>
                      <a:pt x="7084" y="15840"/>
                      <a:pt x="7995" y="15202"/>
                    </a:cubicBezTo>
                    <a:cubicBezTo>
                      <a:pt x="9697" y="14001"/>
                      <a:pt x="18018" y="7988"/>
                      <a:pt x="18659" y="7300"/>
                    </a:cubicBezTo>
                    <a:cubicBezTo>
                      <a:pt x="19311" y="6601"/>
                      <a:pt x="19206" y="5692"/>
                      <a:pt x="18449" y="4783"/>
                    </a:cubicBezTo>
                    <a:cubicBezTo>
                      <a:pt x="18101" y="4366"/>
                      <a:pt x="17729" y="4253"/>
                      <a:pt x="17428" y="4253"/>
                    </a:cubicBezTo>
                    <a:cubicBezTo>
                      <a:pt x="17073" y="4253"/>
                      <a:pt x="16817" y="4410"/>
                      <a:pt x="16817" y="4410"/>
                    </a:cubicBezTo>
                    <a:cubicBezTo>
                      <a:pt x="16817" y="4410"/>
                      <a:pt x="17831" y="3373"/>
                      <a:pt x="16981" y="2639"/>
                    </a:cubicBezTo>
                    <a:cubicBezTo>
                      <a:pt x="16697" y="2390"/>
                      <a:pt x="16363" y="2307"/>
                      <a:pt x="16043" y="2307"/>
                    </a:cubicBezTo>
                    <a:cubicBezTo>
                      <a:pt x="15405" y="2307"/>
                      <a:pt x="14824" y="2639"/>
                      <a:pt x="14824" y="2639"/>
                    </a:cubicBezTo>
                    <a:cubicBezTo>
                      <a:pt x="14824" y="2639"/>
                      <a:pt x="15431" y="1799"/>
                      <a:pt x="14824" y="925"/>
                    </a:cubicBezTo>
                    <a:cubicBezTo>
                      <a:pt x="14423" y="357"/>
                      <a:pt x="14134" y="0"/>
                      <a:pt x="13574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774" name="Google Shape;1774;p69"/>
              <p:cNvSpPr/>
              <p:nvPr/>
            </p:nvSpPr>
            <p:spPr>
              <a:xfrm>
                <a:off x="909100" y="2233400"/>
                <a:ext cx="366275" cy="317475"/>
              </a:xfrm>
              <a:custGeom>
                <a:avLst/>
                <a:gdLst/>
                <a:ahLst/>
                <a:cxnLst/>
                <a:rect l="l" t="t" r="r" b="b"/>
                <a:pathLst>
                  <a:path w="14651" h="12699" extrusionOk="0">
                    <a:moveTo>
                      <a:pt x="12979" y="0"/>
                    </a:moveTo>
                    <a:cubicBezTo>
                      <a:pt x="12692" y="0"/>
                      <a:pt x="12334" y="93"/>
                      <a:pt x="11853" y="298"/>
                    </a:cubicBezTo>
                    <a:cubicBezTo>
                      <a:pt x="12599" y="461"/>
                      <a:pt x="13030" y="1359"/>
                      <a:pt x="12412" y="2023"/>
                    </a:cubicBezTo>
                    <a:cubicBezTo>
                      <a:pt x="9044" y="5647"/>
                      <a:pt x="5198" y="8969"/>
                      <a:pt x="770" y="11218"/>
                    </a:cubicBezTo>
                    <a:cubicBezTo>
                      <a:pt x="605" y="11304"/>
                      <a:pt x="441" y="11341"/>
                      <a:pt x="284" y="11341"/>
                    </a:cubicBezTo>
                    <a:cubicBezTo>
                      <a:pt x="186" y="11341"/>
                      <a:pt x="91" y="11327"/>
                      <a:pt x="1" y="11300"/>
                    </a:cubicBezTo>
                    <a:lnTo>
                      <a:pt x="1" y="11300"/>
                    </a:lnTo>
                    <a:cubicBezTo>
                      <a:pt x="36" y="11393"/>
                      <a:pt x="82" y="11474"/>
                      <a:pt x="152" y="11556"/>
                    </a:cubicBezTo>
                    <a:cubicBezTo>
                      <a:pt x="416" y="11907"/>
                      <a:pt x="732" y="12020"/>
                      <a:pt x="1029" y="12020"/>
                    </a:cubicBezTo>
                    <a:cubicBezTo>
                      <a:pt x="1559" y="12020"/>
                      <a:pt x="2028" y="11661"/>
                      <a:pt x="2029" y="11661"/>
                    </a:cubicBezTo>
                    <a:lnTo>
                      <a:pt x="2029" y="11661"/>
                    </a:lnTo>
                    <a:cubicBezTo>
                      <a:pt x="2028" y="11661"/>
                      <a:pt x="1702" y="12139"/>
                      <a:pt x="1702" y="12698"/>
                    </a:cubicBezTo>
                    <a:cubicBezTo>
                      <a:pt x="4849" y="8433"/>
                      <a:pt x="9639" y="6055"/>
                      <a:pt x="13613" y="2687"/>
                    </a:cubicBezTo>
                    <a:cubicBezTo>
                      <a:pt x="13830" y="2503"/>
                      <a:pt x="14067" y="2430"/>
                      <a:pt x="14295" y="2430"/>
                    </a:cubicBezTo>
                    <a:cubicBezTo>
                      <a:pt x="14313" y="2430"/>
                      <a:pt x="14330" y="2430"/>
                      <a:pt x="14347" y="2431"/>
                    </a:cubicBezTo>
                    <a:cubicBezTo>
                      <a:pt x="14487" y="2128"/>
                      <a:pt x="14650" y="1545"/>
                      <a:pt x="14230" y="927"/>
                    </a:cubicBezTo>
                    <a:cubicBezTo>
                      <a:pt x="13829" y="357"/>
                      <a:pt x="13541" y="0"/>
                      <a:pt x="12979" y="0"/>
                    </a:cubicBezTo>
                    <a:close/>
                  </a:path>
                </a:pathLst>
              </a:custGeom>
              <a:solidFill>
                <a:schemeClr val="dk1">
                  <a:alpha val="2083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775" name="Google Shape;1775;p69"/>
              <p:cNvSpPr/>
              <p:nvPr/>
            </p:nvSpPr>
            <p:spPr>
              <a:xfrm>
                <a:off x="1001475" y="2291125"/>
                <a:ext cx="375575" cy="344725"/>
              </a:xfrm>
              <a:custGeom>
                <a:avLst/>
                <a:gdLst/>
                <a:ahLst/>
                <a:cxnLst/>
                <a:rect l="l" t="t" r="r" b="b"/>
                <a:pathLst>
                  <a:path w="15023" h="13789" extrusionOk="0">
                    <a:moveTo>
                      <a:pt x="11752" y="1"/>
                    </a:moveTo>
                    <a:cubicBezTo>
                      <a:pt x="11436" y="1"/>
                      <a:pt x="11134" y="82"/>
                      <a:pt x="10908" y="168"/>
                    </a:cubicBezTo>
                    <a:cubicBezTo>
                      <a:pt x="11584" y="367"/>
                      <a:pt x="12051" y="1217"/>
                      <a:pt x="11375" y="1835"/>
                    </a:cubicBezTo>
                    <a:cubicBezTo>
                      <a:pt x="8088" y="4888"/>
                      <a:pt x="4941" y="8198"/>
                      <a:pt x="1189" y="10669"/>
                    </a:cubicBezTo>
                    <a:cubicBezTo>
                      <a:pt x="5093" y="8571"/>
                      <a:pt x="7937" y="4923"/>
                      <a:pt x="11713" y="2616"/>
                    </a:cubicBezTo>
                    <a:cubicBezTo>
                      <a:pt x="11893" y="2513"/>
                      <a:pt x="12070" y="2468"/>
                      <a:pt x="12236" y="2468"/>
                    </a:cubicBezTo>
                    <a:cubicBezTo>
                      <a:pt x="13141" y="2468"/>
                      <a:pt x="13717" y="3808"/>
                      <a:pt x="12761" y="4399"/>
                    </a:cubicBezTo>
                    <a:cubicBezTo>
                      <a:pt x="11934" y="4865"/>
                      <a:pt x="11398" y="5692"/>
                      <a:pt x="10629" y="6252"/>
                    </a:cubicBezTo>
                    <a:cubicBezTo>
                      <a:pt x="10447" y="6388"/>
                      <a:pt x="10258" y="6454"/>
                      <a:pt x="10084" y="6454"/>
                    </a:cubicBezTo>
                    <a:cubicBezTo>
                      <a:pt x="10035" y="6454"/>
                      <a:pt x="9987" y="6449"/>
                      <a:pt x="9941" y="6438"/>
                    </a:cubicBezTo>
                    <a:cubicBezTo>
                      <a:pt x="7167" y="8723"/>
                      <a:pt x="4650" y="11391"/>
                      <a:pt x="1329" y="12895"/>
                    </a:cubicBezTo>
                    <a:cubicBezTo>
                      <a:pt x="1168" y="12968"/>
                      <a:pt x="1011" y="13000"/>
                      <a:pt x="862" y="13000"/>
                    </a:cubicBezTo>
                    <a:cubicBezTo>
                      <a:pt x="512" y="13000"/>
                      <a:pt x="204" y="12822"/>
                      <a:pt x="0" y="12568"/>
                    </a:cubicBezTo>
                    <a:lnTo>
                      <a:pt x="0" y="12568"/>
                    </a:lnTo>
                    <a:cubicBezTo>
                      <a:pt x="82" y="12825"/>
                      <a:pt x="198" y="13081"/>
                      <a:pt x="338" y="13279"/>
                    </a:cubicBezTo>
                    <a:cubicBezTo>
                      <a:pt x="556" y="13590"/>
                      <a:pt x="933" y="13789"/>
                      <a:pt x="1448" y="13789"/>
                    </a:cubicBezTo>
                    <a:cubicBezTo>
                      <a:pt x="2033" y="13789"/>
                      <a:pt x="2795" y="13533"/>
                      <a:pt x="3706" y="12895"/>
                    </a:cubicBezTo>
                    <a:cubicBezTo>
                      <a:pt x="5408" y="11694"/>
                      <a:pt x="13729" y="5681"/>
                      <a:pt x="14370" y="4993"/>
                    </a:cubicBezTo>
                    <a:cubicBezTo>
                      <a:pt x="15022" y="4294"/>
                      <a:pt x="14917" y="3385"/>
                      <a:pt x="14160" y="2476"/>
                    </a:cubicBezTo>
                    <a:cubicBezTo>
                      <a:pt x="13812" y="2059"/>
                      <a:pt x="13440" y="1946"/>
                      <a:pt x="13139" y="1946"/>
                    </a:cubicBezTo>
                    <a:cubicBezTo>
                      <a:pt x="12784" y="1946"/>
                      <a:pt x="12528" y="2103"/>
                      <a:pt x="12528" y="2103"/>
                    </a:cubicBezTo>
                    <a:cubicBezTo>
                      <a:pt x="12528" y="2103"/>
                      <a:pt x="13542" y="1066"/>
                      <a:pt x="12692" y="332"/>
                    </a:cubicBezTo>
                    <a:cubicBezTo>
                      <a:pt x="12409" y="85"/>
                      <a:pt x="12074" y="1"/>
                      <a:pt x="11752" y="1"/>
                    </a:cubicBezTo>
                    <a:close/>
                  </a:path>
                </a:pathLst>
              </a:custGeom>
              <a:solidFill>
                <a:schemeClr val="dk1">
                  <a:alpha val="2083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776" name="Google Shape;1776;p69"/>
              <p:cNvSpPr/>
              <p:nvPr/>
            </p:nvSpPr>
            <p:spPr>
              <a:xfrm>
                <a:off x="1407625" y="3172875"/>
                <a:ext cx="6125" cy="23625"/>
              </a:xfrm>
              <a:custGeom>
                <a:avLst/>
                <a:gdLst/>
                <a:ahLst/>
                <a:cxnLst/>
                <a:rect l="l" t="t" r="r" b="b"/>
                <a:pathLst>
                  <a:path w="245" h="945" extrusionOk="0">
                    <a:moveTo>
                      <a:pt x="245" y="1"/>
                    </a:moveTo>
                    <a:lnTo>
                      <a:pt x="245" y="1"/>
                    </a:lnTo>
                    <a:cubicBezTo>
                      <a:pt x="175" y="292"/>
                      <a:pt x="93" y="572"/>
                      <a:pt x="0" y="851"/>
                    </a:cubicBezTo>
                    <a:cubicBezTo>
                      <a:pt x="58" y="886"/>
                      <a:pt x="117" y="910"/>
                      <a:pt x="163" y="945"/>
                    </a:cubicBezTo>
                    <a:cubicBezTo>
                      <a:pt x="210" y="630"/>
                      <a:pt x="233" y="315"/>
                      <a:pt x="245" y="1"/>
                    </a:cubicBezTo>
                    <a:close/>
                  </a:path>
                </a:pathLst>
              </a:custGeom>
              <a:solidFill>
                <a:srgbClr val="F3FF4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777" name="Google Shape;1777;p69"/>
              <p:cNvSpPr/>
              <p:nvPr/>
            </p:nvSpPr>
            <p:spPr>
              <a:xfrm>
                <a:off x="965175" y="2292375"/>
                <a:ext cx="287375" cy="225750"/>
              </a:xfrm>
              <a:custGeom>
                <a:avLst/>
                <a:gdLst/>
                <a:ahLst/>
                <a:cxnLst/>
                <a:rect l="l" t="t" r="r" b="b"/>
                <a:pathLst>
                  <a:path w="11495" h="9030" extrusionOk="0">
                    <a:moveTo>
                      <a:pt x="11285" y="1"/>
                    </a:moveTo>
                    <a:cubicBezTo>
                      <a:pt x="11260" y="1"/>
                      <a:pt x="11233" y="8"/>
                      <a:pt x="11207" y="25"/>
                    </a:cubicBezTo>
                    <a:cubicBezTo>
                      <a:pt x="9295" y="1365"/>
                      <a:pt x="7419" y="2752"/>
                      <a:pt x="5589" y="4209"/>
                    </a:cubicBezTo>
                    <a:cubicBezTo>
                      <a:pt x="3690" y="5724"/>
                      <a:pt x="1697" y="7239"/>
                      <a:pt x="19" y="8987"/>
                    </a:cubicBezTo>
                    <a:cubicBezTo>
                      <a:pt x="1" y="9005"/>
                      <a:pt x="10" y="9030"/>
                      <a:pt x="26" y="9030"/>
                    </a:cubicBezTo>
                    <a:cubicBezTo>
                      <a:pt x="31" y="9030"/>
                      <a:pt x="36" y="9028"/>
                      <a:pt x="42" y="9022"/>
                    </a:cubicBezTo>
                    <a:cubicBezTo>
                      <a:pt x="1860" y="7682"/>
                      <a:pt x="3538" y="6132"/>
                      <a:pt x="5321" y="4745"/>
                    </a:cubicBezTo>
                    <a:cubicBezTo>
                      <a:pt x="7302" y="3207"/>
                      <a:pt x="9307" y="1715"/>
                      <a:pt x="11358" y="293"/>
                    </a:cubicBezTo>
                    <a:cubicBezTo>
                      <a:pt x="11495" y="196"/>
                      <a:pt x="11411" y="1"/>
                      <a:pt x="1128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778" name="Google Shape;1778;p69"/>
              <p:cNvSpPr/>
              <p:nvPr/>
            </p:nvSpPr>
            <p:spPr>
              <a:xfrm>
                <a:off x="1039600" y="2352300"/>
                <a:ext cx="255750" cy="206125"/>
              </a:xfrm>
              <a:custGeom>
                <a:avLst/>
                <a:gdLst/>
                <a:ahLst/>
                <a:cxnLst/>
                <a:rect l="l" t="t" r="r" b="b"/>
                <a:pathLst>
                  <a:path w="10230" h="8245" extrusionOk="0">
                    <a:moveTo>
                      <a:pt x="10078" y="0"/>
                    </a:moveTo>
                    <a:cubicBezTo>
                      <a:pt x="10060" y="0"/>
                      <a:pt x="10042" y="5"/>
                      <a:pt x="10024" y="17"/>
                    </a:cubicBezTo>
                    <a:cubicBezTo>
                      <a:pt x="8241" y="1078"/>
                      <a:pt x="6586" y="2453"/>
                      <a:pt x="4966" y="3747"/>
                    </a:cubicBezTo>
                    <a:cubicBezTo>
                      <a:pt x="3265" y="5133"/>
                      <a:pt x="1528" y="6544"/>
                      <a:pt x="37" y="8163"/>
                    </a:cubicBezTo>
                    <a:cubicBezTo>
                      <a:pt x="0" y="8200"/>
                      <a:pt x="36" y="8244"/>
                      <a:pt x="75" y="8244"/>
                    </a:cubicBezTo>
                    <a:cubicBezTo>
                      <a:pt x="86" y="8244"/>
                      <a:pt x="97" y="8241"/>
                      <a:pt x="107" y="8233"/>
                    </a:cubicBezTo>
                    <a:cubicBezTo>
                      <a:pt x="1773" y="6870"/>
                      <a:pt x="3335" y="5390"/>
                      <a:pt x="5001" y="4050"/>
                    </a:cubicBezTo>
                    <a:cubicBezTo>
                      <a:pt x="6680" y="2698"/>
                      <a:pt x="8474" y="1521"/>
                      <a:pt x="10153" y="180"/>
                    </a:cubicBezTo>
                    <a:cubicBezTo>
                      <a:pt x="10230" y="122"/>
                      <a:pt x="10163" y="0"/>
                      <a:pt x="1007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779" name="Google Shape;1779;p69"/>
              <p:cNvSpPr/>
              <p:nvPr/>
            </p:nvSpPr>
            <p:spPr>
              <a:xfrm>
                <a:off x="1114200" y="2418800"/>
                <a:ext cx="238525" cy="175450"/>
              </a:xfrm>
              <a:custGeom>
                <a:avLst/>
                <a:gdLst/>
                <a:ahLst/>
                <a:cxnLst/>
                <a:rect l="l" t="t" r="r" b="b"/>
                <a:pathLst>
                  <a:path w="9541" h="7018" extrusionOk="0">
                    <a:moveTo>
                      <a:pt x="9345" y="1"/>
                    </a:moveTo>
                    <a:cubicBezTo>
                      <a:pt x="9315" y="1"/>
                      <a:pt x="9283" y="12"/>
                      <a:pt x="9255" y="38"/>
                    </a:cubicBezTo>
                    <a:cubicBezTo>
                      <a:pt x="6283" y="2462"/>
                      <a:pt x="3136" y="4594"/>
                      <a:pt x="60" y="6879"/>
                    </a:cubicBezTo>
                    <a:cubicBezTo>
                      <a:pt x="1" y="6928"/>
                      <a:pt x="41" y="7018"/>
                      <a:pt x="103" y="7018"/>
                    </a:cubicBezTo>
                    <a:cubicBezTo>
                      <a:pt x="115" y="7018"/>
                      <a:pt x="128" y="7014"/>
                      <a:pt x="141" y="7007"/>
                    </a:cubicBezTo>
                    <a:cubicBezTo>
                      <a:pt x="3428" y="5084"/>
                      <a:pt x="6493" y="2637"/>
                      <a:pt x="9441" y="224"/>
                    </a:cubicBezTo>
                    <a:cubicBezTo>
                      <a:pt x="9541" y="134"/>
                      <a:pt x="9450" y="1"/>
                      <a:pt x="934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780" name="Google Shape;1780;p69"/>
              <p:cNvSpPr/>
              <p:nvPr/>
            </p:nvSpPr>
            <p:spPr>
              <a:xfrm>
                <a:off x="1224575" y="3154025"/>
                <a:ext cx="318025" cy="124300"/>
              </a:xfrm>
              <a:custGeom>
                <a:avLst/>
                <a:gdLst/>
                <a:ahLst/>
                <a:cxnLst/>
                <a:rect l="l" t="t" r="r" b="b"/>
                <a:pathLst>
                  <a:path w="12721" h="4972" extrusionOk="0">
                    <a:moveTo>
                      <a:pt x="1203" y="0"/>
                    </a:moveTo>
                    <a:cubicBezTo>
                      <a:pt x="763" y="0"/>
                      <a:pt x="343" y="166"/>
                      <a:pt x="27" y="521"/>
                    </a:cubicBezTo>
                    <a:cubicBezTo>
                      <a:pt x="0" y="557"/>
                      <a:pt x="27" y="592"/>
                      <a:pt x="57" y="592"/>
                    </a:cubicBezTo>
                    <a:cubicBezTo>
                      <a:pt x="66" y="592"/>
                      <a:pt x="76" y="588"/>
                      <a:pt x="85" y="580"/>
                    </a:cubicBezTo>
                    <a:cubicBezTo>
                      <a:pt x="445" y="264"/>
                      <a:pt x="795" y="132"/>
                      <a:pt x="1129" y="132"/>
                    </a:cubicBezTo>
                    <a:cubicBezTo>
                      <a:pt x="2222" y="132"/>
                      <a:pt x="3132" y="1542"/>
                      <a:pt x="3569" y="2479"/>
                    </a:cubicBezTo>
                    <a:cubicBezTo>
                      <a:pt x="3594" y="2524"/>
                      <a:pt x="3636" y="2544"/>
                      <a:pt x="3679" y="2544"/>
                    </a:cubicBezTo>
                    <a:cubicBezTo>
                      <a:pt x="3736" y="2544"/>
                      <a:pt x="3794" y="2509"/>
                      <a:pt x="3814" y="2456"/>
                    </a:cubicBezTo>
                    <a:cubicBezTo>
                      <a:pt x="4152" y="1312"/>
                      <a:pt x="5085" y="751"/>
                      <a:pt x="6013" y="751"/>
                    </a:cubicBezTo>
                    <a:cubicBezTo>
                      <a:pt x="7004" y="751"/>
                      <a:pt x="7990" y="1391"/>
                      <a:pt x="8243" y="2643"/>
                    </a:cubicBezTo>
                    <a:cubicBezTo>
                      <a:pt x="8253" y="2704"/>
                      <a:pt x="8299" y="2738"/>
                      <a:pt x="8349" y="2738"/>
                    </a:cubicBezTo>
                    <a:cubicBezTo>
                      <a:pt x="8356" y="2738"/>
                      <a:pt x="8364" y="2737"/>
                      <a:pt x="8371" y="2736"/>
                    </a:cubicBezTo>
                    <a:lnTo>
                      <a:pt x="8371" y="2736"/>
                    </a:lnTo>
                    <a:cubicBezTo>
                      <a:pt x="8359" y="2771"/>
                      <a:pt x="8348" y="2806"/>
                      <a:pt x="8348" y="2841"/>
                    </a:cubicBezTo>
                    <a:cubicBezTo>
                      <a:pt x="8341" y="2879"/>
                      <a:pt x="8376" y="2899"/>
                      <a:pt x="8413" y="2899"/>
                    </a:cubicBezTo>
                    <a:cubicBezTo>
                      <a:pt x="8444" y="2899"/>
                      <a:pt x="8477" y="2884"/>
                      <a:pt x="8487" y="2852"/>
                    </a:cubicBezTo>
                    <a:cubicBezTo>
                      <a:pt x="8683" y="2167"/>
                      <a:pt x="9312" y="1837"/>
                      <a:pt x="9962" y="1837"/>
                    </a:cubicBezTo>
                    <a:cubicBezTo>
                      <a:pt x="10318" y="1837"/>
                      <a:pt x="10680" y="1936"/>
                      <a:pt x="10981" y="2130"/>
                    </a:cubicBezTo>
                    <a:cubicBezTo>
                      <a:pt x="11914" y="2747"/>
                      <a:pt x="12135" y="3924"/>
                      <a:pt x="12485" y="4892"/>
                    </a:cubicBezTo>
                    <a:cubicBezTo>
                      <a:pt x="12508" y="4948"/>
                      <a:pt x="12552" y="4972"/>
                      <a:pt x="12595" y="4972"/>
                    </a:cubicBezTo>
                    <a:cubicBezTo>
                      <a:pt x="12659" y="4972"/>
                      <a:pt x="12720" y="4917"/>
                      <a:pt x="12706" y="4834"/>
                    </a:cubicBezTo>
                    <a:cubicBezTo>
                      <a:pt x="12462" y="3621"/>
                      <a:pt x="11832" y="1978"/>
                      <a:pt x="10480" y="1652"/>
                    </a:cubicBezTo>
                    <a:cubicBezTo>
                      <a:pt x="10318" y="1612"/>
                      <a:pt x="10147" y="1592"/>
                      <a:pt x="9977" y="1592"/>
                    </a:cubicBezTo>
                    <a:cubicBezTo>
                      <a:pt x="9354" y="1592"/>
                      <a:pt x="8730" y="1861"/>
                      <a:pt x="8464" y="2409"/>
                    </a:cubicBezTo>
                    <a:cubicBezTo>
                      <a:pt x="8138" y="1137"/>
                      <a:pt x="7071" y="484"/>
                      <a:pt x="6002" y="484"/>
                    </a:cubicBezTo>
                    <a:cubicBezTo>
                      <a:pt x="5045" y="484"/>
                      <a:pt x="4087" y="1009"/>
                      <a:pt x="3663" y="2083"/>
                    </a:cubicBezTo>
                    <a:cubicBezTo>
                      <a:pt x="3243" y="1291"/>
                      <a:pt x="2765" y="440"/>
                      <a:pt x="1880" y="125"/>
                    </a:cubicBezTo>
                    <a:cubicBezTo>
                      <a:pt x="1656" y="43"/>
                      <a:pt x="1427" y="0"/>
                      <a:pt x="1203" y="0"/>
                    </a:cubicBezTo>
                    <a:close/>
                  </a:path>
                </a:pathLst>
              </a:custGeom>
              <a:solidFill>
                <a:schemeClr val="dk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781" name="Google Shape;1781;p69"/>
              <p:cNvSpPr/>
              <p:nvPr/>
            </p:nvSpPr>
            <p:spPr>
              <a:xfrm>
                <a:off x="1300100" y="3091850"/>
                <a:ext cx="15750" cy="103700"/>
              </a:xfrm>
              <a:custGeom>
                <a:avLst/>
                <a:gdLst/>
                <a:ahLst/>
                <a:cxnLst/>
                <a:rect l="l" t="t" r="r" b="b"/>
                <a:pathLst>
                  <a:path w="630" h="4148" extrusionOk="0">
                    <a:moveTo>
                      <a:pt x="24" y="1"/>
                    </a:moveTo>
                    <a:cubicBezTo>
                      <a:pt x="14" y="1"/>
                      <a:pt x="1" y="11"/>
                      <a:pt x="1" y="25"/>
                    </a:cubicBezTo>
                    <a:cubicBezTo>
                      <a:pt x="210" y="1389"/>
                      <a:pt x="339" y="2740"/>
                      <a:pt x="490" y="4104"/>
                    </a:cubicBezTo>
                    <a:cubicBezTo>
                      <a:pt x="490" y="4133"/>
                      <a:pt x="513" y="4148"/>
                      <a:pt x="537" y="4148"/>
                    </a:cubicBezTo>
                    <a:cubicBezTo>
                      <a:pt x="560" y="4148"/>
                      <a:pt x="583" y="4133"/>
                      <a:pt x="583" y="4104"/>
                    </a:cubicBezTo>
                    <a:cubicBezTo>
                      <a:pt x="630" y="2752"/>
                      <a:pt x="409" y="1307"/>
                      <a:pt x="36" y="13"/>
                    </a:cubicBezTo>
                    <a:cubicBezTo>
                      <a:pt x="36" y="4"/>
                      <a:pt x="31" y="1"/>
                      <a:pt x="2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782" name="Google Shape;1782;p69"/>
              <p:cNvSpPr/>
              <p:nvPr/>
            </p:nvSpPr>
            <p:spPr>
              <a:xfrm>
                <a:off x="1432200" y="3086925"/>
                <a:ext cx="10975" cy="114150"/>
              </a:xfrm>
              <a:custGeom>
                <a:avLst/>
                <a:gdLst/>
                <a:ahLst/>
                <a:cxnLst/>
                <a:rect l="l" t="t" r="r" b="b"/>
                <a:pathLst>
                  <a:path w="439" h="4566" extrusionOk="0">
                    <a:moveTo>
                      <a:pt x="324" y="1"/>
                    </a:moveTo>
                    <a:cubicBezTo>
                      <a:pt x="305" y="1"/>
                      <a:pt x="287" y="12"/>
                      <a:pt x="287" y="36"/>
                    </a:cubicBezTo>
                    <a:cubicBezTo>
                      <a:pt x="311" y="1527"/>
                      <a:pt x="217" y="2996"/>
                      <a:pt x="8" y="4476"/>
                    </a:cubicBezTo>
                    <a:cubicBezTo>
                      <a:pt x="1" y="4531"/>
                      <a:pt x="47" y="4566"/>
                      <a:pt x="88" y="4566"/>
                    </a:cubicBezTo>
                    <a:cubicBezTo>
                      <a:pt x="117" y="4566"/>
                      <a:pt x="143" y="4549"/>
                      <a:pt x="148" y="4511"/>
                    </a:cubicBezTo>
                    <a:cubicBezTo>
                      <a:pt x="369" y="3031"/>
                      <a:pt x="439" y="1539"/>
                      <a:pt x="369" y="36"/>
                    </a:cubicBezTo>
                    <a:cubicBezTo>
                      <a:pt x="363" y="12"/>
                      <a:pt x="343" y="1"/>
                      <a:pt x="32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783" name="Google Shape;1783;p69"/>
              <p:cNvSpPr/>
              <p:nvPr/>
            </p:nvSpPr>
            <p:spPr>
              <a:xfrm>
                <a:off x="1135300" y="2594400"/>
                <a:ext cx="42850" cy="78225"/>
              </a:xfrm>
              <a:custGeom>
                <a:avLst/>
                <a:gdLst/>
                <a:ahLst/>
                <a:cxnLst/>
                <a:rect l="l" t="t" r="r" b="b"/>
                <a:pathLst>
                  <a:path w="1714" h="3129" extrusionOk="0">
                    <a:moveTo>
                      <a:pt x="56" y="1"/>
                    </a:moveTo>
                    <a:cubicBezTo>
                      <a:pt x="29" y="1"/>
                      <a:pt x="0" y="22"/>
                      <a:pt x="8" y="53"/>
                    </a:cubicBezTo>
                    <a:cubicBezTo>
                      <a:pt x="439" y="1102"/>
                      <a:pt x="1080" y="2116"/>
                      <a:pt x="1640" y="3106"/>
                    </a:cubicBezTo>
                    <a:cubicBezTo>
                      <a:pt x="1647" y="3122"/>
                      <a:pt x="1659" y="3128"/>
                      <a:pt x="1670" y="3128"/>
                    </a:cubicBezTo>
                    <a:cubicBezTo>
                      <a:pt x="1693" y="3128"/>
                      <a:pt x="1713" y="3102"/>
                      <a:pt x="1698" y="3071"/>
                    </a:cubicBezTo>
                    <a:cubicBezTo>
                      <a:pt x="1197" y="2069"/>
                      <a:pt x="719" y="962"/>
                      <a:pt x="90" y="18"/>
                    </a:cubicBezTo>
                    <a:cubicBezTo>
                      <a:pt x="82" y="6"/>
                      <a:pt x="69" y="1"/>
                      <a:pt x="5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784" name="Google Shape;1784;p69"/>
              <p:cNvSpPr/>
              <p:nvPr/>
            </p:nvSpPr>
            <p:spPr>
              <a:xfrm>
                <a:off x="1296625" y="2482250"/>
                <a:ext cx="44675" cy="94625"/>
              </a:xfrm>
              <a:custGeom>
                <a:avLst/>
                <a:gdLst/>
                <a:ahLst/>
                <a:cxnLst/>
                <a:rect l="l" t="t" r="r" b="b"/>
                <a:pathLst>
                  <a:path w="1787" h="3785" extrusionOk="0">
                    <a:moveTo>
                      <a:pt x="92" y="1"/>
                    </a:moveTo>
                    <a:cubicBezTo>
                      <a:pt x="47" y="1"/>
                      <a:pt x="0" y="41"/>
                      <a:pt x="23" y="87"/>
                    </a:cubicBezTo>
                    <a:cubicBezTo>
                      <a:pt x="478" y="1334"/>
                      <a:pt x="1084" y="2558"/>
                      <a:pt x="1655" y="3758"/>
                    </a:cubicBezTo>
                    <a:cubicBezTo>
                      <a:pt x="1666" y="3777"/>
                      <a:pt x="1685" y="3785"/>
                      <a:pt x="1704" y="3785"/>
                    </a:cubicBezTo>
                    <a:cubicBezTo>
                      <a:pt x="1744" y="3785"/>
                      <a:pt x="1787" y="3751"/>
                      <a:pt x="1771" y="3711"/>
                    </a:cubicBezTo>
                    <a:cubicBezTo>
                      <a:pt x="1270" y="2476"/>
                      <a:pt x="769" y="1206"/>
                      <a:pt x="151" y="40"/>
                    </a:cubicBezTo>
                    <a:cubicBezTo>
                      <a:pt x="139" y="12"/>
                      <a:pt x="116" y="1"/>
                      <a:pt x="92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785" name="Google Shape;1785;p69"/>
              <p:cNvSpPr/>
              <p:nvPr/>
            </p:nvSpPr>
            <p:spPr>
              <a:xfrm>
                <a:off x="1307850" y="2715725"/>
                <a:ext cx="46475" cy="33475"/>
              </a:xfrm>
              <a:custGeom>
                <a:avLst/>
                <a:gdLst/>
                <a:ahLst/>
                <a:cxnLst/>
                <a:rect l="l" t="t" r="r" b="b"/>
                <a:pathLst>
                  <a:path w="1859" h="1339" extrusionOk="0">
                    <a:moveTo>
                      <a:pt x="1352" y="0"/>
                    </a:moveTo>
                    <a:cubicBezTo>
                      <a:pt x="1295" y="0"/>
                      <a:pt x="1245" y="73"/>
                      <a:pt x="1264" y="129"/>
                    </a:cubicBezTo>
                    <a:cubicBezTo>
                      <a:pt x="1322" y="293"/>
                      <a:pt x="1415" y="421"/>
                      <a:pt x="1392" y="607"/>
                    </a:cubicBezTo>
                    <a:cubicBezTo>
                      <a:pt x="1357" y="805"/>
                      <a:pt x="1252" y="1004"/>
                      <a:pt x="1066" y="1085"/>
                    </a:cubicBezTo>
                    <a:cubicBezTo>
                      <a:pt x="992" y="1118"/>
                      <a:pt x="919" y="1133"/>
                      <a:pt x="848" y="1133"/>
                    </a:cubicBezTo>
                    <a:cubicBezTo>
                      <a:pt x="517" y="1133"/>
                      <a:pt x="238" y="810"/>
                      <a:pt x="180" y="502"/>
                    </a:cubicBezTo>
                    <a:cubicBezTo>
                      <a:pt x="180" y="470"/>
                      <a:pt x="159" y="452"/>
                      <a:pt x="138" y="452"/>
                    </a:cubicBezTo>
                    <a:cubicBezTo>
                      <a:pt x="121" y="452"/>
                      <a:pt x="104" y="465"/>
                      <a:pt x="99" y="491"/>
                    </a:cubicBezTo>
                    <a:cubicBezTo>
                      <a:pt x="1" y="952"/>
                      <a:pt x="439" y="1338"/>
                      <a:pt x="872" y="1338"/>
                    </a:cubicBezTo>
                    <a:cubicBezTo>
                      <a:pt x="953" y="1338"/>
                      <a:pt x="1035" y="1324"/>
                      <a:pt x="1112" y="1295"/>
                    </a:cubicBezTo>
                    <a:cubicBezTo>
                      <a:pt x="1555" y="1132"/>
                      <a:pt x="1858" y="316"/>
                      <a:pt x="1392" y="13"/>
                    </a:cubicBezTo>
                    <a:cubicBezTo>
                      <a:pt x="1379" y="4"/>
                      <a:pt x="1366" y="0"/>
                      <a:pt x="1352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786" name="Google Shape;1786;p69"/>
              <p:cNvSpPr/>
              <p:nvPr/>
            </p:nvSpPr>
            <p:spPr>
              <a:xfrm>
                <a:off x="1219400" y="2794625"/>
                <a:ext cx="59750" cy="29950"/>
              </a:xfrm>
              <a:custGeom>
                <a:avLst/>
                <a:gdLst/>
                <a:ahLst/>
                <a:cxnLst/>
                <a:rect l="l" t="t" r="r" b="b"/>
                <a:pathLst>
                  <a:path w="2390" h="1198" extrusionOk="0">
                    <a:moveTo>
                      <a:pt x="1776" y="1"/>
                    </a:moveTo>
                    <a:cubicBezTo>
                      <a:pt x="1562" y="1"/>
                      <a:pt x="1303" y="46"/>
                      <a:pt x="1038" y="143"/>
                    </a:cubicBezTo>
                    <a:cubicBezTo>
                      <a:pt x="420" y="353"/>
                      <a:pt x="0" y="726"/>
                      <a:pt x="94" y="982"/>
                    </a:cubicBezTo>
                    <a:cubicBezTo>
                      <a:pt x="140" y="1122"/>
                      <a:pt x="346" y="1197"/>
                      <a:pt x="626" y="1197"/>
                    </a:cubicBezTo>
                    <a:cubicBezTo>
                      <a:pt x="837" y="1197"/>
                      <a:pt x="1092" y="1154"/>
                      <a:pt x="1352" y="1064"/>
                    </a:cubicBezTo>
                    <a:cubicBezTo>
                      <a:pt x="1970" y="843"/>
                      <a:pt x="2390" y="470"/>
                      <a:pt x="2296" y="213"/>
                    </a:cubicBezTo>
                    <a:cubicBezTo>
                      <a:pt x="2250" y="76"/>
                      <a:pt x="2050" y="1"/>
                      <a:pt x="1776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787" name="Google Shape;1787;p69"/>
              <p:cNvSpPr/>
              <p:nvPr/>
            </p:nvSpPr>
            <p:spPr>
              <a:xfrm>
                <a:off x="1193475" y="2700100"/>
                <a:ext cx="96750" cy="80825"/>
              </a:xfrm>
              <a:custGeom>
                <a:avLst/>
                <a:gdLst/>
                <a:ahLst/>
                <a:cxnLst/>
                <a:rect l="l" t="t" r="r" b="b"/>
                <a:pathLst>
                  <a:path w="3870" h="3233" extrusionOk="0">
                    <a:moveTo>
                      <a:pt x="1895" y="0"/>
                    </a:moveTo>
                    <a:cubicBezTo>
                      <a:pt x="1776" y="0"/>
                      <a:pt x="1653" y="14"/>
                      <a:pt x="1527" y="44"/>
                    </a:cubicBezTo>
                    <a:cubicBezTo>
                      <a:pt x="0" y="393"/>
                      <a:pt x="513" y="2188"/>
                      <a:pt x="1026" y="3155"/>
                    </a:cubicBezTo>
                    <a:cubicBezTo>
                      <a:pt x="1055" y="3210"/>
                      <a:pt x="1105" y="3232"/>
                      <a:pt x="1158" y="3232"/>
                    </a:cubicBezTo>
                    <a:cubicBezTo>
                      <a:pt x="1275" y="3232"/>
                      <a:pt x="1405" y="3121"/>
                      <a:pt x="1340" y="2992"/>
                    </a:cubicBezTo>
                    <a:cubicBezTo>
                      <a:pt x="944" y="2211"/>
                      <a:pt x="303" y="591"/>
                      <a:pt x="1702" y="370"/>
                    </a:cubicBezTo>
                    <a:cubicBezTo>
                      <a:pt x="1794" y="355"/>
                      <a:pt x="1882" y="348"/>
                      <a:pt x="1966" y="348"/>
                    </a:cubicBezTo>
                    <a:cubicBezTo>
                      <a:pt x="2999" y="348"/>
                      <a:pt x="3446" y="1417"/>
                      <a:pt x="3823" y="2258"/>
                    </a:cubicBezTo>
                    <a:cubicBezTo>
                      <a:pt x="3828" y="2263"/>
                      <a:pt x="3836" y="2266"/>
                      <a:pt x="3845" y="2266"/>
                    </a:cubicBezTo>
                    <a:cubicBezTo>
                      <a:pt x="3857" y="2266"/>
                      <a:pt x="3869" y="2260"/>
                      <a:pt x="3869" y="2246"/>
                    </a:cubicBezTo>
                    <a:cubicBezTo>
                      <a:pt x="3785" y="1204"/>
                      <a:pt x="3007" y="0"/>
                      <a:pt x="189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788" name="Google Shape;1788;p69"/>
              <p:cNvSpPr/>
              <p:nvPr/>
            </p:nvSpPr>
            <p:spPr>
              <a:xfrm>
                <a:off x="1411700" y="2728625"/>
                <a:ext cx="59750" cy="29900"/>
              </a:xfrm>
              <a:custGeom>
                <a:avLst/>
                <a:gdLst/>
                <a:ahLst/>
                <a:cxnLst/>
                <a:rect l="l" t="t" r="r" b="b"/>
                <a:pathLst>
                  <a:path w="2390" h="1196" extrusionOk="0">
                    <a:moveTo>
                      <a:pt x="1782" y="0"/>
                    </a:moveTo>
                    <a:cubicBezTo>
                      <a:pt x="1567" y="0"/>
                      <a:pt x="1306" y="45"/>
                      <a:pt x="1037" y="138"/>
                    </a:cubicBezTo>
                    <a:cubicBezTo>
                      <a:pt x="420" y="348"/>
                      <a:pt x="0" y="721"/>
                      <a:pt x="82" y="977"/>
                    </a:cubicBezTo>
                    <a:cubicBezTo>
                      <a:pt x="134" y="1121"/>
                      <a:pt x="338" y="1195"/>
                      <a:pt x="614" y="1195"/>
                    </a:cubicBezTo>
                    <a:cubicBezTo>
                      <a:pt x="828" y="1195"/>
                      <a:pt x="1087" y="1150"/>
                      <a:pt x="1352" y="1059"/>
                    </a:cubicBezTo>
                    <a:cubicBezTo>
                      <a:pt x="1958" y="837"/>
                      <a:pt x="2389" y="464"/>
                      <a:pt x="2296" y="208"/>
                    </a:cubicBezTo>
                    <a:cubicBezTo>
                      <a:pt x="2251" y="71"/>
                      <a:pt x="2053" y="0"/>
                      <a:pt x="1782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789" name="Google Shape;1789;p69"/>
              <p:cNvSpPr/>
              <p:nvPr/>
            </p:nvSpPr>
            <p:spPr>
              <a:xfrm>
                <a:off x="1358375" y="2643300"/>
                <a:ext cx="88525" cy="83500"/>
              </a:xfrm>
              <a:custGeom>
                <a:avLst/>
                <a:gdLst/>
                <a:ahLst/>
                <a:cxnLst/>
                <a:rect l="l" t="t" r="r" b="b"/>
                <a:pathLst>
                  <a:path w="3541" h="3340" extrusionOk="0">
                    <a:moveTo>
                      <a:pt x="1816" y="1"/>
                    </a:moveTo>
                    <a:cubicBezTo>
                      <a:pt x="1632" y="1"/>
                      <a:pt x="1431" y="46"/>
                      <a:pt x="1213" y="148"/>
                    </a:cubicBezTo>
                    <a:cubicBezTo>
                      <a:pt x="1" y="719"/>
                      <a:pt x="82" y="2362"/>
                      <a:pt x="723" y="3329"/>
                    </a:cubicBezTo>
                    <a:cubicBezTo>
                      <a:pt x="726" y="3336"/>
                      <a:pt x="732" y="3339"/>
                      <a:pt x="738" y="3339"/>
                    </a:cubicBezTo>
                    <a:cubicBezTo>
                      <a:pt x="751" y="3339"/>
                      <a:pt x="766" y="3323"/>
                      <a:pt x="758" y="3306"/>
                    </a:cubicBezTo>
                    <a:cubicBezTo>
                      <a:pt x="537" y="2339"/>
                      <a:pt x="187" y="1115"/>
                      <a:pt x="1282" y="521"/>
                    </a:cubicBezTo>
                    <a:cubicBezTo>
                      <a:pt x="1484" y="409"/>
                      <a:pt x="1666" y="359"/>
                      <a:pt x="1830" y="359"/>
                    </a:cubicBezTo>
                    <a:cubicBezTo>
                      <a:pt x="2669" y="359"/>
                      <a:pt x="3036" y="1650"/>
                      <a:pt x="3182" y="2362"/>
                    </a:cubicBezTo>
                    <a:cubicBezTo>
                      <a:pt x="3197" y="2444"/>
                      <a:pt x="3263" y="2480"/>
                      <a:pt x="3334" y="2480"/>
                    </a:cubicBezTo>
                    <a:cubicBezTo>
                      <a:pt x="3433" y="2480"/>
                      <a:pt x="3541" y="2408"/>
                      <a:pt x="3520" y="2292"/>
                    </a:cubicBezTo>
                    <a:cubicBezTo>
                      <a:pt x="3362" y="1385"/>
                      <a:pt x="2837" y="1"/>
                      <a:pt x="181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</p:grpSp>
        <p:sp>
          <p:nvSpPr>
            <p:cNvPr id="1790" name="Google Shape;1790;p69"/>
            <p:cNvSpPr/>
            <p:nvPr/>
          </p:nvSpPr>
          <p:spPr>
            <a:xfrm>
              <a:off x="8476525" y="2297275"/>
              <a:ext cx="78028" cy="467939"/>
            </a:xfrm>
            <a:custGeom>
              <a:avLst/>
              <a:gdLst/>
              <a:ahLst/>
              <a:cxnLst/>
              <a:rect l="l" t="t" r="r" b="b"/>
              <a:pathLst>
                <a:path w="2434" h="14598" extrusionOk="0">
                  <a:moveTo>
                    <a:pt x="101" y="0"/>
                  </a:moveTo>
                  <a:cubicBezTo>
                    <a:pt x="49" y="0"/>
                    <a:pt x="0" y="41"/>
                    <a:pt x="21" y="109"/>
                  </a:cubicBezTo>
                  <a:cubicBezTo>
                    <a:pt x="1489" y="5004"/>
                    <a:pt x="1431" y="9398"/>
                    <a:pt x="674" y="14397"/>
                  </a:cubicBezTo>
                  <a:cubicBezTo>
                    <a:pt x="653" y="14517"/>
                    <a:pt x="750" y="14598"/>
                    <a:pt x="846" y="14598"/>
                  </a:cubicBezTo>
                  <a:cubicBezTo>
                    <a:pt x="909" y="14598"/>
                    <a:pt x="972" y="14562"/>
                    <a:pt x="1000" y="14479"/>
                  </a:cubicBezTo>
                  <a:cubicBezTo>
                    <a:pt x="2433" y="9922"/>
                    <a:pt x="1886" y="4468"/>
                    <a:pt x="196" y="63"/>
                  </a:cubicBezTo>
                  <a:cubicBezTo>
                    <a:pt x="177" y="20"/>
                    <a:pt x="138" y="0"/>
                    <a:pt x="10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7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1000"/>
                                        <p:tgtEl>
                                          <p:spTgt spid="17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2000"/>
                            </p:stCondLst>
                            <p:childTnLst>
                              <p:par>
                                <p:cTn id="1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1000"/>
                                        <p:tgtEl>
                                          <p:spTgt spid="17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7" name="Google Shape;2187;p76"/>
          <p:cNvSpPr txBox="1">
            <a:spLocks noGrp="1"/>
          </p:cNvSpPr>
          <p:nvPr>
            <p:ph type="body" idx="1"/>
          </p:nvPr>
        </p:nvSpPr>
        <p:spPr>
          <a:xfrm>
            <a:off x="612791" y="851775"/>
            <a:ext cx="4247700" cy="2076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39700" indent="0">
              <a:buNone/>
            </a:pPr>
            <a:r>
              <a:rPr lang="en-GB" dirty="0"/>
              <a:t> </a:t>
            </a:r>
            <a:endParaRPr lang="en-US" dirty="0"/>
          </a:p>
          <a:p>
            <a:pPr marL="139700" indent="0">
              <a:buNone/>
            </a:pPr>
            <a:r>
              <a:rPr lang="en-GB" dirty="0"/>
              <a:t> </a:t>
            </a:r>
            <a:endParaRPr lang="en-US" dirty="0"/>
          </a:p>
          <a:p>
            <a:pPr lvl="0"/>
            <a:r>
              <a:rPr lang="en-GB" dirty="0"/>
              <a:t>7TWSc.02 Decide what equipment is required to carry out an investigation or experiment and use it appropriately.</a:t>
            </a:r>
            <a:endParaRPr lang="en-US" dirty="0"/>
          </a:p>
          <a:p>
            <a:pPr marL="139700" indent="0">
              <a:buNone/>
            </a:pPr>
            <a:endParaRPr lang="en-US" dirty="0"/>
          </a:p>
          <a:p>
            <a:pPr lvl="0"/>
            <a:r>
              <a:rPr lang="en-GB" dirty="0"/>
              <a:t>7TWSc.03 Evaluate whether measurements and observations have been repeated sufficiently to be reliable.</a:t>
            </a:r>
            <a:endParaRPr lang="en-US" dirty="0"/>
          </a:p>
          <a:p>
            <a:pPr marL="139700" indent="0">
              <a:buNone/>
            </a:pPr>
            <a:endParaRPr lang="en-US" dirty="0"/>
          </a:p>
          <a:p>
            <a:pPr lvl="0"/>
            <a:r>
              <a:rPr lang="en-GB" dirty="0"/>
              <a:t>7TWSc.04 Take appropriately accurate and precise measurements, explaining why accuracy and precision are important.</a:t>
            </a:r>
            <a:endParaRPr lang="en-US" dirty="0"/>
          </a:p>
        </p:txBody>
      </p:sp>
      <p:sp>
        <p:nvSpPr>
          <p:cNvPr id="2188" name="Google Shape;2188;p76"/>
          <p:cNvSpPr txBox="1">
            <a:spLocks noGrp="1"/>
          </p:cNvSpPr>
          <p:nvPr>
            <p:ph type="title"/>
          </p:nvPr>
        </p:nvSpPr>
        <p:spPr>
          <a:xfrm>
            <a:off x="592662" y="197895"/>
            <a:ext cx="42477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Goals &amp; objectives</a:t>
            </a:r>
            <a:endParaRPr dirty="0"/>
          </a:p>
        </p:txBody>
      </p:sp>
      <p:sp>
        <p:nvSpPr>
          <p:cNvPr id="2189" name="Google Shape;2189;p76"/>
          <p:cNvSpPr/>
          <p:nvPr/>
        </p:nvSpPr>
        <p:spPr>
          <a:xfrm>
            <a:off x="5183625" y="1322088"/>
            <a:ext cx="2782795" cy="2830602"/>
          </a:xfrm>
          <a:custGeom>
            <a:avLst/>
            <a:gdLst/>
            <a:ahLst/>
            <a:cxnLst/>
            <a:rect l="l" t="t" r="r" b="b"/>
            <a:pathLst>
              <a:path w="5623" h="5447" extrusionOk="0">
                <a:moveTo>
                  <a:pt x="2987" y="1"/>
                </a:moveTo>
                <a:cubicBezTo>
                  <a:pt x="2618" y="1"/>
                  <a:pt x="2239" y="92"/>
                  <a:pt x="1860" y="246"/>
                </a:cubicBezTo>
                <a:cubicBezTo>
                  <a:pt x="955" y="651"/>
                  <a:pt x="336" y="1246"/>
                  <a:pt x="193" y="2318"/>
                </a:cubicBezTo>
                <a:cubicBezTo>
                  <a:pt x="0" y="3988"/>
                  <a:pt x="1926" y="5447"/>
                  <a:pt x="3441" y="5447"/>
                </a:cubicBezTo>
                <a:cubicBezTo>
                  <a:pt x="3611" y="5447"/>
                  <a:pt x="3776" y="5428"/>
                  <a:pt x="3932" y="5390"/>
                </a:cubicBezTo>
                <a:cubicBezTo>
                  <a:pt x="5051" y="5080"/>
                  <a:pt x="5623" y="4390"/>
                  <a:pt x="5623" y="3342"/>
                </a:cubicBezTo>
                <a:cubicBezTo>
                  <a:pt x="5623" y="2127"/>
                  <a:pt x="5170" y="1246"/>
                  <a:pt x="4384" y="556"/>
                </a:cubicBezTo>
                <a:cubicBezTo>
                  <a:pt x="3950" y="162"/>
                  <a:pt x="3477" y="1"/>
                  <a:pt x="2987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pic>
        <p:nvPicPr>
          <p:cNvPr id="2190" name="Google Shape;2190;p76"/>
          <p:cNvPicPr preferRelativeResize="0"/>
          <p:nvPr/>
        </p:nvPicPr>
        <p:blipFill rotWithShape="1">
          <a:blip r:embed="rId1"/>
          <a:srcRect l="33244"/>
          <a:stretch>
            <a:fillRect/>
          </a:stretch>
        </p:blipFill>
        <p:spPr>
          <a:xfrm>
            <a:off x="5517276" y="1180525"/>
            <a:ext cx="2782800" cy="2782500"/>
          </a:xfrm>
          <a:prstGeom prst="ellipse">
            <a:avLst/>
          </a:prstGeom>
          <a:noFill/>
          <a:ln>
            <a:noFill/>
          </a:ln>
        </p:spPr>
      </p:pic>
      <p:grpSp>
        <p:nvGrpSpPr>
          <p:cNvPr id="2191" name="Google Shape;2191;p76"/>
          <p:cNvGrpSpPr/>
          <p:nvPr/>
        </p:nvGrpSpPr>
        <p:grpSpPr>
          <a:xfrm>
            <a:off x="4548793" y="3506673"/>
            <a:ext cx="1569582" cy="1101823"/>
            <a:chOff x="4018325" y="3695675"/>
            <a:chExt cx="1953675" cy="1371450"/>
          </a:xfrm>
        </p:grpSpPr>
        <p:sp>
          <p:nvSpPr>
            <p:cNvPr id="2192" name="Google Shape;2192;p76"/>
            <p:cNvSpPr/>
            <p:nvPr/>
          </p:nvSpPr>
          <p:spPr>
            <a:xfrm>
              <a:off x="4171200" y="4895400"/>
              <a:ext cx="538250" cy="36375"/>
            </a:xfrm>
            <a:custGeom>
              <a:avLst/>
              <a:gdLst/>
              <a:ahLst/>
              <a:cxnLst/>
              <a:rect l="l" t="t" r="r" b="b"/>
              <a:pathLst>
                <a:path w="21530" h="1455" extrusionOk="0">
                  <a:moveTo>
                    <a:pt x="126" y="1"/>
                  </a:moveTo>
                  <a:cubicBezTo>
                    <a:pt x="1" y="1"/>
                    <a:pt x="1" y="201"/>
                    <a:pt x="126" y="226"/>
                  </a:cubicBezTo>
                  <a:cubicBezTo>
                    <a:pt x="7119" y="1053"/>
                    <a:pt x="14161" y="1404"/>
                    <a:pt x="21204" y="1454"/>
                  </a:cubicBezTo>
                  <a:cubicBezTo>
                    <a:pt x="21530" y="1454"/>
                    <a:pt x="21530" y="953"/>
                    <a:pt x="21204" y="953"/>
                  </a:cubicBezTo>
                  <a:cubicBezTo>
                    <a:pt x="14161" y="903"/>
                    <a:pt x="7144" y="527"/>
                    <a:pt x="12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grpSp>
          <p:nvGrpSpPr>
            <p:cNvPr id="2193" name="Google Shape;2193;p76"/>
            <p:cNvGrpSpPr/>
            <p:nvPr/>
          </p:nvGrpSpPr>
          <p:grpSpPr>
            <a:xfrm>
              <a:off x="4018325" y="3695675"/>
              <a:ext cx="1953675" cy="1371450"/>
              <a:chOff x="4018325" y="3695675"/>
              <a:chExt cx="1953675" cy="1371450"/>
            </a:xfrm>
          </p:grpSpPr>
          <p:sp>
            <p:nvSpPr>
              <p:cNvPr id="2194" name="Google Shape;2194;p76"/>
              <p:cNvSpPr/>
              <p:nvPr/>
            </p:nvSpPr>
            <p:spPr>
              <a:xfrm>
                <a:off x="4150225" y="4497525"/>
                <a:ext cx="11600" cy="58300"/>
              </a:xfrm>
              <a:custGeom>
                <a:avLst/>
                <a:gdLst/>
                <a:ahLst/>
                <a:cxnLst/>
                <a:rect l="l" t="t" r="r" b="b"/>
                <a:pathLst>
                  <a:path w="464" h="2332" extrusionOk="0">
                    <a:moveTo>
                      <a:pt x="229" y="1"/>
                    </a:moveTo>
                    <a:cubicBezTo>
                      <a:pt x="194" y="1"/>
                      <a:pt x="163" y="26"/>
                      <a:pt x="163" y="76"/>
                    </a:cubicBezTo>
                    <a:cubicBezTo>
                      <a:pt x="138" y="251"/>
                      <a:pt x="63" y="377"/>
                      <a:pt x="63" y="552"/>
                    </a:cubicBezTo>
                    <a:cubicBezTo>
                      <a:pt x="38" y="703"/>
                      <a:pt x="38" y="853"/>
                      <a:pt x="38" y="1028"/>
                    </a:cubicBezTo>
                    <a:cubicBezTo>
                      <a:pt x="13" y="1379"/>
                      <a:pt x="13" y="1755"/>
                      <a:pt x="13" y="2106"/>
                    </a:cubicBezTo>
                    <a:cubicBezTo>
                      <a:pt x="0" y="2257"/>
                      <a:pt x="113" y="2332"/>
                      <a:pt x="229" y="2332"/>
                    </a:cubicBezTo>
                    <a:cubicBezTo>
                      <a:pt x="345" y="2332"/>
                      <a:pt x="464" y="2257"/>
                      <a:pt x="464" y="2106"/>
                    </a:cubicBezTo>
                    <a:cubicBezTo>
                      <a:pt x="439" y="1755"/>
                      <a:pt x="439" y="1379"/>
                      <a:pt x="439" y="1028"/>
                    </a:cubicBezTo>
                    <a:cubicBezTo>
                      <a:pt x="439" y="853"/>
                      <a:pt x="414" y="703"/>
                      <a:pt x="414" y="552"/>
                    </a:cubicBezTo>
                    <a:cubicBezTo>
                      <a:pt x="389" y="377"/>
                      <a:pt x="338" y="251"/>
                      <a:pt x="313" y="76"/>
                    </a:cubicBezTo>
                    <a:cubicBezTo>
                      <a:pt x="301" y="26"/>
                      <a:pt x="263" y="1"/>
                      <a:pt x="229" y="1"/>
                    </a:cubicBezTo>
                    <a:close/>
                  </a:path>
                </a:pathLst>
              </a:custGeom>
              <a:solidFill>
                <a:srgbClr val="611A5B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2195" name="Google Shape;2195;p76"/>
              <p:cNvSpPr/>
              <p:nvPr/>
            </p:nvSpPr>
            <p:spPr>
              <a:xfrm>
                <a:off x="4267700" y="4297275"/>
                <a:ext cx="189250" cy="11425"/>
              </a:xfrm>
              <a:custGeom>
                <a:avLst/>
                <a:gdLst/>
                <a:ahLst/>
                <a:cxnLst/>
                <a:rect l="l" t="t" r="r" b="b"/>
                <a:pathLst>
                  <a:path w="7570" h="457" extrusionOk="0">
                    <a:moveTo>
                      <a:pt x="4232" y="1"/>
                    </a:moveTo>
                    <a:cubicBezTo>
                      <a:pt x="2846" y="1"/>
                      <a:pt x="1450" y="68"/>
                      <a:pt x="101" y="166"/>
                    </a:cubicBezTo>
                    <a:cubicBezTo>
                      <a:pt x="0" y="166"/>
                      <a:pt x="0" y="292"/>
                      <a:pt x="101" y="292"/>
                    </a:cubicBezTo>
                    <a:cubicBezTo>
                      <a:pt x="1450" y="390"/>
                      <a:pt x="2846" y="457"/>
                      <a:pt x="4232" y="457"/>
                    </a:cubicBezTo>
                    <a:cubicBezTo>
                      <a:pt x="5318" y="457"/>
                      <a:pt x="6398" y="416"/>
                      <a:pt x="7444" y="317"/>
                    </a:cubicBezTo>
                    <a:cubicBezTo>
                      <a:pt x="7569" y="317"/>
                      <a:pt x="7569" y="141"/>
                      <a:pt x="7444" y="141"/>
                    </a:cubicBezTo>
                    <a:cubicBezTo>
                      <a:pt x="6398" y="42"/>
                      <a:pt x="5318" y="1"/>
                      <a:pt x="4232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2196" name="Google Shape;2196;p76"/>
              <p:cNvSpPr/>
              <p:nvPr/>
            </p:nvSpPr>
            <p:spPr>
              <a:xfrm>
                <a:off x="4299650" y="4391150"/>
                <a:ext cx="429850" cy="24950"/>
              </a:xfrm>
              <a:custGeom>
                <a:avLst/>
                <a:gdLst/>
                <a:ahLst/>
                <a:cxnLst/>
                <a:rect l="l" t="t" r="r" b="b"/>
                <a:pathLst>
                  <a:path w="17194" h="998" extrusionOk="0">
                    <a:moveTo>
                      <a:pt x="2385" y="0"/>
                    </a:moveTo>
                    <a:cubicBezTo>
                      <a:pt x="1623" y="0"/>
                      <a:pt x="861" y="7"/>
                      <a:pt x="101" y="20"/>
                    </a:cubicBezTo>
                    <a:cubicBezTo>
                      <a:pt x="1" y="20"/>
                      <a:pt x="1" y="171"/>
                      <a:pt x="101" y="171"/>
                    </a:cubicBezTo>
                    <a:cubicBezTo>
                      <a:pt x="5640" y="672"/>
                      <a:pt x="11254" y="797"/>
                      <a:pt x="16843" y="998"/>
                    </a:cubicBezTo>
                    <a:cubicBezTo>
                      <a:pt x="17194" y="998"/>
                      <a:pt x="17194" y="446"/>
                      <a:pt x="16843" y="421"/>
                    </a:cubicBezTo>
                    <a:cubicBezTo>
                      <a:pt x="12039" y="248"/>
                      <a:pt x="7198" y="0"/>
                      <a:pt x="238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2197" name="Google Shape;2197;p76"/>
              <p:cNvSpPr/>
              <p:nvPr/>
            </p:nvSpPr>
            <p:spPr>
              <a:xfrm>
                <a:off x="4349150" y="4466825"/>
                <a:ext cx="367175" cy="33325"/>
              </a:xfrm>
              <a:custGeom>
                <a:avLst/>
                <a:gdLst/>
                <a:ahLst/>
                <a:cxnLst/>
                <a:rect l="l" t="t" r="r" b="b"/>
                <a:pathLst>
                  <a:path w="14687" h="1333" extrusionOk="0">
                    <a:moveTo>
                      <a:pt x="126" y="1"/>
                    </a:moveTo>
                    <a:cubicBezTo>
                      <a:pt x="1" y="1"/>
                      <a:pt x="1" y="201"/>
                      <a:pt x="126" y="226"/>
                    </a:cubicBezTo>
                    <a:cubicBezTo>
                      <a:pt x="4888" y="477"/>
                      <a:pt x="9625" y="828"/>
                      <a:pt x="14336" y="1329"/>
                    </a:cubicBezTo>
                    <a:cubicBezTo>
                      <a:pt x="14352" y="1331"/>
                      <a:pt x="14368" y="1332"/>
                      <a:pt x="14382" y="1332"/>
                    </a:cubicBezTo>
                    <a:cubicBezTo>
                      <a:pt x="14687" y="1332"/>
                      <a:pt x="14671" y="851"/>
                      <a:pt x="14336" y="803"/>
                    </a:cubicBezTo>
                    <a:cubicBezTo>
                      <a:pt x="9625" y="327"/>
                      <a:pt x="4888" y="26"/>
                      <a:pt x="12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2198" name="Google Shape;2198;p76"/>
              <p:cNvSpPr/>
              <p:nvPr/>
            </p:nvSpPr>
            <p:spPr>
              <a:xfrm>
                <a:off x="4874225" y="4835875"/>
                <a:ext cx="88350" cy="11925"/>
              </a:xfrm>
              <a:custGeom>
                <a:avLst/>
                <a:gdLst/>
                <a:ahLst/>
                <a:cxnLst/>
                <a:rect l="l" t="t" r="r" b="b"/>
                <a:pathLst>
                  <a:path w="3534" h="477" extrusionOk="0">
                    <a:moveTo>
                      <a:pt x="3233" y="1"/>
                    </a:moveTo>
                    <a:cubicBezTo>
                      <a:pt x="2231" y="1"/>
                      <a:pt x="1203" y="26"/>
                      <a:pt x="201" y="101"/>
                    </a:cubicBezTo>
                    <a:cubicBezTo>
                      <a:pt x="0" y="126"/>
                      <a:pt x="0" y="377"/>
                      <a:pt x="201" y="377"/>
                    </a:cubicBezTo>
                    <a:cubicBezTo>
                      <a:pt x="1203" y="477"/>
                      <a:pt x="2231" y="477"/>
                      <a:pt x="3233" y="477"/>
                    </a:cubicBezTo>
                    <a:cubicBezTo>
                      <a:pt x="3534" y="477"/>
                      <a:pt x="3534" y="1"/>
                      <a:pt x="3233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2199" name="Google Shape;2199;p76"/>
              <p:cNvSpPr/>
              <p:nvPr/>
            </p:nvSpPr>
            <p:spPr>
              <a:xfrm>
                <a:off x="4124850" y="4803925"/>
                <a:ext cx="517550" cy="37650"/>
              </a:xfrm>
              <a:custGeom>
                <a:avLst/>
                <a:gdLst/>
                <a:ahLst/>
                <a:cxnLst/>
                <a:rect l="l" t="t" r="r" b="b"/>
                <a:pathLst>
                  <a:path w="20702" h="1506" extrusionOk="0">
                    <a:moveTo>
                      <a:pt x="226" y="1"/>
                    </a:moveTo>
                    <a:cubicBezTo>
                      <a:pt x="0" y="1"/>
                      <a:pt x="0" y="351"/>
                      <a:pt x="226" y="377"/>
                    </a:cubicBezTo>
                    <a:cubicBezTo>
                      <a:pt x="6867" y="1028"/>
                      <a:pt x="13609" y="1279"/>
                      <a:pt x="20276" y="1504"/>
                    </a:cubicBezTo>
                    <a:cubicBezTo>
                      <a:pt x="20284" y="1505"/>
                      <a:pt x="20291" y="1505"/>
                      <a:pt x="20299" y="1505"/>
                    </a:cubicBezTo>
                    <a:cubicBezTo>
                      <a:pt x="20702" y="1505"/>
                      <a:pt x="20694" y="852"/>
                      <a:pt x="20276" y="828"/>
                    </a:cubicBezTo>
                    <a:cubicBezTo>
                      <a:pt x="13609" y="402"/>
                      <a:pt x="6892" y="1"/>
                      <a:pt x="22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2200" name="Google Shape;2200;p76"/>
              <p:cNvSpPr/>
              <p:nvPr/>
            </p:nvSpPr>
            <p:spPr>
              <a:xfrm>
                <a:off x="4023900" y="4671200"/>
                <a:ext cx="59600" cy="265025"/>
              </a:xfrm>
              <a:custGeom>
                <a:avLst/>
                <a:gdLst/>
                <a:ahLst/>
                <a:cxnLst/>
                <a:rect l="l" t="t" r="r" b="b"/>
                <a:pathLst>
                  <a:path w="2384" h="10601" extrusionOk="0">
                    <a:moveTo>
                      <a:pt x="377" y="1"/>
                    </a:moveTo>
                    <a:cubicBezTo>
                      <a:pt x="190" y="1"/>
                      <a:pt x="0" y="200"/>
                      <a:pt x="103" y="422"/>
                    </a:cubicBezTo>
                    <a:cubicBezTo>
                      <a:pt x="1833" y="3605"/>
                      <a:pt x="1432" y="7089"/>
                      <a:pt x="1081" y="10548"/>
                    </a:cubicBezTo>
                    <a:cubicBezTo>
                      <a:pt x="1081" y="10579"/>
                      <a:pt x="1109" y="10600"/>
                      <a:pt x="1131" y="10600"/>
                    </a:cubicBezTo>
                    <a:cubicBezTo>
                      <a:pt x="1145" y="10600"/>
                      <a:pt x="1156" y="10592"/>
                      <a:pt x="1156" y="10573"/>
                    </a:cubicBezTo>
                    <a:cubicBezTo>
                      <a:pt x="1883" y="7039"/>
                      <a:pt x="2384" y="3430"/>
                      <a:pt x="604" y="147"/>
                    </a:cubicBezTo>
                    <a:cubicBezTo>
                      <a:pt x="549" y="43"/>
                      <a:pt x="463" y="1"/>
                      <a:pt x="377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2201" name="Google Shape;2201;p76"/>
              <p:cNvSpPr/>
              <p:nvPr/>
            </p:nvSpPr>
            <p:spPr>
              <a:xfrm>
                <a:off x="4018325" y="3695675"/>
                <a:ext cx="1953675" cy="1371450"/>
              </a:xfrm>
              <a:custGeom>
                <a:avLst/>
                <a:gdLst/>
                <a:ahLst/>
                <a:cxnLst/>
                <a:rect l="l" t="t" r="r" b="b"/>
                <a:pathLst>
                  <a:path w="78147" h="54858" extrusionOk="0">
                    <a:moveTo>
                      <a:pt x="55827" y="1"/>
                    </a:moveTo>
                    <a:cubicBezTo>
                      <a:pt x="45689" y="1"/>
                      <a:pt x="35189" y="546"/>
                      <a:pt x="35189" y="546"/>
                    </a:cubicBezTo>
                    <a:lnTo>
                      <a:pt x="5464" y="19092"/>
                    </a:lnTo>
                    <a:lnTo>
                      <a:pt x="5715" y="21398"/>
                    </a:lnTo>
                    <a:cubicBezTo>
                      <a:pt x="5715" y="21398"/>
                      <a:pt x="26721" y="20632"/>
                      <a:pt x="35459" y="20632"/>
                    </a:cubicBezTo>
                    <a:cubicBezTo>
                      <a:pt x="37084" y="20632"/>
                      <a:pt x="38286" y="20659"/>
                      <a:pt x="38848" y="20721"/>
                    </a:cubicBezTo>
                    <a:cubicBezTo>
                      <a:pt x="42407" y="21097"/>
                      <a:pt x="48372" y="22351"/>
                      <a:pt x="49174" y="25559"/>
                    </a:cubicBezTo>
                    <a:cubicBezTo>
                      <a:pt x="49976" y="28742"/>
                      <a:pt x="50853" y="33328"/>
                      <a:pt x="40427" y="34681"/>
                    </a:cubicBezTo>
                    <a:cubicBezTo>
                      <a:pt x="38926" y="34872"/>
                      <a:pt x="37147" y="34954"/>
                      <a:pt x="35202" y="34954"/>
                    </a:cubicBezTo>
                    <a:cubicBezTo>
                      <a:pt x="23607" y="34954"/>
                      <a:pt x="6091" y="32050"/>
                      <a:pt x="6091" y="32050"/>
                    </a:cubicBezTo>
                    <a:lnTo>
                      <a:pt x="0" y="36586"/>
                    </a:lnTo>
                    <a:lnTo>
                      <a:pt x="251" y="38917"/>
                    </a:lnTo>
                    <a:cubicBezTo>
                      <a:pt x="251" y="38917"/>
                      <a:pt x="553" y="38917"/>
                      <a:pt x="1100" y="38917"/>
                    </a:cubicBezTo>
                    <a:cubicBezTo>
                      <a:pt x="6029" y="38917"/>
                      <a:pt x="30900" y="38937"/>
                      <a:pt x="35389" y="39343"/>
                    </a:cubicBezTo>
                    <a:cubicBezTo>
                      <a:pt x="40402" y="39769"/>
                      <a:pt x="44086" y="42576"/>
                      <a:pt x="43735" y="45308"/>
                    </a:cubicBezTo>
                    <a:cubicBezTo>
                      <a:pt x="43398" y="47958"/>
                      <a:pt x="42666" y="52624"/>
                      <a:pt x="34526" y="52624"/>
                    </a:cubicBezTo>
                    <a:cubicBezTo>
                      <a:pt x="34199" y="52624"/>
                      <a:pt x="33861" y="52617"/>
                      <a:pt x="33509" y="52601"/>
                    </a:cubicBezTo>
                    <a:cubicBezTo>
                      <a:pt x="24412" y="52175"/>
                      <a:pt x="677" y="50722"/>
                      <a:pt x="677" y="50722"/>
                    </a:cubicBezTo>
                    <a:lnTo>
                      <a:pt x="677" y="53679"/>
                    </a:lnTo>
                    <a:cubicBezTo>
                      <a:pt x="677" y="53679"/>
                      <a:pt x="30101" y="54857"/>
                      <a:pt x="35189" y="54857"/>
                    </a:cubicBezTo>
                    <a:cubicBezTo>
                      <a:pt x="35207" y="54857"/>
                      <a:pt x="35226" y="54857"/>
                      <a:pt x="35244" y="54857"/>
                    </a:cubicBezTo>
                    <a:cubicBezTo>
                      <a:pt x="40330" y="54857"/>
                      <a:pt x="44331" y="51435"/>
                      <a:pt x="49625" y="47864"/>
                    </a:cubicBezTo>
                    <a:cubicBezTo>
                      <a:pt x="54913" y="44280"/>
                      <a:pt x="69775" y="31473"/>
                      <a:pt x="70903" y="29393"/>
                    </a:cubicBezTo>
                    <a:cubicBezTo>
                      <a:pt x="72056" y="27313"/>
                      <a:pt x="72256" y="23854"/>
                      <a:pt x="71204" y="22225"/>
                    </a:cubicBezTo>
                    <a:cubicBezTo>
                      <a:pt x="70126" y="20571"/>
                      <a:pt x="67620" y="19418"/>
                      <a:pt x="67620" y="19418"/>
                    </a:cubicBezTo>
                    <a:cubicBezTo>
                      <a:pt x="67620" y="19418"/>
                      <a:pt x="74988" y="14305"/>
                      <a:pt x="76417" y="11498"/>
                    </a:cubicBezTo>
                    <a:cubicBezTo>
                      <a:pt x="77845" y="8691"/>
                      <a:pt x="78146" y="4631"/>
                      <a:pt x="74036" y="1699"/>
                    </a:cubicBezTo>
                    <a:cubicBezTo>
                      <a:pt x="72196" y="367"/>
                      <a:pt x="64133" y="1"/>
                      <a:pt x="55827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2202" name="Google Shape;2202;p76"/>
              <p:cNvSpPr/>
              <p:nvPr/>
            </p:nvSpPr>
            <p:spPr>
              <a:xfrm>
                <a:off x="4035250" y="4238125"/>
                <a:ext cx="1789500" cy="829000"/>
              </a:xfrm>
              <a:custGeom>
                <a:avLst/>
                <a:gdLst/>
                <a:ahLst/>
                <a:cxnLst/>
                <a:rect l="l" t="t" r="r" b="b"/>
                <a:pathLst>
                  <a:path w="71580" h="33160" extrusionOk="0">
                    <a:moveTo>
                      <a:pt x="70126" y="1"/>
                    </a:moveTo>
                    <a:lnTo>
                      <a:pt x="70126" y="1"/>
                    </a:lnTo>
                    <a:cubicBezTo>
                      <a:pt x="70226" y="377"/>
                      <a:pt x="70226" y="778"/>
                      <a:pt x="70101" y="1204"/>
                    </a:cubicBezTo>
                    <a:cubicBezTo>
                      <a:pt x="69148" y="4738"/>
                      <a:pt x="66216" y="7044"/>
                      <a:pt x="63459" y="9199"/>
                    </a:cubicBezTo>
                    <a:cubicBezTo>
                      <a:pt x="60101" y="11831"/>
                      <a:pt x="56817" y="14612"/>
                      <a:pt x="53685" y="17495"/>
                    </a:cubicBezTo>
                    <a:cubicBezTo>
                      <a:pt x="51078" y="19876"/>
                      <a:pt x="48196" y="24036"/>
                      <a:pt x="44386" y="24412"/>
                    </a:cubicBezTo>
                    <a:cubicBezTo>
                      <a:pt x="44218" y="24430"/>
                      <a:pt x="44049" y="24438"/>
                      <a:pt x="43880" y="24438"/>
                    </a:cubicBezTo>
                    <a:cubicBezTo>
                      <a:pt x="43573" y="24438"/>
                      <a:pt x="43265" y="24410"/>
                      <a:pt x="42958" y="24362"/>
                    </a:cubicBezTo>
                    <a:cubicBezTo>
                      <a:pt x="42526" y="27048"/>
                      <a:pt x="41268" y="30927"/>
                      <a:pt x="33870" y="30927"/>
                    </a:cubicBezTo>
                    <a:cubicBezTo>
                      <a:pt x="33537" y="30927"/>
                      <a:pt x="33191" y="30919"/>
                      <a:pt x="32832" y="30903"/>
                    </a:cubicBezTo>
                    <a:cubicBezTo>
                      <a:pt x="23735" y="30477"/>
                      <a:pt x="0" y="29024"/>
                      <a:pt x="0" y="29024"/>
                    </a:cubicBezTo>
                    <a:lnTo>
                      <a:pt x="0" y="31981"/>
                    </a:lnTo>
                    <a:cubicBezTo>
                      <a:pt x="0" y="31981"/>
                      <a:pt x="29424" y="33159"/>
                      <a:pt x="34512" y="33159"/>
                    </a:cubicBezTo>
                    <a:cubicBezTo>
                      <a:pt x="34530" y="33159"/>
                      <a:pt x="34549" y="33159"/>
                      <a:pt x="34567" y="33159"/>
                    </a:cubicBezTo>
                    <a:cubicBezTo>
                      <a:pt x="39653" y="33159"/>
                      <a:pt x="43654" y="29737"/>
                      <a:pt x="48948" y="26166"/>
                    </a:cubicBezTo>
                    <a:cubicBezTo>
                      <a:pt x="54236" y="22582"/>
                      <a:pt x="69098" y="9775"/>
                      <a:pt x="70226" y="7695"/>
                    </a:cubicBezTo>
                    <a:cubicBezTo>
                      <a:pt x="71379" y="5615"/>
                      <a:pt x="71579" y="2156"/>
                      <a:pt x="70527" y="527"/>
                    </a:cubicBezTo>
                    <a:cubicBezTo>
                      <a:pt x="70401" y="327"/>
                      <a:pt x="70276" y="176"/>
                      <a:pt x="70126" y="1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2203" name="Google Shape;2203;p76"/>
              <p:cNvSpPr/>
              <p:nvPr/>
            </p:nvSpPr>
            <p:spPr>
              <a:xfrm>
                <a:off x="4146150" y="3717450"/>
                <a:ext cx="1825850" cy="921725"/>
              </a:xfrm>
              <a:custGeom>
                <a:avLst/>
                <a:gdLst/>
                <a:ahLst/>
                <a:cxnLst/>
                <a:rect l="l" t="t" r="r" b="b"/>
                <a:pathLst>
                  <a:path w="73034" h="36869" extrusionOk="0">
                    <a:moveTo>
                      <a:pt x="66492" y="1"/>
                    </a:moveTo>
                    <a:cubicBezTo>
                      <a:pt x="62432" y="2833"/>
                      <a:pt x="58472" y="5790"/>
                      <a:pt x="54386" y="8622"/>
                    </a:cubicBezTo>
                    <a:cubicBezTo>
                      <a:pt x="49524" y="11981"/>
                      <a:pt x="44812" y="14838"/>
                      <a:pt x="38873" y="15715"/>
                    </a:cubicBezTo>
                    <a:cubicBezTo>
                      <a:pt x="35865" y="16143"/>
                      <a:pt x="32843" y="16214"/>
                      <a:pt x="29815" y="16214"/>
                    </a:cubicBezTo>
                    <a:cubicBezTo>
                      <a:pt x="28301" y="16214"/>
                      <a:pt x="26785" y="16196"/>
                      <a:pt x="25268" y="16196"/>
                    </a:cubicBezTo>
                    <a:cubicBezTo>
                      <a:pt x="24131" y="16196"/>
                      <a:pt x="22993" y="16206"/>
                      <a:pt x="21855" y="16241"/>
                    </a:cubicBezTo>
                    <a:cubicBezTo>
                      <a:pt x="15639" y="16467"/>
                      <a:pt x="9399" y="16467"/>
                      <a:pt x="3183" y="16467"/>
                    </a:cubicBezTo>
                    <a:lnTo>
                      <a:pt x="3158" y="16467"/>
                    </a:lnTo>
                    <a:lnTo>
                      <a:pt x="351" y="18221"/>
                    </a:lnTo>
                    <a:lnTo>
                      <a:pt x="602" y="20527"/>
                    </a:lnTo>
                    <a:cubicBezTo>
                      <a:pt x="602" y="20527"/>
                      <a:pt x="21608" y="19761"/>
                      <a:pt x="30346" y="19761"/>
                    </a:cubicBezTo>
                    <a:cubicBezTo>
                      <a:pt x="31971" y="19761"/>
                      <a:pt x="33173" y="19788"/>
                      <a:pt x="33735" y="19850"/>
                    </a:cubicBezTo>
                    <a:cubicBezTo>
                      <a:pt x="37294" y="20226"/>
                      <a:pt x="43259" y="21480"/>
                      <a:pt x="44061" y="24688"/>
                    </a:cubicBezTo>
                    <a:cubicBezTo>
                      <a:pt x="44863" y="27871"/>
                      <a:pt x="45740" y="32457"/>
                      <a:pt x="35314" y="33810"/>
                    </a:cubicBezTo>
                    <a:cubicBezTo>
                      <a:pt x="33813" y="34001"/>
                      <a:pt x="32034" y="34083"/>
                      <a:pt x="30089" y="34083"/>
                    </a:cubicBezTo>
                    <a:cubicBezTo>
                      <a:pt x="18494" y="34083"/>
                      <a:pt x="978" y="31179"/>
                      <a:pt x="978" y="31179"/>
                    </a:cubicBezTo>
                    <a:lnTo>
                      <a:pt x="251" y="31730"/>
                    </a:lnTo>
                    <a:cubicBezTo>
                      <a:pt x="301" y="31906"/>
                      <a:pt x="326" y="32106"/>
                      <a:pt x="301" y="32307"/>
                    </a:cubicBezTo>
                    <a:cubicBezTo>
                      <a:pt x="251" y="32908"/>
                      <a:pt x="151" y="33535"/>
                      <a:pt x="0" y="34161"/>
                    </a:cubicBezTo>
                    <a:cubicBezTo>
                      <a:pt x="224" y="34159"/>
                      <a:pt x="448" y="34159"/>
                      <a:pt x="672" y="34159"/>
                    </a:cubicBezTo>
                    <a:cubicBezTo>
                      <a:pt x="9718" y="34159"/>
                      <a:pt x="18693" y="35621"/>
                      <a:pt x="27644" y="36868"/>
                    </a:cubicBezTo>
                    <a:cubicBezTo>
                      <a:pt x="28156" y="36356"/>
                      <a:pt x="28831" y="36008"/>
                      <a:pt x="29577" y="36008"/>
                    </a:cubicBezTo>
                    <a:cubicBezTo>
                      <a:pt x="29708" y="36008"/>
                      <a:pt x="29841" y="36019"/>
                      <a:pt x="29975" y="36041"/>
                    </a:cubicBezTo>
                    <a:cubicBezTo>
                      <a:pt x="30823" y="36176"/>
                      <a:pt x="31655" y="36238"/>
                      <a:pt x="32474" y="36238"/>
                    </a:cubicBezTo>
                    <a:cubicBezTo>
                      <a:pt x="37441" y="36238"/>
                      <a:pt x="41920" y="33957"/>
                      <a:pt x="46416" y="31805"/>
                    </a:cubicBezTo>
                    <a:cubicBezTo>
                      <a:pt x="47269" y="30853"/>
                      <a:pt x="48096" y="29850"/>
                      <a:pt x="48923" y="28923"/>
                    </a:cubicBezTo>
                    <a:cubicBezTo>
                      <a:pt x="51153" y="26467"/>
                      <a:pt x="53434" y="24011"/>
                      <a:pt x="56041" y="21956"/>
                    </a:cubicBezTo>
                    <a:cubicBezTo>
                      <a:pt x="57932" y="20461"/>
                      <a:pt x="60216" y="18923"/>
                      <a:pt x="62708" y="18923"/>
                    </a:cubicBezTo>
                    <a:cubicBezTo>
                      <a:pt x="62891" y="18923"/>
                      <a:pt x="63074" y="18931"/>
                      <a:pt x="63259" y="18948"/>
                    </a:cubicBezTo>
                    <a:cubicBezTo>
                      <a:pt x="62833" y="18698"/>
                      <a:pt x="62507" y="18547"/>
                      <a:pt x="62507" y="18547"/>
                    </a:cubicBezTo>
                    <a:cubicBezTo>
                      <a:pt x="62507" y="18547"/>
                      <a:pt x="69875" y="13434"/>
                      <a:pt x="71304" y="10627"/>
                    </a:cubicBezTo>
                    <a:cubicBezTo>
                      <a:pt x="72732" y="7820"/>
                      <a:pt x="73033" y="3760"/>
                      <a:pt x="68923" y="828"/>
                    </a:cubicBezTo>
                    <a:cubicBezTo>
                      <a:pt x="68472" y="477"/>
                      <a:pt x="67620" y="226"/>
                      <a:pt x="66492" y="1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2204" name="Google Shape;2204;p76"/>
              <p:cNvSpPr/>
              <p:nvPr/>
            </p:nvSpPr>
            <p:spPr>
              <a:xfrm>
                <a:off x="4180775" y="4176525"/>
                <a:ext cx="1511950" cy="456175"/>
              </a:xfrm>
              <a:custGeom>
                <a:avLst/>
                <a:gdLst/>
                <a:ahLst/>
                <a:cxnLst/>
                <a:rect l="l" t="t" r="r" b="b"/>
                <a:pathLst>
                  <a:path w="60478" h="18247" extrusionOk="0">
                    <a:moveTo>
                      <a:pt x="60133" y="1"/>
                    </a:moveTo>
                    <a:cubicBezTo>
                      <a:pt x="60096" y="1"/>
                      <a:pt x="60058" y="11"/>
                      <a:pt x="60019" y="34"/>
                    </a:cubicBezTo>
                    <a:cubicBezTo>
                      <a:pt x="55683" y="2590"/>
                      <a:pt x="51773" y="5623"/>
                      <a:pt x="48164" y="9107"/>
                    </a:cubicBezTo>
                    <a:cubicBezTo>
                      <a:pt x="44280" y="12841"/>
                      <a:pt x="40545" y="16675"/>
                      <a:pt x="34956" y="17402"/>
                    </a:cubicBezTo>
                    <a:cubicBezTo>
                      <a:pt x="33081" y="17648"/>
                      <a:pt x="31160" y="17739"/>
                      <a:pt x="29223" y="17739"/>
                    </a:cubicBezTo>
                    <a:cubicBezTo>
                      <a:pt x="25438" y="17739"/>
                      <a:pt x="21594" y="17392"/>
                      <a:pt x="17914" y="17177"/>
                    </a:cubicBezTo>
                    <a:cubicBezTo>
                      <a:pt x="11974" y="16826"/>
                      <a:pt x="6084" y="16249"/>
                      <a:pt x="169" y="15673"/>
                    </a:cubicBezTo>
                    <a:cubicBezTo>
                      <a:pt x="163" y="15672"/>
                      <a:pt x="157" y="15671"/>
                      <a:pt x="152" y="15671"/>
                    </a:cubicBezTo>
                    <a:cubicBezTo>
                      <a:pt x="39" y="15671"/>
                      <a:pt x="1" y="15900"/>
                      <a:pt x="144" y="15924"/>
                    </a:cubicBezTo>
                    <a:cubicBezTo>
                      <a:pt x="6034" y="16751"/>
                      <a:pt x="11974" y="17252"/>
                      <a:pt x="17914" y="17628"/>
                    </a:cubicBezTo>
                    <a:cubicBezTo>
                      <a:pt x="21723" y="17850"/>
                      <a:pt x="25718" y="18247"/>
                      <a:pt x="29646" y="18247"/>
                    </a:cubicBezTo>
                    <a:cubicBezTo>
                      <a:pt x="31482" y="18247"/>
                      <a:pt x="33302" y="18160"/>
                      <a:pt x="35082" y="17929"/>
                    </a:cubicBezTo>
                    <a:cubicBezTo>
                      <a:pt x="39743" y="17327"/>
                      <a:pt x="43277" y="14645"/>
                      <a:pt x="46585" y="11462"/>
                    </a:cubicBezTo>
                    <a:cubicBezTo>
                      <a:pt x="50846" y="7352"/>
                      <a:pt x="55157" y="3543"/>
                      <a:pt x="60245" y="435"/>
                    </a:cubicBezTo>
                    <a:cubicBezTo>
                      <a:pt x="60478" y="307"/>
                      <a:pt x="60334" y="1"/>
                      <a:pt x="60133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2205" name="Google Shape;2205;p76"/>
              <p:cNvSpPr/>
              <p:nvPr/>
            </p:nvSpPr>
            <p:spPr>
              <a:xfrm>
                <a:off x="4166200" y="4161775"/>
                <a:ext cx="1182975" cy="284975"/>
              </a:xfrm>
              <a:custGeom>
                <a:avLst/>
                <a:gdLst/>
                <a:ahLst/>
                <a:cxnLst/>
                <a:rect l="l" t="t" r="r" b="b"/>
                <a:pathLst>
                  <a:path w="47319" h="11399" extrusionOk="0">
                    <a:moveTo>
                      <a:pt x="29433" y="1"/>
                    </a:moveTo>
                    <a:cubicBezTo>
                      <a:pt x="19662" y="1"/>
                      <a:pt x="9862" y="372"/>
                      <a:pt x="100" y="549"/>
                    </a:cubicBezTo>
                    <a:cubicBezTo>
                      <a:pt x="0" y="549"/>
                      <a:pt x="0" y="699"/>
                      <a:pt x="100" y="699"/>
                    </a:cubicBezTo>
                    <a:cubicBezTo>
                      <a:pt x="4549" y="699"/>
                      <a:pt x="8998" y="705"/>
                      <a:pt x="13446" y="705"/>
                    </a:cubicBezTo>
                    <a:cubicBezTo>
                      <a:pt x="17895" y="705"/>
                      <a:pt x="22344" y="699"/>
                      <a:pt x="26792" y="674"/>
                    </a:cubicBezTo>
                    <a:cubicBezTo>
                      <a:pt x="28709" y="662"/>
                      <a:pt x="30702" y="551"/>
                      <a:pt x="32689" y="551"/>
                    </a:cubicBezTo>
                    <a:cubicBezTo>
                      <a:pt x="34832" y="551"/>
                      <a:pt x="36969" y="680"/>
                      <a:pt x="38998" y="1200"/>
                    </a:cubicBezTo>
                    <a:cubicBezTo>
                      <a:pt x="43183" y="2303"/>
                      <a:pt x="47319" y="6714"/>
                      <a:pt x="44637" y="11150"/>
                    </a:cubicBezTo>
                    <a:cubicBezTo>
                      <a:pt x="44548" y="11274"/>
                      <a:pt x="44673" y="11398"/>
                      <a:pt x="44798" y="11398"/>
                    </a:cubicBezTo>
                    <a:cubicBezTo>
                      <a:pt x="44849" y="11398"/>
                      <a:pt x="44901" y="11377"/>
                      <a:pt x="44938" y="11326"/>
                    </a:cubicBezTo>
                    <a:cubicBezTo>
                      <a:pt x="46542" y="8844"/>
                      <a:pt x="45815" y="5686"/>
                      <a:pt x="43960" y="3531"/>
                    </a:cubicBezTo>
                    <a:cubicBezTo>
                      <a:pt x="41379" y="549"/>
                      <a:pt x="37118" y="47"/>
                      <a:pt x="33384" y="22"/>
                    </a:cubicBezTo>
                    <a:cubicBezTo>
                      <a:pt x="32068" y="7"/>
                      <a:pt x="30751" y="1"/>
                      <a:pt x="29433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2206" name="Google Shape;2206;p76"/>
              <p:cNvSpPr/>
              <p:nvPr/>
            </p:nvSpPr>
            <p:spPr>
              <a:xfrm>
                <a:off x="5194650" y="3742800"/>
                <a:ext cx="580475" cy="397500"/>
              </a:xfrm>
              <a:custGeom>
                <a:avLst/>
                <a:gdLst/>
                <a:ahLst/>
                <a:cxnLst/>
                <a:rect l="l" t="t" r="r" b="b"/>
                <a:pathLst>
                  <a:path w="23219" h="15900" extrusionOk="0">
                    <a:moveTo>
                      <a:pt x="22770" y="1"/>
                    </a:moveTo>
                    <a:cubicBezTo>
                      <a:pt x="22697" y="1"/>
                      <a:pt x="22622" y="33"/>
                      <a:pt x="22557" y="110"/>
                    </a:cubicBezTo>
                    <a:cubicBezTo>
                      <a:pt x="19349" y="3619"/>
                      <a:pt x="15890" y="6802"/>
                      <a:pt x="11955" y="9483"/>
                    </a:cubicBezTo>
                    <a:cubicBezTo>
                      <a:pt x="8196" y="12040"/>
                      <a:pt x="4161" y="13920"/>
                      <a:pt x="51" y="15799"/>
                    </a:cubicBezTo>
                    <a:cubicBezTo>
                      <a:pt x="0" y="15824"/>
                      <a:pt x="26" y="15900"/>
                      <a:pt x="76" y="15900"/>
                    </a:cubicBezTo>
                    <a:cubicBezTo>
                      <a:pt x="8848" y="13418"/>
                      <a:pt x="17093" y="7403"/>
                      <a:pt x="23008" y="586"/>
                    </a:cubicBezTo>
                    <a:cubicBezTo>
                      <a:pt x="23219" y="337"/>
                      <a:pt x="23005" y="1"/>
                      <a:pt x="2277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2207" name="Google Shape;2207;p76"/>
              <p:cNvSpPr/>
              <p:nvPr/>
            </p:nvSpPr>
            <p:spPr>
              <a:xfrm>
                <a:off x="4026475" y="4624525"/>
                <a:ext cx="1151025" cy="354700"/>
              </a:xfrm>
              <a:custGeom>
                <a:avLst/>
                <a:gdLst/>
                <a:ahLst/>
                <a:cxnLst/>
                <a:rect l="l" t="t" r="r" b="b"/>
                <a:pathLst>
                  <a:path w="46041" h="14188" extrusionOk="0">
                    <a:moveTo>
                      <a:pt x="2842" y="0"/>
                    </a:moveTo>
                    <a:cubicBezTo>
                      <a:pt x="1927" y="0"/>
                      <a:pt x="1013" y="3"/>
                      <a:pt x="100" y="9"/>
                    </a:cubicBezTo>
                    <a:cubicBezTo>
                      <a:pt x="0" y="34"/>
                      <a:pt x="0" y="159"/>
                      <a:pt x="100" y="184"/>
                    </a:cubicBezTo>
                    <a:cubicBezTo>
                      <a:pt x="9725" y="710"/>
                      <a:pt x="19374" y="811"/>
                      <a:pt x="29023" y="1212"/>
                    </a:cubicBezTo>
                    <a:cubicBezTo>
                      <a:pt x="31304" y="1287"/>
                      <a:pt x="33559" y="1387"/>
                      <a:pt x="35840" y="1512"/>
                    </a:cubicBezTo>
                    <a:cubicBezTo>
                      <a:pt x="38271" y="1638"/>
                      <a:pt x="41028" y="1788"/>
                      <a:pt x="42933" y="3492"/>
                    </a:cubicBezTo>
                    <a:cubicBezTo>
                      <a:pt x="45915" y="6199"/>
                      <a:pt x="45665" y="11187"/>
                      <a:pt x="42807" y="13843"/>
                    </a:cubicBezTo>
                    <a:cubicBezTo>
                      <a:pt x="42647" y="13983"/>
                      <a:pt x="42807" y="14187"/>
                      <a:pt x="42967" y="14187"/>
                    </a:cubicBezTo>
                    <a:cubicBezTo>
                      <a:pt x="43007" y="14187"/>
                      <a:pt x="43048" y="14174"/>
                      <a:pt x="43083" y="14144"/>
                    </a:cubicBezTo>
                    <a:cubicBezTo>
                      <a:pt x="45414" y="12114"/>
                      <a:pt x="46041" y="8730"/>
                      <a:pt x="44913" y="5873"/>
                    </a:cubicBezTo>
                    <a:cubicBezTo>
                      <a:pt x="43509" y="2365"/>
                      <a:pt x="40025" y="1437"/>
                      <a:pt x="36542" y="1187"/>
                    </a:cubicBezTo>
                    <a:cubicBezTo>
                      <a:pt x="25374" y="422"/>
                      <a:pt x="14036" y="0"/>
                      <a:pt x="2842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2208" name="Google Shape;2208;p76"/>
              <p:cNvSpPr/>
              <p:nvPr/>
            </p:nvSpPr>
            <p:spPr>
              <a:xfrm>
                <a:off x="4155550" y="4216575"/>
                <a:ext cx="1105275" cy="308225"/>
              </a:xfrm>
              <a:custGeom>
                <a:avLst/>
                <a:gdLst/>
                <a:ahLst/>
                <a:cxnLst/>
                <a:rect l="l" t="t" r="r" b="b"/>
                <a:pathLst>
                  <a:path w="44211" h="12329" extrusionOk="0">
                    <a:moveTo>
                      <a:pt x="11131" y="0"/>
                    </a:moveTo>
                    <a:cubicBezTo>
                      <a:pt x="7499" y="0"/>
                      <a:pt x="3875" y="67"/>
                      <a:pt x="276" y="286"/>
                    </a:cubicBezTo>
                    <a:cubicBezTo>
                      <a:pt x="0" y="311"/>
                      <a:pt x="0" y="712"/>
                      <a:pt x="276" y="738"/>
                    </a:cubicBezTo>
                    <a:cubicBezTo>
                      <a:pt x="777" y="763"/>
                      <a:pt x="1278" y="788"/>
                      <a:pt x="1780" y="813"/>
                    </a:cubicBezTo>
                    <a:cubicBezTo>
                      <a:pt x="1780" y="863"/>
                      <a:pt x="1780" y="913"/>
                      <a:pt x="1780" y="988"/>
                    </a:cubicBezTo>
                    <a:cubicBezTo>
                      <a:pt x="2857" y="4372"/>
                      <a:pt x="2632" y="7655"/>
                      <a:pt x="1504" y="10963"/>
                    </a:cubicBezTo>
                    <a:cubicBezTo>
                      <a:pt x="1438" y="11146"/>
                      <a:pt x="1602" y="11284"/>
                      <a:pt x="1757" y="11284"/>
                    </a:cubicBezTo>
                    <a:cubicBezTo>
                      <a:pt x="1836" y="11284"/>
                      <a:pt x="1913" y="11248"/>
                      <a:pt x="1955" y="11164"/>
                    </a:cubicBezTo>
                    <a:cubicBezTo>
                      <a:pt x="3434" y="7880"/>
                      <a:pt x="3509" y="4246"/>
                      <a:pt x="2456" y="838"/>
                    </a:cubicBezTo>
                    <a:lnTo>
                      <a:pt x="2456" y="838"/>
                    </a:lnTo>
                    <a:cubicBezTo>
                      <a:pt x="4720" y="933"/>
                      <a:pt x="6991" y="965"/>
                      <a:pt x="9263" y="965"/>
                    </a:cubicBezTo>
                    <a:cubicBezTo>
                      <a:pt x="14186" y="965"/>
                      <a:pt x="19115" y="813"/>
                      <a:pt x="23985" y="813"/>
                    </a:cubicBezTo>
                    <a:cubicBezTo>
                      <a:pt x="25971" y="813"/>
                      <a:pt x="28349" y="653"/>
                      <a:pt x="30764" y="653"/>
                    </a:cubicBezTo>
                    <a:cubicBezTo>
                      <a:pt x="34326" y="653"/>
                      <a:pt x="37968" y="1000"/>
                      <a:pt x="40552" y="2718"/>
                    </a:cubicBezTo>
                    <a:cubicBezTo>
                      <a:pt x="40477" y="2768"/>
                      <a:pt x="40426" y="2818"/>
                      <a:pt x="40426" y="2918"/>
                    </a:cubicBezTo>
                    <a:cubicBezTo>
                      <a:pt x="40627" y="4422"/>
                      <a:pt x="41003" y="5825"/>
                      <a:pt x="40903" y="7354"/>
                    </a:cubicBezTo>
                    <a:cubicBezTo>
                      <a:pt x="40802" y="9058"/>
                      <a:pt x="40251" y="10587"/>
                      <a:pt x="39624" y="12141"/>
                    </a:cubicBezTo>
                    <a:cubicBezTo>
                      <a:pt x="39591" y="12257"/>
                      <a:pt x="39678" y="12329"/>
                      <a:pt x="39769" y="12329"/>
                    </a:cubicBezTo>
                    <a:cubicBezTo>
                      <a:pt x="39817" y="12329"/>
                      <a:pt x="39866" y="12309"/>
                      <a:pt x="39900" y="12266"/>
                    </a:cubicBezTo>
                    <a:cubicBezTo>
                      <a:pt x="41604" y="9810"/>
                      <a:pt x="42281" y="5800"/>
                      <a:pt x="40978" y="3018"/>
                    </a:cubicBezTo>
                    <a:lnTo>
                      <a:pt x="40978" y="3018"/>
                    </a:lnTo>
                    <a:cubicBezTo>
                      <a:pt x="42306" y="4046"/>
                      <a:pt x="43334" y="5499"/>
                      <a:pt x="43810" y="7555"/>
                    </a:cubicBezTo>
                    <a:cubicBezTo>
                      <a:pt x="43832" y="7643"/>
                      <a:pt x="43897" y="7682"/>
                      <a:pt x="43966" y="7682"/>
                    </a:cubicBezTo>
                    <a:cubicBezTo>
                      <a:pt x="44054" y="7682"/>
                      <a:pt x="44147" y="7617"/>
                      <a:pt x="44161" y="7505"/>
                    </a:cubicBezTo>
                    <a:cubicBezTo>
                      <a:pt x="44211" y="4823"/>
                      <a:pt x="42106" y="2617"/>
                      <a:pt x="39825" y="1489"/>
                    </a:cubicBezTo>
                    <a:cubicBezTo>
                      <a:pt x="37416" y="303"/>
                      <a:pt x="34671" y="135"/>
                      <a:pt x="31970" y="135"/>
                    </a:cubicBezTo>
                    <a:cubicBezTo>
                      <a:pt x="30906" y="135"/>
                      <a:pt x="29849" y="161"/>
                      <a:pt x="28822" y="161"/>
                    </a:cubicBezTo>
                    <a:cubicBezTo>
                      <a:pt x="28576" y="162"/>
                      <a:pt x="28329" y="162"/>
                      <a:pt x="28082" y="162"/>
                    </a:cubicBezTo>
                    <a:cubicBezTo>
                      <a:pt x="22459" y="162"/>
                      <a:pt x="16786" y="0"/>
                      <a:pt x="1113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2209" name="Google Shape;2209;p76"/>
              <p:cNvSpPr/>
              <p:nvPr/>
            </p:nvSpPr>
            <p:spPr>
              <a:xfrm>
                <a:off x="4195800" y="4468225"/>
                <a:ext cx="1038375" cy="110400"/>
              </a:xfrm>
              <a:custGeom>
                <a:avLst/>
                <a:gdLst/>
                <a:ahLst/>
                <a:cxnLst/>
                <a:rect l="l" t="t" r="r" b="b"/>
                <a:pathLst>
                  <a:path w="41535" h="4416" extrusionOk="0">
                    <a:moveTo>
                      <a:pt x="41228" y="1"/>
                    </a:moveTo>
                    <a:cubicBezTo>
                      <a:pt x="41160" y="1"/>
                      <a:pt x="41093" y="36"/>
                      <a:pt x="41047" y="120"/>
                    </a:cubicBezTo>
                    <a:cubicBezTo>
                      <a:pt x="39418" y="3253"/>
                      <a:pt x="35558" y="3378"/>
                      <a:pt x="32450" y="3554"/>
                    </a:cubicBezTo>
                    <a:cubicBezTo>
                      <a:pt x="29930" y="3714"/>
                      <a:pt x="27410" y="3798"/>
                      <a:pt x="24889" y="3798"/>
                    </a:cubicBezTo>
                    <a:cubicBezTo>
                      <a:pt x="23851" y="3798"/>
                      <a:pt x="22812" y="3784"/>
                      <a:pt x="21774" y="3754"/>
                    </a:cubicBezTo>
                    <a:cubicBezTo>
                      <a:pt x="14430" y="3579"/>
                      <a:pt x="7363" y="2276"/>
                      <a:pt x="119" y="1348"/>
                    </a:cubicBezTo>
                    <a:cubicBezTo>
                      <a:pt x="114" y="1347"/>
                      <a:pt x="108" y="1346"/>
                      <a:pt x="103" y="1346"/>
                    </a:cubicBezTo>
                    <a:cubicBezTo>
                      <a:pt x="17" y="1346"/>
                      <a:pt x="0" y="1525"/>
                      <a:pt x="94" y="1549"/>
                    </a:cubicBezTo>
                    <a:cubicBezTo>
                      <a:pt x="7889" y="3905"/>
                      <a:pt x="16661" y="4406"/>
                      <a:pt x="24756" y="4406"/>
                    </a:cubicBezTo>
                    <a:cubicBezTo>
                      <a:pt x="25479" y="4411"/>
                      <a:pt x="26208" y="4416"/>
                      <a:pt x="26941" y="4416"/>
                    </a:cubicBezTo>
                    <a:cubicBezTo>
                      <a:pt x="29947" y="4416"/>
                      <a:pt x="33018" y="4333"/>
                      <a:pt x="35959" y="3830"/>
                    </a:cubicBezTo>
                    <a:cubicBezTo>
                      <a:pt x="38190" y="3429"/>
                      <a:pt x="40496" y="2576"/>
                      <a:pt x="41448" y="371"/>
                    </a:cubicBezTo>
                    <a:cubicBezTo>
                      <a:pt x="41535" y="180"/>
                      <a:pt x="41381" y="1"/>
                      <a:pt x="41228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2210" name="Google Shape;2210;p76"/>
              <p:cNvSpPr/>
              <p:nvPr/>
            </p:nvSpPr>
            <p:spPr>
              <a:xfrm>
                <a:off x="4545275" y="4296775"/>
                <a:ext cx="564550" cy="215875"/>
              </a:xfrm>
              <a:custGeom>
                <a:avLst/>
                <a:gdLst/>
                <a:ahLst/>
                <a:cxnLst/>
                <a:rect l="l" t="t" r="r" b="b"/>
                <a:pathLst>
                  <a:path w="22582" h="8635" extrusionOk="0">
                    <a:moveTo>
                      <a:pt x="12306" y="813"/>
                    </a:moveTo>
                    <a:cubicBezTo>
                      <a:pt x="13582" y="831"/>
                      <a:pt x="14883" y="848"/>
                      <a:pt x="16183" y="848"/>
                    </a:cubicBezTo>
                    <a:cubicBezTo>
                      <a:pt x="16721" y="848"/>
                      <a:pt x="17259" y="845"/>
                      <a:pt x="17795" y="838"/>
                    </a:cubicBezTo>
                    <a:lnTo>
                      <a:pt x="17795" y="838"/>
                    </a:lnTo>
                    <a:cubicBezTo>
                      <a:pt x="17770" y="863"/>
                      <a:pt x="17745" y="913"/>
                      <a:pt x="17745" y="938"/>
                    </a:cubicBezTo>
                    <a:cubicBezTo>
                      <a:pt x="17218" y="3319"/>
                      <a:pt x="16241" y="5449"/>
                      <a:pt x="14762" y="7329"/>
                    </a:cubicBezTo>
                    <a:cubicBezTo>
                      <a:pt x="14762" y="5850"/>
                      <a:pt x="14612" y="4397"/>
                      <a:pt x="14361" y="2968"/>
                    </a:cubicBezTo>
                    <a:cubicBezTo>
                      <a:pt x="14333" y="2797"/>
                      <a:pt x="14175" y="2707"/>
                      <a:pt x="14016" y="2707"/>
                    </a:cubicBezTo>
                    <a:cubicBezTo>
                      <a:pt x="13896" y="2707"/>
                      <a:pt x="13775" y="2760"/>
                      <a:pt x="13710" y="2868"/>
                    </a:cubicBezTo>
                    <a:cubicBezTo>
                      <a:pt x="13108" y="4021"/>
                      <a:pt x="12331" y="5048"/>
                      <a:pt x="11404" y="5951"/>
                    </a:cubicBezTo>
                    <a:cubicBezTo>
                      <a:pt x="12181" y="4347"/>
                      <a:pt x="12582" y="2567"/>
                      <a:pt x="12306" y="813"/>
                    </a:cubicBezTo>
                    <a:close/>
                    <a:moveTo>
                      <a:pt x="20021" y="1"/>
                    </a:moveTo>
                    <a:cubicBezTo>
                      <a:pt x="17074" y="1"/>
                      <a:pt x="14131" y="161"/>
                      <a:pt x="11203" y="161"/>
                    </a:cubicBezTo>
                    <a:cubicBezTo>
                      <a:pt x="7928" y="161"/>
                      <a:pt x="4654" y="3"/>
                      <a:pt x="1396" y="3"/>
                    </a:cubicBezTo>
                    <a:cubicBezTo>
                      <a:pt x="989" y="3"/>
                      <a:pt x="582" y="5"/>
                      <a:pt x="176" y="11"/>
                    </a:cubicBezTo>
                    <a:cubicBezTo>
                      <a:pt x="0" y="11"/>
                      <a:pt x="25" y="236"/>
                      <a:pt x="176" y="236"/>
                    </a:cubicBezTo>
                    <a:cubicBezTo>
                      <a:pt x="3810" y="662"/>
                      <a:pt x="7519" y="738"/>
                      <a:pt x="11203" y="788"/>
                    </a:cubicBezTo>
                    <a:lnTo>
                      <a:pt x="11880" y="788"/>
                    </a:lnTo>
                    <a:cubicBezTo>
                      <a:pt x="11629" y="3219"/>
                      <a:pt x="11228" y="5299"/>
                      <a:pt x="9775" y="7329"/>
                    </a:cubicBezTo>
                    <a:cubicBezTo>
                      <a:pt x="9612" y="7553"/>
                      <a:pt x="9846" y="7859"/>
                      <a:pt x="10100" y="7859"/>
                    </a:cubicBezTo>
                    <a:cubicBezTo>
                      <a:pt x="10159" y="7859"/>
                      <a:pt x="10219" y="7843"/>
                      <a:pt x="10276" y="7805"/>
                    </a:cubicBezTo>
                    <a:cubicBezTo>
                      <a:pt x="11705" y="6778"/>
                      <a:pt x="12882" y="5550"/>
                      <a:pt x="13835" y="4071"/>
                    </a:cubicBezTo>
                    <a:cubicBezTo>
                      <a:pt x="14035" y="5474"/>
                      <a:pt x="14085" y="6853"/>
                      <a:pt x="14035" y="8281"/>
                    </a:cubicBezTo>
                    <a:cubicBezTo>
                      <a:pt x="14035" y="8487"/>
                      <a:pt x="14223" y="8635"/>
                      <a:pt x="14406" y="8635"/>
                    </a:cubicBezTo>
                    <a:cubicBezTo>
                      <a:pt x="14490" y="8635"/>
                      <a:pt x="14574" y="8603"/>
                      <a:pt x="14637" y="8532"/>
                    </a:cubicBezTo>
                    <a:cubicBezTo>
                      <a:pt x="16542" y="6427"/>
                      <a:pt x="17870" y="3921"/>
                      <a:pt x="18396" y="1139"/>
                    </a:cubicBezTo>
                    <a:cubicBezTo>
                      <a:pt x="18421" y="988"/>
                      <a:pt x="18371" y="888"/>
                      <a:pt x="18296" y="838"/>
                    </a:cubicBezTo>
                    <a:cubicBezTo>
                      <a:pt x="19624" y="788"/>
                      <a:pt x="20928" y="713"/>
                      <a:pt x="22231" y="587"/>
                    </a:cubicBezTo>
                    <a:cubicBezTo>
                      <a:pt x="22557" y="562"/>
                      <a:pt x="22582" y="61"/>
                      <a:pt x="22231" y="36"/>
                    </a:cubicBezTo>
                    <a:cubicBezTo>
                      <a:pt x="21494" y="11"/>
                      <a:pt x="20757" y="1"/>
                      <a:pt x="2002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2211" name="Google Shape;2211;p76"/>
              <p:cNvSpPr/>
              <p:nvPr/>
            </p:nvSpPr>
            <p:spPr>
              <a:xfrm>
                <a:off x="5020825" y="4405225"/>
                <a:ext cx="110300" cy="11075"/>
              </a:xfrm>
              <a:custGeom>
                <a:avLst/>
                <a:gdLst/>
                <a:ahLst/>
                <a:cxnLst/>
                <a:rect l="l" t="t" r="r" b="b"/>
                <a:pathLst>
                  <a:path w="4412" h="443" extrusionOk="0">
                    <a:moveTo>
                      <a:pt x="3446" y="1"/>
                    </a:moveTo>
                    <a:cubicBezTo>
                      <a:pt x="3081" y="1"/>
                      <a:pt x="2715" y="34"/>
                      <a:pt x="2357" y="34"/>
                    </a:cubicBezTo>
                    <a:cubicBezTo>
                      <a:pt x="1630" y="59"/>
                      <a:pt x="903" y="59"/>
                      <a:pt x="151" y="84"/>
                    </a:cubicBezTo>
                    <a:cubicBezTo>
                      <a:pt x="1" y="84"/>
                      <a:pt x="1" y="360"/>
                      <a:pt x="151" y="360"/>
                    </a:cubicBezTo>
                    <a:cubicBezTo>
                      <a:pt x="903" y="385"/>
                      <a:pt x="1630" y="385"/>
                      <a:pt x="2357" y="410"/>
                    </a:cubicBezTo>
                    <a:cubicBezTo>
                      <a:pt x="2715" y="410"/>
                      <a:pt x="3081" y="442"/>
                      <a:pt x="3446" y="442"/>
                    </a:cubicBezTo>
                    <a:cubicBezTo>
                      <a:pt x="3720" y="442"/>
                      <a:pt x="3993" y="424"/>
                      <a:pt x="4262" y="360"/>
                    </a:cubicBezTo>
                    <a:cubicBezTo>
                      <a:pt x="4412" y="334"/>
                      <a:pt x="4412" y="109"/>
                      <a:pt x="4262" y="84"/>
                    </a:cubicBezTo>
                    <a:cubicBezTo>
                      <a:pt x="3993" y="19"/>
                      <a:pt x="3720" y="1"/>
                      <a:pt x="344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2212" name="Google Shape;2212;p76"/>
              <p:cNvSpPr/>
              <p:nvPr/>
            </p:nvSpPr>
            <p:spPr>
              <a:xfrm>
                <a:off x="4025225" y="4662325"/>
                <a:ext cx="1105900" cy="358325"/>
              </a:xfrm>
              <a:custGeom>
                <a:avLst/>
                <a:gdLst/>
                <a:ahLst/>
                <a:cxnLst/>
                <a:rect l="l" t="t" r="r" b="b"/>
                <a:pathLst>
                  <a:path w="44236" h="14333" extrusionOk="0">
                    <a:moveTo>
                      <a:pt x="7218" y="206"/>
                    </a:moveTo>
                    <a:cubicBezTo>
                      <a:pt x="4862" y="206"/>
                      <a:pt x="2506" y="220"/>
                      <a:pt x="150" y="251"/>
                    </a:cubicBezTo>
                    <a:cubicBezTo>
                      <a:pt x="0" y="251"/>
                      <a:pt x="0" y="502"/>
                      <a:pt x="150" y="502"/>
                    </a:cubicBezTo>
                    <a:cubicBezTo>
                      <a:pt x="7795" y="627"/>
                      <a:pt x="15464" y="677"/>
                      <a:pt x="23108" y="878"/>
                    </a:cubicBezTo>
                    <a:cubicBezTo>
                      <a:pt x="26867" y="978"/>
                      <a:pt x="30627" y="978"/>
                      <a:pt x="34386" y="1228"/>
                    </a:cubicBezTo>
                    <a:cubicBezTo>
                      <a:pt x="38121" y="1454"/>
                      <a:pt x="43659" y="2958"/>
                      <a:pt x="43008" y="7845"/>
                    </a:cubicBezTo>
                    <a:cubicBezTo>
                      <a:pt x="42329" y="12947"/>
                      <a:pt x="37304" y="14058"/>
                      <a:pt x="32171" y="14058"/>
                    </a:cubicBezTo>
                    <a:cubicBezTo>
                      <a:pt x="28782" y="14058"/>
                      <a:pt x="25346" y="13574"/>
                      <a:pt x="23083" y="13434"/>
                    </a:cubicBezTo>
                    <a:cubicBezTo>
                      <a:pt x="15614" y="13008"/>
                      <a:pt x="8145" y="12557"/>
                      <a:pt x="677" y="12131"/>
                    </a:cubicBezTo>
                    <a:cubicBezTo>
                      <a:pt x="669" y="12130"/>
                      <a:pt x="661" y="12130"/>
                      <a:pt x="653" y="12130"/>
                    </a:cubicBezTo>
                    <a:cubicBezTo>
                      <a:pt x="376" y="12130"/>
                      <a:pt x="384" y="12557"/>
                      <a:pt x="677" y="12557"/>
                    </a:cubicBezTo>
                    <a:cubicBezTo>
                      <a:pt x="9875" y="13108"/>
                      <a:pt x="19048" y="13635"/>
                      <a:pt x="28246" y="14186"/>
                    </a:cubicBezTo>
                    <a:cubicBezTo>
                      <a:pt x="29410" y="14253"/>
                      <a:pt x="30791" y="14333"/>
                      <a:pt x="32240" y="14333"/>
                    </a:cubicBezTo>
                    <a:cubicBezTo>
                      <a:pt x="37279" y="14333"/>
                      <a:pt x="43142" y="13370"/>
                      <a:pt x="43609" y="7569"/>
                    </a:cubicBezTo>
                    <a:cubicBezTo>
                      <a:pt x="44236" y="0"/>
                      <a:pt x="33108" y="602"/>
                      <a:pt x="28396" y="502"/>
                    </a:cubicBezTo>
                    <a:cubicBezTo>
                      <a:pt x="21347" y="332"/>
                      <a:pt x="14284" y="206"/>
                      <a:pt x="7218" y="206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2213" name="Google Shape;2213;p76"/>
              <p:cNvSpPr/>
              <p:nvPr/>
            </p:nvSpPr>
            <p:spPr>
              <a:xfrm>
                <a:off x="4973850" y="4725025"/>
                <a:ext cx="85850" cy="266350"/>
              </a:xfrm>
              <a:custGeom>
                <a:avLst/>
                <a:gdLst/>
                <a:ahLst/>
                <a:cxnLst/>
                <a:rect l="l" t="t" r="r" b="b"/>
                <a:pathLst>
                  <a:path w="3434" h="10654" extrusionOk="0">
                    <a:moveTo>
                      <a:pt x="1701" y="1"/>
                    </a:moveTo>
                    <a:cubicBezTo>
                      <a:pt x="1514" y="1"/>
                      <a:pt x="1337" y="146"/>
                      <a:pt x="1429" y="375"/>
                    </a:cubicBezTo>
                    <a:cubicBezTo>
                      <a:pt x="2782" y="3883"/>
                      <a:pt x="2181" y="7342"/>
                      <a:pt x="75" y="10400"/>
                    </a:cubicBezTo>
                    <a:cubicBezTo>
                      <a:pt x="0" y="10512"/>
                      <a:pt x="122" y="10653"/>
                      <a:pt x="241" y="10653"/>
                    </a:cubicBezTo>
                    <a:cubicBezTo>
                      <a:pt x="281" y="10653"/>
                      <a:pt x="320" y="10638"/>
                      <a:pt x="351" y="10600"/>
                    </a:cubicBezTo>
                    <a:cubicBezTo>
                      <a:pt x="2907" y="7793"/>
                      <a:pt x="3434" y="3683"/>
                      <a:pt x="2005" y="199"/>
                    </a:cubicBezTo>
                    <a:cubicBezTo>
                      <a:pt x="1946" y="62"/>
                      <a:pt x="1822" y="1"/>
                      <a:pt x="170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2214" name="Google Shape;2214;p76"/>
              <p:cNvSpPr/>
              <p:nvPr/>
            </p:nvSpPr>
            <p:spPr>
              <a:xfrm>
                <a:off x="4208800" y="4727075"/>
                <a:ext cx="718700" cy="215975"/>
              </a:xfrm>
              <a:custGeom>
                <a:avLst/>
                <a:gdLst/>
                <a:ahLst/>
                <a:cxnLst/>
                <a:rect l="l" t="t" r="r" b="b"/>
                <a:pathLst>
                  <a:path w="28748" h="8639" extrusionOk="0">
                    <a:moveTo>
                      <a:pt x="7363" y="1"/>
                    </a:moveTo>
                    <a:cubicBezTo>
                      <a:pt x="4917" y="1"/>
                      <a:pt x="2471" y="125"/>
                      <a:pt x="126" y="568"/>
                    </a:cubicBezTo>
                    <a:cubicBezTo>
                      <a:pt x="0" y="593"/>
                      <a:pt x="51" y="794"/>
                      <a:pt x="176" y="794"/>
                    </a:cubicBezTo>
                    <a:cubicBezTo>
                      <a:pt x="1159" y="831"/>
                      <a:pt x="2143" y="845"/>
                      <a:pt x="3129" y="845"/>
                    </a:cubicBezTo>
                    <a:cubicBezTo>
                      <a:pt x="5672" y="845"/>
                      <a:pt x="8221" y="755"/>
                      <a:pt x="10772" y="755"/>
                    </a:cubicBezTo>
                    <a:cubicBezTo>
                      <a:pt x="11868" y="755"/>
                      <a:pt x="12964" y="772"/>
                      <a:pt x="14061" y="819"/>
                    </a:cubicBezTo>
                    <a:cubicBezTo>
                      <a:pt x="15740" y="894"/>
                      <a:pt x="17419" y="994"/>
                      <a:pt x="19123" y="1120"/>
                    </a:cubicBezTo>
                    <a:cubicBezTo>
                      <a:pt x="18547" y="3927"/>
                      <a:pt x="19875" y="6809"/>
                      <a:pt x="22056" y="8563"/>
                    </a:cubicBezTo>
                    <a:cubicBezTo>
                      <a:pt x="22114" y="8615"/>
                      <a:pt x="22188" y="8638"/>
                      <a:pt x="22260" y="8638"/>
                    </a:cubicBezTo>
                    <a:cubicBezTo>
                      <a:pt x="22435" y="8638"/>
                      <a:pt x="22603" y="8500"/>
                      <a:pt x="22532" y="8288"/>
                    </a:cubicBezTo>
                    <a:cubicBezTo>
                      <a:pt x="22256" y="7385"/>
                      <a:pt x="22106" y="6508"/>
                      <a:pt x="22081" y="5581"/>
                    </a:cubicBezTo>
                    <a:lnTo>
                      <a:pt x="22081" y="5581"/>
                    </a:lnTo>
                    <a:cubicBezTo>
                      <a:pt x="23559" y="6483"/>
                      <a:pt x="25138" y="6984"/>
                      <a:pt x="26868" y="7085"/>
                    </a:cubicBezTo>
                    <a:cubicBezTo>
                      <a:pt x="26876" y="7085"/>
                      <a:pt x="26885" y="7086"/>
                      <a:pt x="26893" y="7086"/>
                    </a:cubicBezTo>
                    <a:cubicBezTo>
                      <a:pt x="27128" y="7086"/>
                      <a:pt x="27262" y="6754"/>
                      <a:pt x="27068" y="6608"/>
                    </a:cubicBezTo>
                    <a:cubicBezTo>
                      <a:pt x="25514" y="5305"/>
                      <a:pt x="24863" y="3701"/>
                      <a:pt x="24512" y="1746"/>
                    </a:cubicBezTo>
                    <a:cubicBezTo>
                      <a:pt x="24490" y="1636"/>
                      <a:pt x="24399" y="1584"/>
                      <a:pt x="24305" y="1584"/>
                    </a:cubicBezTo>
                    <a:cubicBezTo>
                      <a:pt x="24186" y="1584"/>
                      <a:pt x="24061" y="1667"/>
                      <a:pt x="24061" y="1821"/>
                    </a:cubicBezTo>
                    <a:cubicBezTo>
                      <a:pt x="24036" y="3576"/>
                      <a:pt x="24838" y="5180"/>
                      <a:pt x="26041" y="6433"/>
                    </a:cubicBezTo>
                    <a:cubicBezTo>
                      <a:pt x="24562" y="6207"/>
                      <a:pt x="23209" y="5656"/>
                      <a:pt x="21930" y="4804"/>
                    </a:cubicBezTo>
                    <a:cubicBezTo>
                      <a:pt x="21884" y="4775"/>
                      <a:pt x="21836" y="4762"/>
                      <a:pt x="21789" y="4762"/>
                    </a:cubicBezTo>
                    <a:cubicBezTo>
                      <a:pt x="21636" y="4762"/>
                      <a:pt x="21499" y="4901"/>
                      <a:pt x="21479" y="5055"/>
                    </a:cubicBezTo>
                    <a:cubicBezTo>
                      <a:pt x="21479" y="5907"/>
                      <a:pt x="21554" y="6684"/>
                      <a:pt x="21730" y="7486"/>
                    </a:cubicBezTo>
                    <a:cubicBezTo>
                      <a:pt x="20051" y="5781"/>
                      <a:pt x="19399" y="3551"/>
                      <a:pt x="19499" y="1145"/>
                    </a:cubicBezTo>
                    <a:lnTo>
                      <a:pt x="19499" y="1145"/>
                    </a:lnTo>
                    <a:cubicBezTo>
                      <a:pt x="21605" y="1270"/>
                      <a:pt x="23723" y="1382"/>
                      <a:pt x="25818" y="1382"/>
                    </a:cubicBezTo>
                    <a:cubicBezTo>
                      <a:pt x="26666" y="1382"/>
                      <a:pt x="27509" y="1363"/>
                      <a:pt x="28346" y="1320"/>
                    </a:cubicBezTo>
                    <a:cubicBezTo>
                      <a:pt x="28622" y="1295"/>
                      <a:pt x="28747" y="819"/>
                      <a:pt x="28422" y="769"/>
                    </a:cubicBezTo>
                    <a:cubicBezTo>
                      <a:pt x="23735" y="142"/>
                      <a:pt x="18798" y="268"/>
                      <a:pt x="14061" y="167"/>
                    </a:cubicBezTo>
                    <a:cubicBezTo>
                      <a:pt x="11882" y="107"/>
                      <a:pt x="9623" y="1"/>
                      <a:pt x="7363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grpSp>
            <p:nvGrpSpPr>
              <p:cNvPr id="2215" name="Google Shape;2215;p76"/>
              <p:cNvGrpSpPr/>
              <p:nvPr/>
            </p:nvGrpSpPr>
            <p:grpSpPr>
              <a:xfrm rot="-2912394">
                <a:off x="5335889" y="4451572"/>
                <a:ext cx="298011" cy="211459"/>
                <a:chOff x="3491400" y="2111750"/>
                <a:chExt cx="222600" cy="157950"/>
              </a:xfrm>
            </p:grpSpPr>
            <p:sp>
              <p:nvSpPr>
                <p:cNvPr id="2216" name="Google Shape;2216;p76"/>
                <p:cNvSpPr/>
                <p:nvPr/>
              </p:nvSpPr>
              <p:spPr>
                <a:xfrm>
                  <a:off x="3595700" y="2170900"/>
                  <a:ext cx="42375" cy="281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95" h="1125" extrusionOk="0">
                      <a:moveTo>
                        <a:pt x="388" y="1"/>
                      </a:moveTo>
                      <a:cubicBezTo>
                        <a:pt x="379" y="1"/>
                        <a:pt x="370" y="4"/>
                        <a:pt x="362" y="13"/>
                      </a:cubicBezTo>
                      <a:cubicBezTo>
                        <a:pt x="0" y="351"/>
                        <a:pt x="233" y="992"/>
                        <a:pt x="676" y="1108"/>
                      </a:cubicBezTo>
                      <a:cubicBezTo>
                        <a:pt x="717" y="1119"/>
                        <a:pt x="760" y="1124"/>
                        <a:pt x="805" y="1124"/>
                      </a:cubicBezTo>
                      <a:cubicBezTo>
                        <a:pt x="1196" y="1124"/>
                        <a:pt x="1694" y="735"/>
                        <a:pt x="1527" y="327"/>
                      </a:cubicBezTo>
                      <a:cubicBezTo>
                        <a:pt x="1513" y="304"/>
                        <a:pt x="1489" y="294"/>
                        <a:pt x="1465" y="294"/>
                      </a:cubicBezTo>
                      <a:cubicBezTo>
                        <a:pt x="1428" y="294"/>
                        <a:pt x="1389" y="316"/>
                        <a:pt x="1376" y="351"/>
                      </a:cubicBezTo>
                      <a:cubicBezTo>
                        <a:pt x="1329" y="502"/>
                        <a:pt x="1329" y="630"/>
                        <a:pt x="1224" y="759"/>
                      </a:cubicBezTo>
                      <a:cubicBezTo>
                        <a:pt x="1116" y="867"/>
                        <a:pt x="975" y="942"/>
                        <a:pt x="829" y="942"/>
                      </a:cubicBezTo>
                      <a:cubicBezTo>
                        <a:pt x="801" y="942"/>
                        <a:pt x="774" y="939"/>
                        <a:pt x="746" y="933"/>
                      </a:cubicBezTo>
                      <a:cubicBezTo>
                        <a:pt x="362" y="852"/>
                        <a:pt x="280" y="374"/>
                        <a:pt x="420" y="71"/>
                      </a:cubicBezTo>
                      <a:cubicBezTo>
                        <a:pt x="437" y="36"/>
                        <a:pt x="415" y="1"/>
                        <a:pt x="388" y="1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</a:p>
              </p:txBody>
            </p:sp>
            <p:sp>
              <p:nvSpPr>
                <p:cNvPr id="2217" name="Google Shape;2217;p76"/>
                <p:cNvSpPr/>
                <p:nvPr/>
              </p:nvSpPr>
              <p:spPr>
                <a:xfrm>
                  <a:off x="3529550" y="2111750"/>
                  <a:ext cx="44325" cy="758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73" h="3032" extrusionOk="0">
                      <a:moveTo>
                        <a:pt x="1246" y="1"/>
                      </a:moveTo>
                      <a:cubicBezTo>
                        <a:pt x="906" y="1"/>
                        <a:pt x="471" y="566"/>
                        <a:pt x="246" y="1330"/>
                      </a:cubicBezTo>
                      <a:cubicBezTo>
                        <a:pt x="1" y="2157"/>
                        <a:pt x="94" y="2915"/>
                        <a:pt x="444" y="3020"/>
                      </a:cubicBezTo>
                      <a:cubicBezTo>
                        <a:pt x="471" y="3028"/>
                        <a:pt x="500" y="3032"/>
                        <a:pt x="529" y="3032"/>
                      </a:cubicBezTo>
                      <a:cubicBezTo>
                        <a:pt x="877" y="3032"/>
                        <a:pt x="1302" y="2467"/>
                        <a:pt x="1528" y="1703"/>
                      </a:cubicBezTo>
                      <a:cubicBezTo>
                        <a:pt x="1772" y="875"/>
                        <a:pt x="1679" y="118"/>
                        <a:pt x="1329" y="13"/>
                      </a:cubicBezTo>
                      <a:cubicBezTo>
                        <a:pt x="1302" y="5"/>
                        <a:pt x="1275" y="1"/>
                        <a:pt x="1246" y="1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</a:p>
              </p:txBody>
            </p:sp>
            <p:sp>
              <p:nvSpPr>
                <p:cNvPr id="2218" name="Google Shape;2218;p76"/>
                <p:cNvSpPr/>
                <p:nvPr/>
              </p:nvSpPr>
              <p:spPr>
                <a:xfrm>
                  <a:off x="3491400" y="2194500"/>
                  <a:ext cx="52450" cy="251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98" h="1004" extrusionOk="0">
                      <a:moveTo>
                        <a:pt x="576" y="1"/>
                      </a:moveTo>
                      <a:cubicBezTo>
                        <a:pt x="303" y="1"/>
                        <a:pt x="106" y="75"/>
                        <a:pt x="70" y="211"/>
                      </a:cubicBezTo>
                      <a:cubicBezTo>
                        <a:pt x="0" y="432"/>
                        <a:pt x="385" y="747"/>
                        <a:pt x="921" y="910"/>
                      </a:cubicBezTo>
                      <a:cubicBezTo>
                        <a:pt x="1133" y="973"/>
                        <a:pt x="1337" y="1003"/>
                        <a:pt x="1511" y="1003"/>
                      </a:cubicBezTo>
                      <a:cubicBezTo>
                        <a:pt x="1785" y="1003"/>
                        <a:pt x="1985" y="929"/>
                        <a:pt x="2028" y="794"/>
                      </a:cubicBezTo>
                      <a:cubicBezTo>
                        <a:pt x="2098" y="560"/>
                        <a:pt x="1702" y="257"/>
                        <a:pt x="1166" y="94"/>
                      </a:cubicBezTo>
                      <a:cubicBezTo>
                        <a:pt x="953" y="31"/>
                        <a:pt x="749" y="1"/>
                        <a:pt x="576" y="1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</a:p>
              </p:txBody>
            </p:sp>
            <p:sp>
              <p:nvSpPr>
                <p:cNvPr id="2219" name="Google Shape;2219;p76"/>
                <p:cNvSpPr/>
                <p:nvPr/>
              </p:nvSpPr>
              <p:spPr>
                <a:xfrm>
                  <a:off x="3668250" y="2152550"/>
                  <a:ext cx="44000" cy="758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60" h="3032" extrusionOk="0">
                      <a:moveTo>
                        <a:pt x="1234" y="1"/>
                      </a:moveTo>
                      <a:cubicBezTo>
                        <a:pt x="895" y="1"/>
                        <a:pt x="471" y="566"/>
                        <a:pt x="245" y="1329"/>
                      </a:cubicBezTo>
                      <a:cubicBezTo>
                        <a:pt x="0" y="2157"/>
                        <a:pt x="82" y="2914"/>
                        <a:pt x="443" y="3019"/>
                      </a:cubicBezTo>
                      <a:cubicBezTo>
                        <a:pt x="470" y="3027"/>
                        <a:pt x="498" y="3031"/>
                        <a:pt x="526" y="3031"/>
                      </a:cubicBezTo>
                      <a:cubicBezTo>
                        <a:pt x="865" y="3031"/>
                        <a:pt x="1289" y="2466"/>
                        <a:pt x="1515" y="1702"/>
                      </a:cubicBezTo>
                      <a:cubicBezTo>
                        <a:pt x="1760" y="875"/>
                        <a:pt x="1678" y="117"/>
                        <a:pt x="1317" y="13"/>
                      </a:cubicBezTo>
                      <a:cubicBezTo>
                        <a:pt x="1290" y="4"/>
                        <a:pt x="1263" y="1"/>
                        <a:pt x="1234" y="1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</a:p>
              </p:txBody>
            </p:sp>
            <p:sp>
              <p:nvSpPr>
                <p:cNvPr id="2220" name="Google Shape;2220;p76"/>
                <p:cNvSpPr/>
                <p:nvPr/>
              </p:nvSpPr>
              <p:spPr>
                <a:xfrm>
                  <a:off x="3661825" y="2244625"/>
                  <a:ext cx="52175" cy="250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87" h="1003" extrusionOk="0">
                      <a:moveTo>
                        <a:pt x="576" y="1"/>
                      </a:moveTo>
                      <a:cubicBezTo>
                        <a:pt x="302" y="1"/>
                        <a:pt x="102" y="75"/>
                        <a:pt x="59" y="210"/>
                      </a:cubicBezTo>
                      <a:cubicBezTo>
                        <a:pt x="1" y="443"/>
                        <a:pt x="385" y="746"/>
                        <a:pt x="922" y="910"/>
                      </a:cubicBezTo>
                      <a:cubicBezTo>
                        <a:pt x="1134" y="973"/>
                        <a:pt x="1338" y="1003"/>
                        <a:pt x="1512" y="1003"/>
                      </a:cubicBezTo>
                      <a:cubicBezTo>
                        <a:pt x="1786" y="1003"/>
                        <a:pt x="1986" y="929"/>
                        <a:pt x="2029" y="793"/>
                      </a:cubicBezTo>
                      <a:cubicBezTo>
                        <a:pt x="2087" y="572"/>
                        <a:pt x="1702" y="257"/>
                        <a:pt x="1166" y="94"/>
                      </a:cubicBezTo>
                      <a:cubicBezTo>
                        <a:pt x="954" y="30"/>
                        <a:pt x="750" y="1"/>
                        <a:pt x="576" y="1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</a:p>
              </p:txBody>
            </p:sp>
          </p:grpSp>
          <p:grpSp>
            <p:nvGrpSpPr>
              <p:cNvPr id="2221" name="Google Shape;2221;p76"/>
              <p:cNvGrpSpPr/>
              <p:nvPr/>
            </p:nvGrpSpPr>
            <p:grpSpPr>
              <a:xfrm rot="-2937323">
                <a:off x="5494747" y="3989309"/>
                <a:ext cx="298011" cy="211459"/>
                <a:chOff x="3491400" y="2111750"/>
                <a:chExt cx="222600" cy="157950"/>
              </a:xfrm>
            </p:grpSpPr>
            <p:sp>
              <p:nvSpPr>
                <p:cNvPr id="2222" name="Google Shape;2222;p76"/>
                <p:cNvSpPr/>
                <p:nvPr/>
              </p:nvSpPr>
              <p:spPr>
                <a:xfrm>
                  <a:off x="3595700" y="2170900"/>
                  <a:ext cx="42375" cy="281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95" h="1125" extrusionOk="0">
                      <a:moveTo>
                        <a:pt x="388" y="1"/>
                      </a:moveTo>
                      <a:cubicBezTo>
                        <a:pt x="379" y="1"/>
                        <a:pt x="370" y="4"/>
                        <a:pt x="362" y="13"/>
                      </a:cubicBezTo>
                      <a:cubicBezTo>
                        <a:pt x="0" y="351"/>
                        <a:pt x="233" y="992"/>
                        <a:pt x="676" y="1108"/>
                      </a:cubicBezTo>
                      <a:cubicBezTo>
                        <a:pt x="717" y="1119"/>
                        <a:pt x="760" y="1124"/>
                        <a:pt x="805" y="1124"/>
                      </a:cubicBezTo>
                      <a:cubicBezTo>
                        <a:pt x="1196" y="1124"/>
                        <a:pt x="1694" y="735"/>
                        <a:pt x="1527" y="327"/>
                      </a:cubicBezTo>
                      <a:cubicBezTo>
                        <a:pt x="1513" y="304"/>
                        <a:pt x="1489" y="294"/>
                        <a:pt x="1465" y="294"/>
                      </a:cubicBezTo>
                      <a:cubicBezTo>
                        <a:pt x="1428" y="294"/>
                        <a:pt x="1389" y="316"/>
                        <a:pt x="1376" y="351"/>
                      </a:cubicBezTo>
                      <a:cubicBezTo>
                        <a:pt x="1329" y="502"/>
                        <a:pt x="1329" y="630"/>
                        <a:pt x="1224" y="759"/>
                      </a:cubicBezTo>
                      <a:cubicBezTo>
                        <a:pt x="1116" y="867"/>
                        <a:pt x="975" y="942"/>
                        <a:pt x="829" y="942"/>
                      </a:cubicBezTo>
                      <a:cubicBezTo>
                        <a:pt x="801" y="942"/>
                        <a:pt x="774" y="939"/>
                        <a:pt x="746" y="933"/>
                      </a:cubicBezTo>
                      <a:cubicBezTo>
                        <a:pt x="362" y="852"/>
                        <a:pt x="280" y="374"/>
                        <a:pt x="420" y="71"/>
                      </a:cubicBezTo>
                      <a:cubicBezTo>
                        <a:pt x="437" y="36"/>
                        <a:pt x="415" y="1"/>
                        <a:pt x="388" y="1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</a:p>
              </p:txBody>
            </p:sp>
            <p:sp>
              <p:nvSpPr>
                <p:cNvPr id="2223" name="Google Shape;2223;p76"/>
                <p:cNvSpPr/>
                <p:nvPr/>
              </p:nvSpPr>
              <p:spPr>
                <a:xfrm>
                  <a:off x="3529550" y="2111750"/>
                  <a:ext cx="44325" cy="758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73" h="3032" extrusionOk="0">
                      <a:moveTo>
                        <a:pt x="1246" y="1"/>
                      </a:moveTo>
                      <a:cubicBezTo>
                        <a:pt x="906" y="1"/>
                        <a:pt x="471" y="566"/>
                        <a:pt x="246" y="1330"/>
                      </a:cubicBezTo>
                      <a:cubicBezTo>
                        <a:pt x="1" y="2157"/>
                        <a:pt x="94" y="2915"/>
                        <a:pt x="444" y="3020"/>
                      </a:cubicBezTo>
                      <a:cubicBezTo>
                        <a:pt x="471" y="3028"/>
                        <a:pt x="500" y="3032"/>
                        <a:pt x="529" y="3032"/>
                      </a:cubicBezTo>
                      <a:cubicBezTo>
                        <a:pt x="877" y="3032"/>
                        <a:pt x="1302" y="2467"/>
                        <a:pt x="1528" y="1703"/>
                      </a:cubicBezTo>
                      <a:cubicBezTo>
                        <a:pt x="1772" y="875"/>
                        <a:pt x="1679" y="118"/>
                        <a:pt x="1329" y="13"/>
                      </a:cubicBezTo>
                      <a:cubicBezTo>
                        <a:pt x="1302" y="5"/>
                        <a:pt x="1275" y="1"/>
                        <a:pt x="1246" y="1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</a:p>
              </p:txBody>
            </p:sp>
            <p:sp>
              <p:nvSpPr>
                <p:cNvPr id="2224" name="Google Shape;2224;p76"/>
                <p:cNvSpPr/>
                <p:nvPr/>
              </p:nvSpPr>
              <p:spPr>
                <a:xfrm>
                  <a:off x="3491400" y="2194500"/>
                  <a:ext cx="52450" cy="251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98" h="1004" extrusionOk="0">
                      <a:moveTo>
                        <a:pt x="576" y="1"/>
                      </a:moveTo>
                      <a:cubicBezTo>
                        <a:pt x="303" y="1"/>
                        <a:pt x="106" y="75"/>
                        <a:pt x="70" y="211"/>
                      </a:cubicBezTo>
                      <a:cubicBezTo>
                        <a:pt x="0" y="432"/>
                        <a:pt x="385" y="747"/>
                        <a:pt x="921" y="910"/>
                      </a:cubicBezTo>
                      <a:cubicBezTo>
                        <a:pt x="1133" y="973"/>
                        <a:pt x="1337" y="1003"/>
                        <a:pt x="1511" y="1003"/>
                      </a:cubicBezTo>
                      <a:cubicBezTo>
                        <a:pt x="1785" y="1003"/>
                        <a:pt x="1985" y="929"/>
                        <a:pt x="2028" y="794"/>
                      </a:cubicBezTo>
                      <a:cubicBezTo>
                        <a:pt x="2098" y="560"/>
                        <a:pt x="1702" y="257"/>
                        <a:pt x="1166" y="94"/>
                      </a:cubicBezTo>
                      <a:cubicBezTo>
                        <a:pt x="953" y="31"/>
                        <a:pt x="749" y="1"/>
                        <a:pt x="576" y="1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</a:p>
              </p:txBody>
            </p:sp>
            <p:sp>
              <p:nvSpPr>
                <p:cNvPr id="2225" name="Google Shape;2225;p76"/>
                <p:cNvSpPr/>
                <p:nvPr/>
              </p:nvSpPr>
              <p:spPr>
                <a:xfrm>
                  <a:off x="3668250" y="2152550"/>
                  <a:ext cx="44000" cy="758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60" h="3032" extrusionOk="0">
                      <a:moveTo>
                        <a:pt x="1234" y="1"/>
                      </a:moveTo>
                      <a:cubicBezTo>
                        <a:pt x="895" y="1"/>
                        <a:pt x="471" y="566"/>
                        <a:pt x="245" y="1329"/>
                      </a:cubicBezTo>
                      <a:cubicBezTo>
                        <a:pt x="0" y="2157"/>
                        <a:pt x="82" y="2914"/>
                        <a:pt x="443" y="3019"/>
                      </a:cubicBezTo>
                      <a:cubicBezTo>
                        <a:pt x="470" y="3027"/>
                        <a:pt x="498" y="3031"/>
                        <a:pt x="526" y="3031"/>
                      </a:cubicBezTo>
                      <a:cubicBezTo>
                        <a:pt x="865" y="3031"/>
                        <a:pt x="1289" y="2466"/>
                        <a:pt x="1515" y="1702"/>
                      </a:cubicBezTo>
                      <a:cubicBezTo>
                        <a:pt x="1760" y="875"/>
                        <a:pt x="1678" y="117"/>
                        <a:pt x="1317" y="13"/>
                      </a:cubicBezTo>
                      <a:cubicBezTo>
                        <a:pt x="1290" y="4"/>
                        <a:pt x="1263" y="1"/>
                        <a:pt x="1234" y="1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</a:p>
              </p:txBody>
            </p:sp>
            <p:sp>
              <p:nvSpPr>
                <p:cNvPr id="2226" name="Google Shape;2226;p76"/>
                <p:cNvSpPr/>
                <p:nvPr/>
              </p:nvSpPr>
              <p:spPr>
                <a:xfrm>
                  <a:off x="3661825" y="2244625"/>
                  <a:ext cx="52175" cy="250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87" h="1003" extrusionOk="0">
                      <a:moveTo>
                        <a:pt x="576" y="1"/>
                      </a:moveTo>
                      <a:cubicBezTo>
                        <a:pt x="302" y="1"/>
                        <a:pt x="102" y="75"/>
                        <a:pt x="59" y="210"/>
                      </a:cubicBezTo>
                      <a:cubicBezTo>
                        <a:pt x="1" y="443"/>
                        <a:pt x="385" y="746"/>
                        <a:pt x="922" y="910"/>
                      </a:cubicBezTo>
                      <a:cubicBezTo>
                        <a:pt x="1134" y="973"/>
                        <a:pt x="1338" y="1003"/>
                        <a:pt x="1512" y="1003"/>
                      </a:cubicBezTo>
                      <a:cubicBezTo>
                        <a:pt x="1786" y="1003"/>
                        <a:pt x="1986" y="929"/>
                        <a:pt x="2029" y="793"/>
                      </a:cubicBezTo>
                      <a:cubicBezTo>
                        <a:pt x="2087" y="572"/>
                        <a:pt x="1702" y="257"/>
                        <a:pt x="1166" y="94"/>
                      </a:cubicBezTo>
                      <a:cubicBezTo>
                        <a:pt x="954" y="30"/>
                        <a:pt x="750" y="1"/>
                        <a:pt x="576" y="1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</a:p>
              </p:txBody>
            </p:sp>
          </p:grpSp>
        </p:grpSp>
      </p:grpSp>
      <p:grpSp>
        <p:nvGrpSpPr>
          <p:cNvPr id="2227" name="Google Shape;2227;p76"/>
          <p:cNvGrpSpPr/>
          <p:nvPr/>
        </p:nvGrpSpPr>
        <p:grpSpPr>
          <a:xfrm>
            <a:off x="6770344" y="3637128"/>
            <a:ext cx="1495621" cy="1291831"/>
            <a:chOff x="5614619" y="2740966"/>
            <a:chExt cx="1495621" cy="1291831"/>
          </a:xfrm>
        </p:grpSpPr>
        <p:sp>
          <p:nvSpPr>
            <p:cNvPr id="2228" name="Google Shape;2228;p76"/>
            <p:cNvSpPr/>
            <p:nvPr/>
          </p:nvSpPr>
          <p:spPr>
            <a:xfrm>
              <a:off x="5614619" y="3232736"/>
              <a:ext cx="233570" cy="259568"/>
            </a:xfrm>
            <a:custGeom>
              <a:avLst/>
              <a:gdLst/>
              <a:ahLst/>
              <a:cxnLst/>
              <a:rect l="l" t="t" r="r" b="b"/>
              <a:pathLst>
                <a:path w="7349" h="8167" extrusionOk="0">
                  <a:moveTo>
                    <a:pt x="2648" y="0"/>
                  </a:moveTo>
                  <a:cubicBezTo>
                    <a:pt x="2113" y="0"/>
                    <a:pt x="1614" y="173"/>
                    <a:pt x="1262" y="512"/>
                  </a:cubicBezTo>
                  <a:cubicBezTo>
                    <a:pt x="453" y="1275"/>
                    <a:pt x="0" y="2275"/>
                    <a:pt x="96" y="3394"/>
                  </a:cubicBezTo>
                  <a:cubicBezTo>
                    <a:pt x="286" y="5466"/>
                    <a:pt x="1644" y="7442"/>
                    <a:pt x="3882" y="8038"/>
                  </a:cubicBezTo>
                  <a:cubicBezTo>
                    <a:pt x="4194" y="8124"/>
                    <a:pt x="4508" y="8167"/>
                    <a:pt x="4812" y="8167"/>
                  </a:cubicBezTo>
                  <a:cubicBezTo>
                    <a:pt x="6181" y="8167"/>
                    <a:pt x="7348" y="7306"/>
                    <a:pt x="7192" y="5728"/>
                  </a:cubicBezTo>
                  <a:cubicBezTo>
                    <a:pt x="7002" y="3513"/>
                    <a:pt x="6002" y="1751"/>
                    <a:pt x="4192" y="489"/>
                  </a:cubicBezTo>
                  <a:cubicBezTo>
                    <a:pt x="3712" y="161"/>
                    <a:pt x="3164" y="0"/>
                    <a:pt x="2648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229" name="Google Shape;2229;p76"/>
            <p:cNvSpPr/>
            <p:nvPr/>
          </p:nvSpPr>
          <p:spPr>
            <a:xfrm>
              <a:off x="5985489" y="3413038"/>
              <a:ext cx="243740" cy="219522"/>
            </a:xfrm>
            <a:custGeom>
              <a:avLst/>
              <a:gdLst/>
              <a:ahLst/>
              <a:cxnLst/>
              <a:rect l="l" t="t" r="r" b="b"/>
              <a:pathLst>
                <a:path w="7669" h="6907" extrusionOk="0">
                  <a:moveTo>
                    <a:pt x="2579" y="0"/>
                  </a:moveTo>
                  <a:cubicBezTo>
                    <a:pt x="1203" y="0"/>
                    <a:pt x="0" y="1093"/>
                    <a:pt x="0" y="2436"/>
                  </a:cubicBezTo>
                  <a:cubicBezTo>
                    <a:pt x="0" y="3151"/>
                    <a:pt x="215" y="3960"/>
                    <a:pt x="643" y="4675"/>
                  </a:cubicBezTo>
                  <a:cubicBezTo>
                    <a:pt x="1361" y="5791"/>
                    <a:pt x="2761" y="6906"/>
                    <a:pt x="4274" y="6906"/>
                  </a:cubicBezTo>
                  <a:cubicBezTo>
                    <a:pt x="4569" y="6906"/>
                    <a:pt x="4869" y="6864"/>
                    <a:pt x="5168" y="6770"/>
                  </a:cubicBezTo>
                  <a:cubicBezTo>
                    <a:pt x="6859" y="6247"/>
                    <a:pt x="7669" y="4794"/>
                    <a:pt x="6930" y="3198"/>
                  </a:cubicBezTo>
                  <a:cubicBezTo>
                    <a:pt x="6168" y="1627"/>
                    <a:pt x="4954" y="483"/>
                    <a:pt x="3215" y="79"/>
                  </a:cubicBezTo>
                  <a:cubicBezTo>
                    <a:pt x="3002" y="25"/>
                    <a:pt x="2789" y="0"/>
                    <a:pt x="2579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230" name="Google Shape;2230;p76"/>
            <p:cNvSpPr/>
            <p:nvPr/>
          </p:nvSpPr>
          <p:spPr>
            <a:xfrm>
              <a:off x="5884071" y="2740966"/>
              <a:ext cx="218759" cy="222064"/>
            </a:xfrm>
            <a:custGeom>
              <a:avLst/>
              <a:gdLst/>
              <a:ahLst/>
              <a:cxnLst/>
              <a:rect l="l" t="t" r="r" b="b"/>
              <a:pathLst>
                <a:path w="6883" h="6987" extrusionOk="0">
                  <a:moveTo>
                    <a:pt x="3502" y="0"/>
                  </a:moveTo>
                  <a:cubicBezTo>
                    <a:pt x="2862" y="0"/>
                    <a:pt x="2233" y="161"/>
                    <a:pt x="1643" y="482"/>
                  </a:cubicBezTo>
                  <a:cubicBezTo>
                    <a:pt x="643" y="1030"/>
                    <a:pt x="0" y="2364"/>
                    <a:pt x="381" y="3340"/>
                  </a:cubicBezTo>
                  <a:cubicBezTo>
                    <a:pt x="1000" y="4983"/>
                    <a:pt x="2120" y="6174"/>
                    <a:pt x="3811" y="6793"/>
                  </a:cubicBezTo>
                  <a:cubicBezTo>
                    <a:pt x="4163" y="6925"/>
                    <a:pt x="4487" y="6986"/>
                    <a:pt x="4780" y="6986"/>
                  </a:cubicBezTo>
                  <a:cubicBezTo>
                    <a:pt x="5817" y="6986"/>
                    <a:pt x="6485" y="6218"/>
                    <a:pt x="6764" y="5031"/>
                  </a:cubicBezTo>
                  <a:cubicBezTo>
                    <a:pt x="6811" y="4769"/>
                    <a:pt x="6764" y="4507"/>
                    <a:pt x="6764" y="4269"/>
                  </a:cubicBezTo>
                  <a:cubicBezTo>
                    <a:pt x="6883" y="3435"/>
                    <a:pt x="6645" y="2673"/>
                    <a:pt x="6311" y="1959"/>
                  </a:cubicBezTo>
                  <a:cubicBezTo>
                    <a:pt x="5882" y="1006"/>
                    <a:pt x="5239" y="220"/>
                    <a:pt x="4144" y="54"/>
                  </a:cubicBezTo>
                  <a:cubicBezTo>
                    <a:pt x="3930" y="18"/>
                    <a:pt x="3715" y="0"/>
                    <a:pt x="3502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231" name="Google Shape;2231;p76"/>
            <p:cNvSpPr/>
            <p:nvPr/>
          </p:nvSpPr>
          <p:spPr>
            <a:xfrm>
              <a:off x="6513046" y="3075190"/>
              <a:ext cx="249779" cy="202200"/>
            </a:xfrm>
            <a:custGeom>
              <a:avLst/>
              <a:gdLst/>
              <a:ahLst/>
              <a:cxnLst/>
              <a:rect l="l" t="t" r="r" b="b"/>
              <a:pathLst>
                <a:path w="7859" h="6362" extrusionOk="0">
                  <a:moveTo>
                    <a:pt x="2811" y="0"/>
                  </a:moveTo>
                  <a:cubicBezTo>
                    <a:pt x="2016" y="0"/>
                    <a:pt x="1274" y="376"/>
                    <a:pt x="715" y="1064"/>
                  </a:cubicBezTo>
                  <a:cubicBezTo>
                    <a:pt x="0" y="1945"/>
                    <a:pt x="0" y="3064"/>
                    <a:pt x="810" y="4160"/>
                  </a:cubicBezTo>
                  <a:cubicBezTo>
                    <a:pt x="1874" y="5571"/>
                    <a:pt x="3275" y="6353"/>
                    <a:pt x="5057" y="6353"/>
                  </a:cubicBezTo>
                  <a:cubicBezTo>
                    <a:pt x="5109" y="6353"/>
                    <a:pt x="5162" y="6352"/>
                    <a:pt x="5215" y="6351"/>
                  </a:cubicBezTo>
                  <a:cubicBezTo>
                    <a:pt x="5358" y="6351"/>
                    <a:pt x="5512" y="6361"/>
                    <a:pt x="5662" y="6361"/>
                  </a:cubicBezTo>
                  <a:cubicBezTo>
                    <a:pt x="5737" y="6361"/>
                    <a:pt x="5811" y="6359"/>
                    <a:pt x="5882" y="6351"/>
                  </a:cubicBezTo>
                  <a:cubicBezTo>
                    <a:pt x="7240" y="6255"/>
                    <a:pt x="7859" y="5303"/>
                    <a:pt x="7454" y="4041"/>
                  </a:cubicBezTo>
                  <a:cubicBezTo>
                    <a:pt x="6883" y="2278"/>
                    <a:pt x="5668" y="1040"/>
                    <a:pt x="4001" y="278"/>
                  </a:cubicBezTo>
                  <a:cubicBezTo>
                    <a:pt x="3602" y="90"/>
                    <a:pt x="3200" y="0"/>
                    <a:pt x="2811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232" name="Google Shape;2232;p76"/>
            <p:cNvSpPr/>
            <p:nvPr/>
          </p:nvSpPr>
          <p:spPr>
            <a:xfrm>
              <a:off x="6376795" y="3405887"/>
              <a:ext cx="229470" cy="191839"/>
            </a:xfrm>
            <a:custGeom>
              <a:avLst/>
              <a:gdLst/>
              <a:ahLst/>
              <a:cxnLst/>
              <a:rect l="l" t="t" r="r" b="b"/>
              <a:pathLst>
                <a:path w="7220" h="6036" extrusionOk="0">
                  <a:moveTo>
                    <a:pt x="2204" y="1"/>
                  </a:moveTo>
                  <a:cubicBezTo>
                    <a:pt x="1854" y="1"/>
                    <a:pt x="1482" y="140"/>
                    <a:pt x="1144" y="280"/>
                  </a:cubicBezTo>
                  <a:cubicBezTo>
                    <a:pt x="477" y="566"/>
                    <a:pt x="1" y="1399"/>
                    <a:pt x="96" y="2114"/>
                  </a:cubicBezTo>
                  <a:cubicBezTo>
                    <a:pt x="429" y="4424"/>
                    <a:pt x="1858" y="5829"/>
                    <a:pt x="4049" y="6019"/>
                  </a:cubicBezTo>
                  <a:cubicBezTo>
                    <a:pt x="4166" y="6030"/>
                    <a:pt x="4282" y="6036"/>
                    <a:pt x="4395" y="6036"/>
                  </a:cubicBezTo>
                  <a:cubicBezTo>
                    <a:pt x="5995" y="6036"/>
                    <a:pt x="7220" y="4946"/>
                    <a:pt x="6597" y="2923"/>
                  </a:cubicBezTo>
                  <a:cubicBezTo>
                    <a:pt x="6168" y="1518"/>
                    <a:pt x="4478" y="42"/>
                    <a:pt x="2406" y="18"/>
                  </a:cubicBezTo>
                  <a:cubicBezTo>
                    <a:pt x="2340" y="6"/>
                    <a:pt x="2272" y="1"/>
                    <a:pt x="2204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233" name="Google Shape;2233;p76"/>
            <p:cNvSpPr/>
            <p:nvPr/>
          </p:nvSpPr>
          <p:spPr>
            <a:xfrm>
              <a:off x="6099715" y="3104208"/>
              <a:ext cx="178713" cy="173119"/>
            </a:xfrm>
            <a:custGeom>
              <a:avLst/>
              <a:gdLst/>
              <a:ahLst/>
              <a:cxnLst/>
              <a:rect l="l" t="t" r="r" b="b"/>
              <a:pathLst>
                <a:path w="5623" h="5447" extrusionOk="0">
                  <a:moveTo>
                    <a:pt x="2987" y="1"/>
                  </a:moveTo>
                  <a:cubicBezTo>
                    <a:pt x="2618" y="1"/>
                    <a:pt x="2239" y="92"/>
                    <a:pt x="1860" y="246"/>
                  </a:cubicBezTo>
                  <a:cubicBezTo>
                    <a:pt x="955" y="651"/>
                    <a:pt x="336" y="1246"/>
                    <a:pt x="193" y="2318"/>
                  </a:cubicBezTo>
                  <a:cubicBezTo>
                    <a:pt x="0" y="3988"/>
                    <a:pt x="1926" y="5447"/>
                    <a:pt x="3441" y="5447"/>
                  </a:cubicBezTo>
                  <a:cubicBezTo>
                    <a:pt x="3611" y="5447"/>
                    <a:pt x="3776" y="5428"/>
                    <a:pt x="3932" y="5390"/>
                  </a:cubicBezTo>
                  <a:cubicBezTo>
                    <a:pt x="5051" y="5080"/>
                    <a:pt x="5623" y="4390"/>
                    <a:pt x="5623" y="3342"/>
                  </a:cubicBezTo>
                  <a:cubicBezTo>
                    <a:pt x="5623" y="2127"/>
                    <a:pt x="5170" y="1246"/>
                    <a:pt x="4384" y="556"/>
                  </a:cubicBezTo>
                  <a:cubicBezTo>
                    <a:pt x="3950" y="162"/>
                    <a:pt x="3477" y="1"/>
                    <a:pt x="2987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234" name="Google Shape;2234;p76"/>
            <p:cNvSpPr/>
            <p:nvPr/>
          </p:nvSpPr>
          <p:spPr>
            <a:xfrm>
              <a:off x="5900121" y="3798306"/>
              <a:ext cx="164125" cy="145564"/>
            </a:xfrm>
            <a:custGeom>
              <a:avLst/>
              <a:gdLst/>
              <a:ahLst/>
              <a:cxnLst/>
              <a:rect l="l" t="t" r="r" b="b"/>
              <a:pathLst>
                <a:path w="5164" h="4580" extrusionOk="0">
                  <a:moveTo>
                    <a:pt x="2026" y="0"/>
                  </a:moveTo>
                  <a:cubicBezTo>
                    <a:pt x="859" y="0"/>
                    <a:pt x="0" y="1133"/>
                    <a:pt x="424" y="2341"/>
                  </a:cubicBezTo>
                  <a:cubicBezTo>
                    <a:pt x="877" y="3626"/>
                    <a:pt x="1758" y="4460"/>
                    <a:pt x="3187" y="4579"/>
                  </a:cubicBezTo>
                  <a:cubicBezTo>
                    <a:pt x="4020" y="4484"/>
                    <a:pt x="4639" y="4079"/>
                    <a:pt x="5163" y="3460"/>
                  </a:cubicBezTo>
                  <a:cubicBezTo>
                    <a:pt x="5139" y="3222"/>
                    <a:pt x="5163" y="3007"/>
                    <a:pt x="5115" y="2793"/>
                  </a:cubicBezTo>
                  <a:cubicBezTo>
                    <a:pt x="4806" y="1340"/>
                    <a:pt x="3901" y="412"/>
                    <a:pt x="2472" y="54"/>
                  </a:cubicBezTo>
                  <a:cubicBezTo>
                    <a:pt x="2320" y="18"/>
                    <a:pt x="2171" y="0"/>
                    <a:pt x="2026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235" name="Google Shape;2235;p76"/>
            <p:cNvSpPr/>
            <p:nvPr/>
          </p:nvSpPr>
          <p:spPr>
            <a:xfrm>
              <a:off x="6873301" y="3460045"/>
              <a:ext cx="236939" cy="186690"/>
            </a:xfrm>
            <a:custGeom>
              <a:avLst/>
              <a:gdLst/>
              <a:ahLst/>
              <a:cxnLst/>
              <a:rect l="l" t="t" r="r" b="b"/>
              <a:pathLst>
                <a:path w="7455" h="5874" extrusionOk="0">
                  <a:moveTo>
                    <a:pt x="3176" y="1"/>
                  </a:moveTo>
                  <a:cubicBezTo>
                    <a:pt x="2331" y="1"/>
                    <a:pt x="1547" y="476"/>
                    <a:pt x="882" y="1434"/>
                  </a:cubicBezTo>
                  <a:cubicBezTo>
                    <a:pt x="1" y="2648"/>
                    <a:pt x="239" y="3982"/>
                    <a:pt x="1501" y="4815"/>
                  </a:cubicBezTo>
                  <a:cubicBezTo>
                    <a:pt x="2644" y="5577"/>
                    <a:pt x="3954" y="5815"/>
                    <a:pt x="5311" y="5863"/>
                  </a:cubicBezTo>
                  <a:cubicBezTo>
                    <a:pt x="5438" y="5863"/>
                    <a:pt x="5565" y="5874"/>
                    <a:pt x="5685" y="5874"/>
                  </a:cubicBezTo>
                  <a:cubicBezTo>
                    <a:pt x="5745" y="5874"/>
                    <a:pt x="5804" y="5871"/>
                    <a:pt x="5859" y="5863"/>
                  </a:cubicBezTo>
                  <a:cubicBezTo>
                    <a:pt x="7026" y="5768"/>
                    <a:pt x="7455" y="5268"/>
                    <a:pt x="7336" y="4101"/>
                  </a:cubicBezTo>
                  <a:cubicBezTo>
                    <a:pt x="7288" y="3863"/>
                    <a:pt x="7217" y="3601"/>
                    <a:pt x="7121" y="3363"/>
                  </a:cubicBezTo>
                  <a:cubicBezTo>
                    <a:pt x="6764" y="2338"/>
                    <a:pt x="6074" y="1576"/>
                    <a:pt x="5264" y="886"/>
                  </a:cubicBezTo>
                  <a:cubicBezTo>
                    <a:pt x="4549" y="297"/>
                    <a:pt x="3844" y="1"/>
                    <a:pt x="3176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236" name="Google Shape;2236;p76"/>
            <p:cNvSpPr/>
            <p:nvPr/>
          </p:nvSpPr>
          <p:spPr>
            <a:xfrm>
              <a:off x="6360141" y="3860981"/>
              <a:ext cx="180938" cy="171816"/>
            </a:xfrm>
            <a:custGeom>
              <a:avLst/>
              <a:gdLst/>
              <a:ahLst/>
              <a:cxnLst/>
              <a:rect l="l" t="t" r="r" b="b"/>
              <a:pathLst>
                <a:path w="5693" h="5406" extrusionOk="0">
                  <a:moveTo>
                    <a:pt x="2939" y="1"/>
                  </a:moveTo>
                  <a:cubicBezTo>
                    <a:pt x="2400" y="1"/>
                    <a:pt x="1842" y="186"/>
                    <a:pt x="1310" y="559"/>
                  </a:cubicBezTo>
                  <a:cubicBezTo>
                    <a:pt x="310" y="1250"/>
                    <a:pt x="1" y="2393"/>
                    <a:pt x="477" y="3512"/>
                  </a:cubicBezTo>
                  <a:cubicBezTo>
                    <a:pt x="943" y="4665"/>
                    <a:pt x="2131" y="5406"/>
                    <a:pt x="3447" y="5406"/>
                  </a:cubicBezTo>
                  <a:cubicBezTo>
                    <a:pt x="3544" y="5406"/>
                    <a:pt x="3641" y="5402"/>
                    <a:pt x="3739" y="5393"/>
                  </a:cubicBezTo>
                  <a:cubicBezTo>
                    <a:pt x="5049" y="5298"/>
                    <a:pt x="5692" y="4607"/>
                    <a:pt x="5692" y="3298"/>
                  </a:cubicBezTo>
                  <a:cubicBezTo>
                    <a:pt x="5692" y="2321"/>
                    <a:pt x="5287" y="1321"/>
                    <a:pt x="4597" y="678"/>
                  </a:cubicBezTo>
                  <a:cubicBezTo>
                    <a:pt x="4109" y="228"/>
                    <a:pt x="3535" y="1"/>
                    <a:pt x="2939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237" name="Google Shape;2237;p76"/>
            <p:cNvSpPr/>
            <p:nvPr/>
          </p:nvSpPr>
          <p:spPr>
            <a:xfrm>
              <a:off x="6799121" y="3820808"/>
              <a:ext cx="156720" cy="160819"/>
            </a:xfrm>
            <a:custGeom>
              <a:avLst/>
              <a:gdLst/>
              <a:ahLst/>
              <a:cxnLst/>
              <a:rect l="l" t="t" r="r" b="b"/>
              <a:pathLst>
                <a:path w="4931" h="5060" extrusionOk="0">
                  <a:moveTo>
                    <a:pt x="2551" y="0"/>
                  </a:moveTo>
                  <a:cubicBezTo>
                    <a:pt x="2088" y="0"/>
                    <a:pt x="1601" y="147"/>
                    <a:pt x="1144" y="442"/>
                  </a:cubicBezTo>
                  <a:cubicBezTo>
                    <a:pt x="215" y="1013"/>
                    <a:pt x="1" y="1894"/>
                    <a:pt x="525" y="2966"/>
                  </a:cubicBezTo>
                  <a:cubicBezTo>
                    <a:pt x="954" y="3895"/>
                    <a:pt x="1692" y="4490"/>
                    <a:pt x="2621" y="4895"/>
                  </a:cubicBezTo>
                  <a:cubicBezTo>
                    <a:pt x="2887" y="5005"/>
                    <a:pt x="3137" y="5059"/>
                    <a:pt x="3368" y="5059"/>
                  </a:cubicBezTo>
                  <a:cubicBezTo>
                    <a:pt x="3986" y="5059"/>
                    <a:pt x="4469" y="4677"/>
                    <a:pt x="4764" y="3966"/>
                  </a:cubicBezTo>
                  <a:cubicBezTo>
                    <a:pt x="4883" y="3633"/>
                    <a:pt x="4907" y="3300"/>
                    <a:pt x="4907" y="2966"/>
                  </a:cubicBezTo>
                  <a:cubicBezTo>
                    <a:pt x="4931" y="2156"/>
                    <a:pt x="4597" y="1442"/>
                    <a:pt x="4145" y="799"/>
                  </a:cubicBezTo>
                  <a:cubicBezTo>
                    <a:pt x="3749" y="266"/>
                    <a:pt x="3172" y="0"/>
                    <a:pt x="2551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grpSp>
        <p:nvGrpSpPr>
          <p:cNvPr id="2238" name="Google Shape;2238;p76"/>
          <p:cNvGrpSpPr/>
          <p:nvPr/>
        </p:nvGrpSpPr>
        <p:grpSpPr>
          <a:xfrm>
            <a:off x="7980585" y="449933"/>
            <a:ext cx="896625" cy="1765445"/>
            <a:chOff x="7980585" y="449933"/>
            <a:chExt cx="896625" cy="1765445"/>
          </a:xfrm>
        </p:grpSpPr>
        <p:grpSp>
          <p:nvGrpSpPr>
            <p:cNvPr id="2239" name="Google Shape;2239;p76"/>
            <p:cNvGrpSpPr/>
            <p:nvPr/>
          </p:nvGrpSpPr>
          <p:grpSpPr>
            <a:xfrm>
              <a:off x="7980585" y="449933"/>
              <a:ext cx="896625" cy="1765445"/>
              <a:chOff x="1867950" y="2589000"/>
              <a:chExt cx="563525" cy="1109575"/>
            </a:xfrm>
          </p:grpSpPr>
          <p:sp>
            <p:nvSpPr>
              <p:cNvPr id="2240" name="Google Shape;2240;p76"/>
              <p:cNvSpPr/>
              <p:nvPr/>
            </p:nvSpPr>
            <p:spPr>
              <a:xfrm>
                <a:off x="1975175" y="3489900"/>
                <a:ext cx="100225" cy="190850"/>
              </a:xfrm>
              <a:custGeom>
                <a:avLst/>
                <a:gdLst/>
                <a:ahLst/>
                <a:cxnLst/>
                <a:rect l="l" t="t" r="r" b="b"/>
                <a:pathLst>
                  <a:path w="4009" h="7634" extrusionOk="0">
                    <a:moveTo>
                      <a:pt x="3798" y="0"/>
                    </a:moveTo>
                    <a:cubicBezTo>
                      <a:pt x="3742" y="0"/>
                      <a:pt x="3685" y="24"/>
                      <a:pt x="3648" y="81"/>
                    </a:cubicBezTo>
                    <a:cubicBezTo>
                      <a:pt x="2972" y="1130"/>
                      <a:pt x="2611" y="2388"/>
                      <a:pt x="2460" y="3612"/>
                    </a:cubicBezTo>
                    <a:cubicBezTo>
                      <a:pt x="2378" y="4300"/>
                      <a:pt x="2366" y="4999"/>
                      <a:pt x="2425" y="5686"/>
                    </a:cubicBezTo>
                    <a:cubicBezTo>
                      <a:pt x="2436" y="5815"/>
                      <a:pt x="2448" y="5943"/>
                      <a:pt x="2460" y="6071"/>
                    </a:cubicBezTo>
                    <a:cubicBezTo>
                      <a:pt x="2144" y="5807"/>
                      <a:pt x="1707" y="5653"/>
                      <a:pt x="1294" y="5653"/>
                    </a:cubicBezTo>
                    <a:cubicBezTo>
                      <a:pt x="760" y="5653"/>
                      <a:pt x="267" y="5909"/>
                      <a:pt x="129" y="6514"/>
                    </a:cubicBezTo>
                    <a:cubicBezTo>
                      <a:pt x="1" y="7085"/>
                      <a:pt x="443" y="7481"/>
                      <a:pt x="968" y="7586"/>
                    </a:cubicBezTo>
                    <a:cubicBezTo>
                      <a:pt x="1139" y="7618"/>
                      <a:pt x="1316" y="7634"/>
                      <a:pt x="1494" y="7634"/>
                    </a:cubicBezTo>
                    <a:cubicBezTo>
                      <a:pt x="2089" y="7634"/>
                      <a:pt x="2700" y="7460"/>
                      <a:pt x="3194" y="7155"/>
                    </a:cubicBezTo>
                    <a:cubicBezTo>
                      <a:pt x="3345" y="7062"/>
                      <a:pt x="3310" y="6829"/>
                      <a:pt x="3170" y="6759"/>
                    </a:cubicBezTo>
                    <a:cubicBezTo>
                      <a:pt x="3217" y="6327"/>
                      <a:pt x="3054" y="5850"/>
                      <a:pt x="3019" y="5430"/>
                    </a:cubicBezTo>
                    <a:cubicBezTo>
                      <a:pt x="2972" y="4871"/>
                      <a:pt x="2984" y="4300"/>
                      <a:pt x="3031" y="3740"/>
                    </a:cubicBezTo>
                    <a:cubicBezTo>
                      <a:pt x="3147" y="2505"/>
                      <a:pt x="3532" y="1374"/>
                      <a:pt x="3963" y="209"/>
                    </a:cubicBezTo>
                    <a:cubicBezTo>
                      <a:pt x="4009" y="87"/>
                      <a:pt x="3905" y="0"/>
                      <a:pt x="379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2241" name="Google Shape;2241;p76"/>
              <p:cNvSpPr/>
              <p:nvPr/>
            </p:nvSpPr>
            <p:spPr>
              <a:xfrm>
                <a:off x="2228725" y="3509700"/>
                <a:ext cx="106600" cy="188875"/>
              </a:xfrm>
              <a:custGeom>
                <a:avLst/>
                <a:gdLst/>
                <a:ahLst/>
                <a:cxnLst/>
                <a:rect l="l" t="t" r="r" b="b"/>
                <a:pathLst>
                  <a:path w="4264" h="7555" extrusionOk="0">
                    <a:moveTo>
                      <a:pt x="226" y="0"/>
                    </a:moveTo>
                    <a:cubicBezTo>
                      <a:pt x="112" y="0"/>
                      <a:pt x="1" y="94"/>
                      <a:pt x="56" y="221"/>
                    </a:cubicBezTo>
                    <a:cubicBezTo>
                      <a:pt x="534" y="1363"/>
                      <a:pt x="953" y="2482"/>
                      <a:pt x="1116" y="3717"/>
                    </a:cubicBezTo>
                    <a:cubicBezTo>
                      <a:pt x="1186" y="4277"/>
                      <a:pt x="1210" y="4836"/>
                      <a:pt x="1186" y="5396"/>
                    </a:cubicBezTo>
                    <a:cubicBezTo>
                      <a:pt x="1175" y="5827"/>
                      <a:pt x="1023" y="6305"/>
                      <a:pt x="1082" y="6736"/>
                    </a:cubicBezTo>
                    <a:cubicBezTo>
                      <a:pt x="953" y="6806"/>
                      <a:pt x="918" y="7039"/>
                      <a:pt x="1082" y="7132"/>
                    </a:cubicBezTo>
                    <a:cubicBezTo>
                      <a:pt x="1551" y="7400"/>
                      <a:pt x="2117" y="7554"/>
                      <a:pt x="2671" y="7554"/>
                    </a:cubicBezTo>
                    <a:cubicBezTo>
                      <a:pt x="2887" y="7554"/>
                      <a:pt x="3102" y="7531"/>
                      <a:pt x="3307" y="7482"/>
                    </a:cubicBezTo>
                    <a:cubicBezTo>
                      <a:pt x="3832" y="7365"/>
                      <a:pt x="4263" y="6957"/>
                      <a:pt x="4112" y="6386"/>
                    </a:cubicBezTo>
                    <a:cubicBezTo>
                      <a:pt x="3960" y="5810"/>
                      <a:pt x="3487" y="5567"/>
                      <a:pt x="2975" y="5567"/>
                    </a:cubicBezTo>
                    <a:cubicBezTo>
                      <a:pt x="2545" y="5567"/>
                      <a:pt x="2088" y="5738"/>
                      <a:pt x="1769" y="6025"/>
                    </a:cubicBezTo>
                    <a:cubicBezTo>
                      <a:pt x="1781" y="5897"/>
                      <a:pt x="1781" y="5757"/>
                      <a:pt x="1792" y="5640"/>
                    </a:cubicBezTo>
                    <a:cubicBezTo>
                      <a:pt x="1827" y="4941"/>
                      <a:pt x="1792" y="4253"/>
                      <a:pt x="1688" y="3566"/>
                    </a:cubicBezTo>
                    <a:cubicBezTo>
                      <a:pt x="1489" y="2342"/>
                      <a:pt x="1082" y="1095"/>
                      <a:pt x="371" y="70"/>
                    </a:cubicBezTo>
                    <a:cubicBezTo>
                      <a:pt x="333" y="21"/>
                      <a:pt x="279" y="0"/>
                      <a:pt x="226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2242" name="Google Shape;2242;p76"/>
              <p:cNvSpPr/>
              <p:nvPr/>
            </p:nvSpPr>
            <p:spPr>
              <a:xfrm>
                <a:off x="1907575" y="2899750"/>
                <a:ext cx="490975" cy="410775"/>
              </a:xfrm>
              <a:custGeom>
                <a:avLst/>
                <a:gdLst/>
                <a:ahLst/>
                <a:cxnLst/>
                <a:rect l="l" t="t" r="r" b="b"/>
                <a:pathLst>
                  <a:path w="19639" h="16431" extrusionOk="0">
                    <a:moveTo>
                      <a:pt x="11918" y="0"/>
                    </a:moveTo>
                    <a:cubicBezTo>
                      <a:pt x="10698" y="0"/>
                      <a:pt x="9513" y="179"/>
                      <a:pt x="8648" y="192"/>
                    </a:cubicBezTo>
                    <a:cubicBezTo>
                      <a:pt x="2180" y="285"/>
                      <a:pt x="2576" y="3793"/>
                      <a:pt x="1283" y="8723"/>
                    </a:cubicBezTo>
                    <a:cubicBezTo>
                      <a:pt x="1" y="13664"/>
                      <a:pt x="1865" y="15319"/>
                      <a:pt x="4872" y="15902"/>
                    </a:cubicBezTo>
                    <a:cubicBezTo>
                      <a:pt x="6504" y="16213"/>
                      <a:pt x="7513" y="16431"/>
                      <a:pt x="8973" y="16431"/>
                    </a:cubicBezTo>
                    <a:cubicBezTo>
                      <a:pt x="10194" y="16431"/>
                      <a:pt x="11729" y="16279"/>
                      <a:pt x="14207" y="15902"/>
                    </a:cubicBezTo>
                    <a:cubicBezTo>
                      <a:pt x="19638" y="15074"/>
                      <a:pt x="18426" y="7220"/>
                      <a:pt x="16981" y="3082"/>
                    </a:cubicBezTo>
                    <a:cubicBezTo>
                      <a:pt x="16078" y="497"/>
                      <a:pt x="13950" y="0"/>
                      <a:pt x="11918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2243" name="Google Shape;2243;p76"/>
              <p:cNvSpPr/>
              <p:nvPr/>
            </p:nvSpPr>
            <p:spPr>
              <a:xfrm>
                <a:off x="1933800" y="2909775"/>
                <a:ext cx="430350" cy="400750"/>
              </a:xfrm>
              <a:custGeom>
                <a:avLst/>
                <a:gdLst/>
                <a:ahLst/>
                <a:cxnLst/>
                <a:rect l="l" t="t" r="r" b="b"/>
                <a:pathLst>
                  <a:path w="17214" h="16030" extrusionOk="0">
                    <a:moveTo>
                      <a:pt x="13450" y="1"/>
                    </a:moveTo>
                    <a:lnTo>
                      <a:pt x="13450" y="1"/>
                    </a:lnTo>
                    <a:cubicBezTo>
                      <a:pt x="13718" y="1190"/>
                      <a:pt x="13951" y="2378"/>
                      <a:pt x="14091" y="3579"/>
                    </a:cubicBezTo>
                    <a:cubicBezTo>
                      <a:pt x="14464" y="6585"/>
                      <a:pt x="14347" y="10268"/>
                      <a:pt x="11748" y="12296"/>
                    </a:cubicBezTo>
                    <a:cubicBezTo>
                      <a:pt x="10360" y="13376"/>
                      <a:pt x="8724" y="13743"/>
                      <a:pt x="7018" y="13743"/>
                    </a:cubicBezTo>
                    <a:cubicBezTo>
                      <a:pt x="4656" y="13743"/>
                      <a:pt x="2159" y="13040"/>
                      <a:pt x="1" y="12552"/>
                    </a:cubicBezTo>
                    <a:lnTo>
                      <a:pt x="1" y="12552"/>
                    </a:lnTo>
                    <a:cubicBezTo>
                      <a:pt x="478" y="14335"/>
                      <a:pt x="1924" y="15128"/>
                      <a:pt x="3823" y="15501"/>
                    </a:cubicBezTo>
                    <a:cubicBezTo>
                      <a:pt x="5455" y="15812"/>
                      <a:pt x="6464" y="16030"/>
                      <a:pt x="7924" y="16030"/>
                    </a:cubicBezTo>
                    <a:cubicBezTo>
                      <a:pt x="9145" y="16030"/>
                      <a:pt x="10680" y="15878"/>
                      <a:pt x="13158" y="15501"/>
                    </a:cubicBezTo>
                    <a:cubicBezTo>
                      <a:pt x="15652" y="15116"/>
                      <a:pt x="16736" y="13263"/>
                      <a:pt x="17051" y="10967"/>
                    </a:cubicBezTo>
                    <a:cubicBezTo>
                      <a:pt x="16864" y="10676"/>
                      <a:pt x="16818" y="10303"/>
                      <a:pt x="17051" y="9919"/>
                    </a:cubicBezTo>
                    <a:cubicBezTo>
                      <a:pt x="17086" y="9860"/>
                      <a:pt x="17121" y="9790"/>
                      <a:pt x="17156" y="9720"/>
                    </a:cubicBezTo>
                    <a:cubicBezTo>
                      <a:pt x="17214" y="7285"/>
                      <a:pt x="16596" y="4593"/>
                      <a:pt x="15932" y="2681"/>
                    </a:cubicBezTo>
                    <a:cubicBezTo>
                      <a:pt x="15419" y="1213"/>
                      <a:pt x="14510" y="420"/>
                      <a:pt x="13450" y="1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2244" name="Google Shape;2244;p76"/>
              <p:cNvSpPr/>
              <p:nvPr/>
            </p:nvSpPr>
            <p:spPr>
              <a:xfrm>
                <a:off x="1867950" y="3016450"/>
                <a:ext cx="100550" cy="187425"/>
              </a:xfrm>
              <a:custGeom>
                <a:avLst/>
                <a:gdLst/>
                <a:ahLst/>
                <a:cxnLst/>
                <a:rect l="l" t="t" r="r" b="b"/>
                <a:pathLst>
                  <a:path w="4022" h="7497" extrusionOk="0">
                    <a:moveTo>
                      <a:pt x="2497" y="1"/>
                    </a:moveTo>
                    <a:cubicBezTo>
                      <a:pt x="1972" y="1"/>
                      <a:pt x="1379" y="117"/>
                      <a:pt x="921" y="256"/>
                    </a:cubicBezTo>
                    <a:cubicBezTo>
                      <a:pt x="1" y="535"/>
                      <a:pt x="432" y="2004"/>
                      <a:pt x="432" y="2004"/>
                    </a:cubicBezTo>
                    <a:lnTo>
                      <a:pt x="1131" y="2027"/>
                    </a:lnTo>
                    <a:cubicBezTo>
                      <a:pt x="1131" y="2027"/>
                      <a:pt x="292" y="5838"/>
                      <a:pt x="921" y="6875"/>
                    </a:cubicBezTo>
                    <a:cubicBezTo>
                      <a:pt x="1201" y="7341"/>
                      <a:pt x="1600" y="7497"/>
                      <a:pt x="2007" y="7497"/>
                    </a:cubicBezTo>
                    <a:cubicBezTo>
                      <a:pt x="2822" y="7497"/>
                      <a:pt x="3672" y="6875"/>
                      <a:pt x="3672" y="6875"/>
                    </a:cubicBezTo>
                    <a:cubicBezTo>
                      <a:pt x="3672" y="6875"/>
                      <a:pt x="4021" y="1106"/>
                      <a:pt x="3672" y="454"/>
                    </a:cubicBezTo>
                    <a:cubicBezTo>
                      <a:pt x="3490" y="120"/>
                      <a:pt x="3028" y="1"/>
                      <a:pt x="2497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2245" name="Google Shape;2245;p76"/>
              <p:cNvSpPr/>
              <p:nvPr/>
            </p:nvSpPr>
            <p:spPr>
              <a:xfrm>
                <a:off x="1885725" y="3017300"/>
                <a:ext cx="82775" cy="186575"/>
              </a:xfrm>
              <a:custGeom>
                <a:avLst/>
                <a:gdLst/>
                <a:ahLst/>
                <a:cxnLst/>
                <a:rect l="l" t="t" r="r" b="b"/>
                <a:pathLst>
                  <a:path w="3311" h="7463" extrusionOk="0">
                    <a:moveTo>
                      <a:pt x="2203" y="0"/>
                    </a:moveTo>
                    <a:lnTo>
                      <a:pt x="2203" y="0"/>
                    </a:lnTo>
                    <a:cubicBezTo>
                      <a:pt x="2401" y="653"/>
                      <a:pt x="2378" y="1434"/>
                      <a:pt x="2308" y="2028"/>
                    </a:cubicBezTo>
                    <a:cubicBezTo>
                      <a:pt x="2122" y="3776"/>
                      <a:pt x="1702" y="5350"/>
                      <a:pt x="1" y="6072"/>
                    </a:cubicBezTo>
                    <a:cubicBezTo>
                      <a:pt x="36" y="6398"/>
                      <a:pt x="94" y="6666"/>
                      <a:pt x="210" y="6841"/>
                    </a:cubicBezTo>
                    <a:cubicBezTo>
                      <a:pt x="490" y="7307"/>
                      <a:pt x="889" y="7463"/>
                      <a:pt x="1296" y="7463"/>
                    </a:cubicBezTo>
                    <a:cubicBezTo>
                      <a:pt x="2111" y="7463"/>
                      <a:pt x="2961" y="6841"/>
                      <a:pt x="2961" y="6841"/>
                    </a:cubicBezTo>
                    <a:cubicBezTo>
                      <a:pt x="2961" y="6841"/>
                      <a:pt x="3310" y="1072"/>
                      <a:pt x="2961" y="420"/>
                    </a:cubicBezTo>
                    <a:cubicBezTo>
                      <a:pt x="2833" y="175"/>
                      <a:pt x="2553" y="47"/>
                      <a:pt x="2203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2246" name="Google Shape;2246;p76"/>
              <p:cNvSpPr/>
              <p:nvPr/>
            </p:nvSpPr>
            <p:spPr>
              <a:xfrm>
                <a:off x="2330925" y="3011475"/>
                <a:ext cx="100550" cy="187450"/>
              </a:xfrm>
              <a:custGeom>
                <a:avLst/>
                <a:gdLst/>
                <a:ahLst/>
                <a:cxnLst/>
                <a:rect l="l" t="t" r="r" b="b"/>
                <a:pathLst>
                  <a:path w="4022" h="7498" extrusionOk="0">
                    <a:moveTo>
                      <a:pt x="1521" y="0"/>
                    </a:moveTo>
                    <a:cubicBezTo>
                      <a:pt x="994" y="0"/>
                      <a:pt x="536" y="117"/>
                      <a:pt x="362" y="443"/>
                    </a:cubicBezTo>
                    <a:cubicBezTo>
                      <a:pt x="0" y="1096"/>
                      <a:pt x="362" y="6876"/>
                      <a:pt x="362" y="6876"/>
                    </a:cubicBezTo>
                    <a:cubicBezTo>
                      <a:pt x="362" y="6876"/>
                      <a:pt x="1206" y="7498"/>
                      <a:pt x="2017" y="7498"/>
                    </a:cubicBezTo>
                    <a:cubicBezTo>
                      <a:pt x="2423" y="7498"/>
                      <a:pt x="2821" y="7342"/>
                      <a:pt x="3100" y="6876"/>
                    </a:cubicBezTo>
                    <a:cubicBezTo>
                      <a:pt x="3730" y="5839"/>
                      <a:pt x="2891" y="2028"/>
                      <a:pt x="2891" y="2028"/>
                    </a:cubicBezTo>
                    <a:lnTo>
                      <a:pt x="3601" y="2005"/>
                    </a:lnTo>
                    <a:cubicBezTo>
                      <a:pt x="3601" y="2005"/>
                      <a:pt x="4021" y="536"/>
                      <a:pt x="3100" y="257"/>
                    </a:cubicBezTo>
                    <a:cubicBezTo>
                      <a:pt x="2646" y="117"/>
                      <a:pt x="2049" y="0"/>
                      <a:pt x="1521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2247" name="Google Shape;2247;p76"/>
              <p:cNvSpPr/>
              <p:nvPr/>
            </p:nvSpPr>
            <p:spPr>
              <a:xfrm>
                <a:off x="2339375" y="3094800"/>
                <a:ext cx="78975" cy="104125"/>
              </a:xfrm>
              <a:custGeom>
                <a:avLst/>
                <a:gdLst/>
                <a:ahLst/>
                <a:cxnLst/>
                <a:rect l="l" t="t" r="r" b="b"/>
                <a:pathLst>
                  <a:path w="3159" h="4165" extrusionOk="0">
                    <a:moveTo>
                      <a:pt x="2797" y="0"/>
                    </a:moveTo>
                    <a:lnTo>
                      <a:pt x="2797" y="0"/>
                    </a:lnTo>
                    <a:cubicBezTo>
                      <a:pt x="2564" y="1504"/>
                      <a:pt x="1853" y="2797"/>
                      <a:pt x="431" y="3240"/>
                    </a:cubicBezTo>
                    <a:cubicBezTo>
                      <a:pt x="316" y="3276"/>
                      <a:pt x="200" y="3291"/>
                      <a:pt x="95" y="3291"/>
                    </a:cubicBezTo>
                    <a:cubicBezTo>
                      <a:pt x="62" y="3291"/>
                      <a:pt x="31" y="3289"/>
                      <a:pt x="0" y="3287"/>
                    </a:cubicBezTo>
                    <a:lnTo>
                      <a:pt x="0" y="3287"/>
                    </a:lnTo>
                    <a:cubicBezTo>
                      <a:pt x="12" y="3450"/>
                      <a:pt x="24" y="3543"/>
                      <a:pt x="24" y="3543"/>
                    </a:cubicBezTo>
                    <a:cubicBezTo>
                      <a:pt x="24" y="3543"/>
                      <a:pt x="868" y="4165"/>
                      <a:pt x="1679" y="4165"/>
                    </a:cubicBezTo>
                    <a:cubicBezTo>
                      <a:pt x="2085" y="4165"/>
                      <a:pt x="2483" y="4009"/>
                      <a:pt x="2762" y="3543"/>
                    </a:cubicBezTo>
                    <a:cubicBezTo>
                      <a:pt x="3159" y="2902"/>
                      <a:pt x="2984" y="1201"/>
                      <a:pt x="2797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2248" name="Google Shape;2248;p76"/>
              <p:cNvSpPr/>
              <p:nvPr/>
            </p:nvSpPr>
            <p:spPr>
              <a:xfrm>
                <a:off x="2406675" y="3017300"/>
                <a:ext cx="24800" cy="44600"/>
              </a:xfrm>
              <a:custGeom>
                <a:avLst/>
                <a:gdLst/>
                <a:ahLst/>
                <a:cxnLst/>
                <a:rect l="l" t="t" r="r" b="b"/>
                <a:pathLst>
                  <a:path w="992" h="1784" extrusionOk="0">
                    <a:moveTo>
                      <a:pt x="0" y="0"/>
                    </a:moveTo>
                    <a:cubicBezTo>
                      <a:pt x="117" y="571"/>
                      <a:pt x="187" y="1177"/>
                      <a:pt x="199" y="1783"/>
                    </a:cubicBezTo>
                    <a:lnTo>
                      <a:pt x="571" y="1772"/>
                    </a:lnTo>
                    <a:cubicBezTo>
                      <a:pt x="571" y="1772"/>
                      <a:pt x="991" y="303"/>
                      <a:pt x="70" y="24"/>
                    </a:cubicBezTo>
                    <a:cubicBezTo>
                      <a:pt x="47" y="12"/>
                      <a:pt x="24" y="0"/>
                      <a:pt x="0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2249" name="Google Shape;2249;p76"/>
              <p:cNvSpPr/>
              <p:nvPr/>
            </p:nvSpPr>
            <p:spPr>
              <a:xfrm>
                <a:off x="1899725" y="3066400"/>
                <a:ext cx="54800" cy="4675"/>
              </a:xfrm>
              <a:custGeom>
                <a:avLst/>
                <a:gdLst/>
                <a:ahLst/>
                <a:cxnLst/>
                <a:rect l="l" t="t" r="r" b="b"/>
                <a:pathLst>
                  <a:path w="2192" h="187" extrusionOk="0">
                    <a:moveTo>
                      <a:pt x="1357" y="0"/>
                    </a:moveTo>
                    <a:cubicBezTo>
                      <a:pt x="930" y="0"/>
                      <a:pt x="501" y="22"/>
                      <a:pt x="82" y="29"/>
                    </a:cubicBezTo>
                    <a:cubicBezTo>
                      <a:pt x="0" y="29"/>
                      <a:pt x="0" y="157"/>
                      <a:pt x="82" y="157"/>
                    </a:cubicBezTo>
                    <a:cubicBezTo>
                      <a:pt x="501" y="165"/>
                      <a:pt x="930" y="186"/>
                      <a:pt x="1357" y="186"/>
                    </a:cubicBezTo>
                    <a:cubicBezTo>
                      <a:pt x="1606" y="186"/>
                      <a:pt x="1853" y="179"/>
                      <a:pt x="2098" y="157"/>
                    </a:cubicBezTo>
                    <a:cubicBezTo>
                      <a:pt x="2191" y="157"/>
                      <a:pt x="2191" y="29"/>
                      <a:pt x="2098" y="29"/>
                    </a:cubicBezTo>
                    <a:cubicBezTo>
                      <a:pt x="1853" y="8"/>
                      <a:pt x="1606" y="0"/>
                      <a:pt x="1357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2250" name="Google Shape;2250;p76"/>
              <p:cNvSpPr/>
              <p:nvPr/>
            </p:nvSpPr>
            <p:spPr>
              <a:xfrm>
                <a:off x="1931750" y="3032050"/>
                <a:ext cx="46375" cy="167875"/>
              </a:xfrm>
              <a:custGeom>
                <a:avLst/>
                <a:gdLst/>
                <a:ahLst/>
                <a:cxnLst/>
                <a:rect l="l" t="t" r="r" b="b"/>
                <a:pathLst>
                  <a:path w="1855" h="6715" extrusionOk="0">
                    <a:moveTo>
                      <a:pt x="1381" y="0"/>
                    </a:moveTo>
                    <a:cubicBezTo>
                      <a:pt x="1344" y="0"/>
                      <a:pt x="1306" y="28"/>
                      <a:pt x="1306" y="75"/>
                    </a:cubicBezTo>
                    <a:cubicBezTo>
                      <a:pt x="1260" y="1123"/>
                      <a:pt x="1411" y="2172"/>
                      <a:pt x="1318" y="3233"/>
                    </a:cubicBezTo>
                    <a:cubicBezTo>
                      <a:pt x="1190" y="4480"/>
                      <a:pt x="817" y="5634"/>
                      <a:pt x="36" y="6613"/>
                    </a:cubicBezTo>
                    <a:cubicBezTo>
                      <a:pt x="1" y="6657"/>
                      <a:pt x="39" y="6714"/>
                      <a:pt x="80" y="6714"/>
                    </a:cubicBezTo>
                    <a:cubicBezTo>
                      <a:pt x="93" y="6714"/>
                      <a:pt x="106" y="6708"/>
                      <a:pt x="118" y="6694"/>
                    </a:cubicBezTo>
                    <a:cubicBezTo>
                      <a:pt x="1656" y="5039"/>
                      <a:pt x="1854" y="2184"/>
                      <a:pt x="1446" y="51"/>
                    </a:cubicBezTo>
                    <a:cubicBezTo>
                      <a:pt x="1436" y="16"/>
                      <a:pt x="1409" y="0"/>
                      <a:pt x="138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2251" name="Google Shape;2251;p76"/>
              <p:cNvSpPr/>
              <p:nvPr/>
            </p:nvSpPr>
            <p:spPr>
              <a:xfrm>
                <a:off x="2340525" y="3058775"/>
                <a:ext cx="51600" cy="4475"/>
              </a:xfrm>
              <a:custGeom>
                <a:avLst/>
                <a:gdLst/>
                <a:ahLst/>
                <a:cxnLst/>
                <a:rect l="l" t="t" r="r" b="b"/>
                <a:pathLst>
                  <a:path w="2064" h="179" extrusionOk="0">
                    <a:moveTo>
                      <a:pt x="1180" y="0"/>
                    </a:moveTo>
                    <a:cubicBezTo>
                      <a:pt x="818" y="0"/>
                      <a:pt x="456" y="6"/>
                      <a:pt x="94" y="19"/>
                    </a:cubicBezTo>
                    <a:cubicBezTo>
                      <a:pt x="1" y="19"/>
                      <a:pt x="1" y="159"/>
                      <a:pt x="94" y="159"/>
                    </a:cubicBezTo>
                    <a:cubicBezTo>
                      <a:pt x="456" y="173"/>
                      <a:pt x="818" y="179"/>
                      <a:pt x="1180" y="179"/>
                    </a:cubicBezTo>
                    <a:cubicBezTo>
                      <a:pt x="1435" y="179"/>
                      <a:pt x="1691" y="176"/>
                      <a:pt x="1947" y="171"/>
                    </a:cubicBezTo>
                    <a:cubicBezTo>
                      <a:pt x="2064" y="171"/>
                      <a:pt x="2064" y="8"/>
                      <a:pt x="1947" y="8"/>
                    </a:cubicBezTo>
                    <a:cubicBezTo>
                      <a:pt x="1691" y="3"/>
                      <a:pt x="1435" y="0"/>
                      <a:pt x="118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2252" name="Google Shape;2252;p76"/>
              <p:cNvSpPr/>
              <p:nvPr/>
            </p:nvSpPr>
            <p:spPr>
              <a:xfrm>
                <a:off x="2325375" y="3020750"/>
                <a:ext cx="35000" cy="170350"/>
              </a:xfrm>
              <a:custGeom>
                <a:avLst/>
                <a:gdLst/>
                <a:ahLst/>
                <a:cxnLst/>
                <a:rect l="l" t="t" r="r" b="b"/>
                <a:pathLst>
                  <a:path w="1400" h="6814" extrusionOk="0">
                    <a:moveTo>
                      <a:pt x="473" y="1"/>
                    </a:moveTo>
                    <a:cubicBezTo>
                      <a:pt x="455" y="1"/>
                      <a:pt x="438" y="9"/>
                      <a:pt x="432" y="25"/>
                    </a:cubicBezTo>
                    <a:cubicBezTo>
                      <a:pt x="1" y="1494"/>
                      <a:pt x="13" y="3102"/>
                      <a:pt x="211" y="4606"/>
                    </a:cubicBezTo>
                    <a:cubicBezTo>
                      <a:pt x="274" y="5020"/>
                      <a:pt x="406" y="6814"/>
                      <a:pt x="1120" y="6814"/>
                    </a:cubicBezTo>
                    <a:cubicBezTo>
                      <a:pt x="1188" y="6814"/>
                      <a:pt x="1262" y="6797"/>
                      <a:pt x="1341" y="6762"/>
                    </a:cubicBezTo>
                    <a:cubicBezTo>
                      <a:pt x="1399" y="6738"/>
                      <a:pt x="1364" y="6657"/>
                      <a:pt x="1306" y="6657"/>
                    </a:cubicBezTo>
                    <a:cubicBezTo>
                      <a:pt x="327" y="6563"/>
                      <a:pt x="316" y="3883"/>
                      <a:pt x="292" y="3207"/>
                    </a:cubicBezTo>
                    <a:cubicBezTo>
                      <a:pt x="257" y="2135"/>
                      <a:pt x="385" y="1098"/>
                      <a:pt x="514" y="37"/>
                    </a:cubicBezTo>
                    <a:cubicBezTo>
                      <a:pt x="514" y="12"/>
                      <a:pt x="494" y="1"/>
                      <a:pt x="473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2253" name="Google Shape;2253;p76"/>
              <p:cNvSpPr/>
              <p:nvPr/>
            </p:nvSpPr>
            <p:spPr>
              <a:xfrm>
                <a:off x="2034900" y="2589000"/>
                <a:ext cx="211850" cy="271875"/>
              </a:xfrm>
              <a:custGeom>
                <a:avLst/>
                <a:gdLst/>
                <a:ahLst/>
                <a:cxnLst/>
                <a:rect l="l" t="t" r="r" b="b"/>
                <a:pathLst>
                  <a:path w="8474" h="10875" extrusionOk="0">
                    <a:moveTo>
                      <a:pt x="4276" y="1"/>
                    </a:moveTo>
                    <a:cubicBezTo>
                      <a:pt x="4272" y="1"/>
                      <a:pt x="4269" y="1"/>
                      <a:pt x="4266" y="1"/>
                    </a:cubicBezTo>
                    <a:cubicBezTo>
                      <a:pt x="2308" y="24"/>
                      <a:pt x="1" y="10874"/>
                      <a:pt x="1" y="10874"/>
                    </a:cubicBezTo>
                    <a:lnTo>
                      <a:pt x="8473" y="10874"/>
                    </a:lnTo>
                    <a:cubicBezTo>
                      <a:pt x="8473" y="10874"/>
                      <a:pt x="6243" y="1"/>
                      <a:pt x="4276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2254" name="Google Shape;2254;p76"/>
              <p:cNvSpPr/>
              <p:nvPr/>
            </p:nvSpPr>
            <p:spPr>
              <a:xfrm>
                <a:off x="2113850" y="2589000"/>
                <a:ext cx="132900" cy="271875"/>
              </a:xfrm>
              <a:custGeom>
                <a:avLst/>
                <a:gdLst/>
                <a:ahLst/>
                <a:cxnLst/>
                <a:rect l="l" t="t" r="r" b="b"/>
                <a:pathLst>
                  <a:path w="5316" h="10875" extrusionOk="0">
                    <a:moveTo>
                      <a:pt x="1118" y="1"/>
                    </a:moveTo>
                    <a:cubicBezTo>
                      <a:pt x="1114" y="1"/>
                      <a:pt x="1111" y="1"/>
                      <a:pt x="1108" y="1"/>
                    </a:cubicBezTo>
                    <a:cubicBezTo>
                      <a:pt x="747" y="1"/>
                      <a:pt x="374" y="385"/>
                      <a:pt x="1" y="991"/>
                    </a:cubicBezTo>
                    <a:cubicBezTo>
                      <a:pt x="1411" y="4150"/>
                      <a:pt x="2308" y="7471"/>
                      <a:pt x="2868" y="10874"/>
                    </a:cubicBezTo>
                    <a:lnTo>
                      <a:pt x="5315" y="10874"/>
                    </a:lnTo>
                    <a:cubicBezTo>
                      <a:pt x="5315" y="10874"/>
                      <a:pt x="3085" y="1"/>
                      <a:pt x="1118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2255" name="Google Shape;2255;p76"/>
              <p:cNvSpPr/>
              <p:nvPr/>
            </p:nvSpPr>
            <p:spPr>
              <a:xfrm>
                <a:off x="1975175" y="2820275"/>
                <a:ext cx="326925" cy="729475"/>
              </a:xfrm>
              <a:custGeom>
                <a:avLst/>
                <a:gdLst/>
                <a:ahLst/>
                <a:cxnLst/>
                <a:rect l="l" t="t" r="r" b="b"/>
                <a:pathLst>
                  <a:path w="13077" h="29179" extrusionOk="0">
                    <a:moveTo>
                      <a:pt x="7977" y="1"/>
                    </a:moveTo>
                    <a:cubicBezTo>
                      <a:pt x="6208" y="1"/>
                      <a:pt x="3997" y="257"/>
                      <a:pt x="1772" y="1180"/>
                    </a:cubicBezTo>
                    <a:cubicBezTo>
                      <a:pt x="1772" y="1180"/>
                      <a:pt x="1" y="24605"/>
                      <a:pt x="1131" y="26959"/>
                    </a:cubicBezTo>
                    <a:cubicBezTo>
                      <a:pt x="2065" y="28934"/>
                      <a:pt x="4444" y="29179"/>
                      <a:pt x="6520" y="29179"/>
                    </a:cubicBezTo>
                    <a:cubicBezTo>
                      <a:pt x="6931" y="29179"/>
                      <a:pt x="7330" y="29169"/>
                      <a:pt x="7704" y="29162"/>
                    </a:cubicBezTo>
                    <a:cubicBezTo>
                      <a:pt x="9977" y="29103"/>
                      <a:pt x="13077" y="28509"/>
                      <a:pt x="12983" y="25665"/>
                    </a:cubicBezTo>
                    <a:cubicBezTo>
                      <a:pt x="12890" y="22834"/>
                      <a:pt x="11701" y="399"/>
                      <a:pt x="11701" y="399"/>
                    </a:cubicBezTo>
                    <a:cubicBezTo>
                      <a:pt x="11701" y="399"/>
                      <a:pt x="10183" y="1"/>
                      <a:pt x="7977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2256" name="Google Shape;2256;p76"/>
              <p:cNvSpPr/>
              <p:nvPr/>
            </p:nvSpPr>
            <p:spPr>
              <a:xfrm>
                <a:off x="1999650" y="2820625"/>
                <a:ext cx="302450" cy="729125"/>
              </a:xfrm>
              <a:custGeom>
                <a:avLst/>
                <a:gdLst/>
                <a:ahLst/>
                <a:cxnLst/>
                <a:rect l="l" t="t" r="r" b="b"/>
                <a:pathLst>
                  <a:path w="12098" h="29165" extrusionOk="0">
                    <a:moveTo>
                      <a:pt x="7879" y="1"/>
                    </a:moveTo>
                    <a:lnTo>
                      <a:pt x="7879" y="1"/>
                    </a:lnTo>
                    <a:cubicBezTo>
                      <a:pt x="8054" y="1504"/>
                      <a:pt x="8158" y="2996"/>
                      <a:pt x="8357" y="4499"/>
                    </a:cubicBezTo>
                    <a:cubicBezTo>
                      <a:pt x="8543" y="5979"/>
                      <a:pt x="8741" y="7448"/>
                      <a:pt x="8904" y="8939"/>
                    </a:cubicBezTo>
                    <a:cubicBezTo>
                      <a:pt x="9254" y="12074"/>
                      <a:pt x="9440" y="15256"/>
                      <a:pt x="8963" y="18391"/>
                    </a:cubicBezTo>
                    <a:cubicBezTo>
                      <a:pt x="8555" y="21141"/>
                      <a:pt x="7436" y="24335"/>
                      <a:pt x="4767" y="25640"/>
                    </a:cubicBezTo>
                    <a:cubicBezTo>
                      <a:pt x="3450" y="26281"/>
                      <a:pt x="1993" y="26456"/>
                      <a:pt x="537" y="26456"/>
                    </a:cubicBezTo>
                    <a:lnTo>
                      <a:pt x="0" y="26456"/>
                    </a:lnTo>
                    <a:cubicBezTo>
                      <a:pt x="47" y="26665"/>
                      <a:pt x="94" y="26829"/>
                      <a:pt x="152" y="26945"/>
                    </a:cubicBezTo>
                    <a:cubicBezTo>
                      <a:pt x="1086" y="28920"/>
                      <a:pt x="3465" y="29165"/>
                      <a:pt x="5541" y="29165"/>
                    </a:cubicBezTo>
                    <a:cubicBezTo>
                      <a:pt x="5952" y="29165"/>
                      <a:pt x="6351" y="29155"/>
                      <a:pt x="6725" y="29148"/>
                    </a:cubicBezTo>
                    <a:cubicBezTo>
                      <a:pt x="8998" y="29089"/>
                      <a:pt x="12098" y="28495"/>
                      <a:pt x="12004" y="25651"/>
                    </a:cubicBezTo>
                    <a:cubicBezTo>
                      <a:pt x="11911" y="22820"/>
                      <a:pt x="10722" y="385"/>
                      <a:pt x="10722" y="385"/>
                    </a:cubicBezTo>
                    <a:cubicBezTo>
                      <a:pt x="10722" y="385"/>
                      <a:pt x="9592" y="82"/>
                      <a:pt x="7879" y="1"/>
                    </a:cubicBezTo>
                    <a:close/>
                  </a:path>
                </a:pathLst>
              </a:custGeom>
              <a:solidFill>
                <a:schemeClr val="dk1">
                  <a:alpha val="2083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2257" name="Google Shape;2257;p76"/>
              <p:cNvSpPr/>
              <p:nvPr/>
            </p:nvSpPr>
            <p:spPr>
              <a:xfrm>
                <a:off x="2049625" y="2811675"/>
                <a:ext cx="180150" cy="27700"/>
              </a:xfrm>
              <a:custGeom>
                <a:avLst/>
                <a:gdLst/>
                <a:ahLst/>
                <a:cxnLst/>
                <a:rect l="l" t="t" r="r" b="b"/>
                <a:pathLst>
                  <a:path w="7206" h="1108" extrusionOk="0">
                    <a:moveTo>
                      <a:pt x="4602" y="1"/>
                    </a:moveTo>
                    <a:cubicBezTo>
                      <a:pt x="3017" y="1"/>
                      <a:pt x="1375" y="374"/>
                      <a:pt x="64" y="988"/>
                    </a:cubicBezTo>
                    <a:cubicBezTo>
                      <a:pt x="1" y="1009"/>
                      <a:pt x="33" y="1108"/>
                      <a:pt x="93" y="1108"/>
                    </a:cubicBezTo>
                    <a:cubicBezTo>
                      <a:pt x="98" y="1108"/>
                      <a:pt x="105" y="1107"/>
                      <a:pt x="111" y="1105"/>
                    </a:cubicBezTo>
                    <a:cubicBezTo>
                      <a:pt x="1276" y="697"/>
                      <a:pt x="2442" y="370"/>
                      <a:pt x="3689" y="289"/>
                    </a:cubicBezTo>
                    <a:cubicBezTo>
                      <a:pt x="3886" y="275"/>
                      <a:pt x="4080" y="269"/>
                      <a:pt x="4274" y="269"/>
                    </a:cubicBezTo>
                    <a:cubicBezTo>
                      <a:pt x="5226" y="269"/>
                      <a:pt x="6145" y="417"/>
                      <a:pt x="7103" y="534"/>
                    </a:cubicBezTo>
                    <a:cubicBezTo>
                      <a:pt x="7107" y="534"/>
                      <a:pt x="7111" y="534"/>
                      <a:pt x="7114" y="534"/>
                    </a:cubicBezTo>
                    <a:cubicBezTo>
                      <a:pt x="7197" y="534"/>
                      <a:pt x="7205" y="404"/>
                      <a:pt x="7127" y="370"/>
                    </a:cubicBezTo>
                    <a:cubicBezTo>
                      <a:pt x="6348" y="116"/>
                      <a:pt x="5484" y="1"/>
                      <a:pt x="4602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2258" name="Google Shape;2258;p76"/>
              <p:cNvSpPr/>
              <p:nvPr/>
            </p:nvSpPr>
            <p:spPr>
              <a:xfrm>
                <a:off x="2031275" y="2862400"/>
                <a:ext cx="226725" cy="35850"/>
              </a:xfrm>
              <a:custGeom>
                <a:avLst/>
                <a:gdLst/>
                <a:ahLst/>
                <a:cxnLst/>
                <a:rect l="l" t="t" r="r" b="b"/>
                <a:pathLst>
                  <a:path w="9069" h="1434" extrusionOk="0">
                    <a:moveTo>
                      <a:pt x="6110" y="1"/>
                    </a:moveTo>
                    <a:cubicBezTo>
                      <a:pt x="4024" y="1"/>
                      <a:pt x="1939" y="441"/>
                      <a:pt x="52" y="1337"/>
                    </a:cubicBezTo>
                    <a:cubicBezTo>
                      <a:pt x="1" y="1357"/>
                      <a:pt x="23" y="1433"/>
                      <a:pt x="69" y="1433"/>
                    </a:cubicBezTo>
                    <a:cubicBezTo>
                      <a:pt x="75" y="1433"/>
                      <a:pt x="81" y="1432"/>
                      <a:pt x="87" y="1430"/>
                    </a:cubicBezTo>
                    <a:cubicBezTo>
                      <a:pt x="2035" y="617"/>
                      <a:pt x="4060" y="188"/>
                      <a:pt x="6120" y="188"/>
                    </a:cubicBezTo>
                    <a:cubicBezTo>
                      <a:pt x="7044" y="188"/>
                      <a:pt x="7975" y="274"/>
                      <a:pt x="8910" y="451"/>
                    </a:cubicBezTo>
                    <a:cubicBezTo>
                      <a:pt x="8914" y="451"/>
                      <a:pt x="8918" y="451"/>
                      <a:pt x="8921" y="451"/>
                    </a:cubicBezTo>
                    <a:cubicBezTo>
                      <a:pt x="9029" y="451"/>
                      <a:pt x="9069" y="299"/>
                      <a:pt x="8956" y="276"/>
                    </a:cubicBezTo>
                    <a:cubicBezTo>
                      <a:pt x="8020" y="93"/>
                      <a:pt x="7064" y="1"/>
                      <a:pt x="611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2259" name="Google Shape;2259;p76"/>
              <p:cNvSpPr/>
              <p:nvPr/>
            </p:nvSpPr>
            <p:spPr>
              <a:xfrm>
                <a:off x="2031500" y="2892400"/>
                <a:ext cx="221575" cy="27350"/>
              </a:xfrm>
              <a:custGeom>
                <a:avLst/>
                <a:gdLst/>
                <a:ahLst/>
                <a:cxnLst/>
                <a:rect l="l" t="t" r="r" b="b"/>
                <a:pathLst>
                  <a:path w="8863" h="1094" extrusionOk="0">
                    <a:moveTo>
                      <a:pt x="5529" y="1"/>
                    </a:moveTo>
                    <a:cubicBezTo>
                      <a:pt x="3628" y="1"/>
                      <a:pt x="1684" y="341"/>
                      <a:pt x="43" y="1022"/>
                    </a:cubicBezTo>
                    <a:cubicBezTo>
                      <a:pt x="1" y="1043"/>
                      <a:pt x="7" y="1094"/>
                      <a:pt x="43" y="1094"/>
                    </a:cubicBezTo>
                    <a:cubicBezTo>
                      <a:pt x="47" y="1094"/>
                      <a:pt x="51" y="1093"/>
                      <a:pt x="55" y="1092"/>
                    </a:cubicBezTo>
                    <a:cubicBezTo>
                      <a:pt x="1535" y="708"/>
                      <a:pt x="2969" y="346"/>
                      <a:pt x="4507" y="253"/>
                    </a:cubicBezTo>
                    <a:cubicBezTo>
                      <a:pt x="4778" y="238"/>
                      <a:pt x="5049" y="231"/>
                      <a:pt x="5318" y="231"/>
                    </a:cubicBezTo>
                    <a:cubicBezTo>
                      <a:pt x="6471" y="231"/>
                      <a:pt x="7608" y="360"/>
                      <a:pt x="8761" y="521"/>
                    </a:cubicBezTo>
                    <a:cubicBezTo>
                      <a:pt x="8764" y="522"/>
                      <a:pt x="8768" y="522"/>
                      <a:pt x="8771" y="522"/>
                    </a:cubicBezTo>
                    <a:cubicBezTo>
                      <a:pt x="8855" y="522"/>
                      <a:pt x="8863" y="380"/>
                      <a:pt x="8784" y="358"/>
                    </a:cubicBezTo>
                    <a:cubicBezTo>
                      <a:pt x="7762" y="120"/>
                      <a:pt x="6653" y="1"/>
                      <a:pt x="5529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2260" name="Google Shape;2260;p76"/>
              <p:cNvSpPr/>
              <p:nvPr/>
            </p:nvSpPr>
            <p:spPr>
              <a:xfrm>
                <a:off x="2010100" y="3437525"/>
                <a:ext cx="271475" cy="35225"/>
              </a:xfrm>
              <a:custGeom>
                <a:avLst/>
                <a:gdLst/>
                <a:ahLst/>
                <a:cxnLst/>
                <a:rect l="l" t="t" r="r" b="b"/>
                <a:pathLst>
                  <a:path w="10859" h="1409" extrusionOk="0">
                    <a:moveTo>
                      <a:pt x="99" y="0"/>
                    </a:moveTo>
                    <a:cubicBezTo>
                      <a:pt x="42" y="0"/>
                      <a:pt x="1" y="74"/>
                      <a:pt x="60" y="113"/>
                    </a:cubicBezTo>
                    <a:cubicBezTo>
                      <a:pt x="1692" y="944"/>
                      <a:pt x="3690" y="1409"/>
                      <a:pt x="5671" y="1409"/>
                    </a:cubicBezTo>
                    <a:cubicBezTo>
                      <a:pt x="7496" y="1409"/>
                      <a:pt x="9308" y="1014"/>
                      <a:pt x="10805" y="148"/>
                    </a:cubicBezTo>
                    <a:cubicBezTo>
                      <a:pt x="10858" y="116"/>
                      <a:pt x="10835" y="28"/>
                      <a:pt x="10778" y="28"/>
                    </a:cubicBezTo>
                    <a:cubicBezTo>
                      <a:pt x="10772" y="28"/>
                      <a:pt x="10766" y="29"/>
                      <a:pt x="10759" y="31"/>
                    </a:cubicBezTo>
                    <a:cubicBezTo>
                      <a:pt x="9034" y="661"/>
                      <a:pt x="7426" y="1185"/>
                      <a:pt x="5561" y="1197"/>
                    </a:cubicBezTo>
                    <a:cubicBezTo>
                      <a:pt x="5537" y="1197"/>
                      <a:pt x="5512" y="1197"/>
                      <a:pt x="5488" y="1197"/>
                    </a:cubicBezTo>
                    <a:cubicBezTo>
                      <a:pt x="3615" y="1197"/>
                      <a:pt x="1833" y="756"/>
                      <a:pt x="130" y="8"/>
                    </a:cubicBezTo>
                    <a:cubicBezTo>
                      <a:pt x="120" y="3"/>
                      <a:pt x="109" y="0"/>
                      <a:pt x="9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2261" name="Google Shape;2261;p76"/>
              <p:cNvSpPr/>
              <p:nvPr/>
            </p:nvSpPr>
            <p:spPr>
              <a:xfrm>
                <a:off x="2019625" y="3413150"/>
                <a:ext cx="228375" cy="24775"/>
              </a:xfrm>
              <a:custGeom>
                <a:avLst/>
                <a:gdLst/>
                <a:ahLst/>
                <a:cxnLst/>
                <a:rect l="l" t="t" r="r" b="b"/>
                <a:pathLst>
                  <a:path w="9135" h="991" extrusionOk="0">
                    <a:moveTo>
                      <a:pt x="58" y="0"/>
                    </a:moveTo>
                    <a:cubicBezTo>
                      <a:pt x="13" y="0"/>
                      <a:pt x="0" y="75"/>
                      <a:pt x="52" y="86"/>
                    </a:cubicBezTo>
                    <a:cubicBezTo>
                      <a:pt x="1589" y="659"/>
                      <a:pt x="3379" y="991"/>
                      <a:pt x="5146" y="991"/>
                    </a:cubicBezTo>
                    <a:cubicBezTo>
                      <a:pt x="6502" y="991"/>
                      <a:pt x="7845" y="796"/>
                      <a:pt x="9049" y="365"/>
                    </a:cubicBezTo>
                    <a:cubicBezTo>
                      <a:pt x="9135" y="333"/>
                      <a:pt x="9112" y="223"/>
                      <a:pt x="9027" y="223"/>
                    </a:cubicBezTo>
                    <a:cubicBezTo>
                      <a:pt x="9019" y="223"/>
                      <a:pt x="9011" y="224"/>
                      <a:pt x="9003" y="226"/>
                    </a:cubicBezTo>
                    <a:cubicBezTo>
                      <a:pt x="7582" y="479"/>
                      <a:pt x="6224" y="753"/>
                      <a:pt x="4781" y="753"/>
                    </a:cubicBezTo>
                    <a:cubicBezTo>
                      <a:pt x="4697" y="753"/>
                      <a:pt x="4612" y="752"/>
                      <a:pt x="4527" y="750"/>
                    </a:cubicBezTo>
                    <a:cubicBezTo>
                      <a:pt x="3001" y="703"/>
                      <a:pt x="1532" y="424"/>
                      <a:pt x="76" y="4"/>
                    </a:cubicBezTo>
                    <a:cubicBezTo>
                      <a:pt x="69" y="2"/>
                      <a:pt x="63" y="0"/>
                      <a:pt x="5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2262" name="Google Shape;2262;p76"/>
              <p:cNvSpPr/>
              <p:nvPr/>
            </p:nvSpPr>
            <p:spPr>
              <a:xfrm>
                <a:off x="2043050" y="3018175"/>
                <a:ext cx="44625" cy="18675"/>
              </a:xfrm>
              <a:custGeom>
                <a:avLst/>
                <a:gdLst/>
                <a:ahLst/>
                <a:cxnLst/>
                <a:rect l="l" t="t" r="r" b="b"/>
                <a:pathLst>
                  <a:path w="1785" h="747" extrusionOk="0">
                    <a:moveTo>
                      <a:pt x="887" y="0"/>
                    </a:moveTo>
                    <a:cubicBezTo>
                      <a:pt x="397" y="0"/>
                      <a:pt x="1" y="163"/>
                      <a:pt x="1" y="373"/>
                    </a:cubicBezTo>
                    <a:cubicBezTo>
                      <a:pt x="1" y="583"/>
                      <a:pt x="397" y="746"/>
                      <a:pt x="887" y="746"/>
                    </a:cubicBezTo>
                    <a:cubicBezTo>
                      <a:pt x="1388" y="746"/>
                      <a:pt x="1784" y="583"/>
                      <a:pt x="1784" y="373"/>
                    </a:cubicBezTo>
                    <a:cubicBezTo>
                      <a:pt x="1784" y="163"/>
                      <a:pt x="1388" y="0"/>
                      <a:pt x="887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2263" name="Google Shape;2263;p76"/>
              <p:cNvSpPr/>
              <p:nvPr/>
            </p:nvSpPr>
            <p:spPr>
              <a:xfrm>
                <a:off x="2117650" y="2994275"/>
                <a:ext cx="46925" cy="47825"/>
              </a:xfrm>
              <a:custGeom>
                <a:avLst/>
                <a:gdLst/>
                <a:ahLst/>
                <a:cxnLst/>
                <a:rect l="l" t="t" r="r" b="b"/>
                <a:pathLst>
                  <a:path w="1877" h="1913" extrusionOk="0">
                    <a:moveTo>
                      <a:pt x="373" y="1"/>
                    </a:moveTo>
                    <a:cubicBezTo>
                      <a:pt x="341" y="1"/>
                      <a:pt x="309" y="24"/>
                      <a:pt x="303" y="71"/>
                    </a:cubicBezTo>
                    <a:cubicBezTo>
                      <a:pt x="234" y="618"/>
                      <a:pt x="0" y="1865"/>
                      <a:pt x="909" y="1912"/>
                    </a:cubicBezTo>
                    <a:cubicBezTo>
                      <a:pt x="918" y="1912"/>
                      <a:pt x="926" y="1912"/>
                      <a:pt x="934" y="1912"/>
                    </a:cubicBezTo>
                    <a:cubicBezTo>
                      <a:pt x="1239" y="1912"/>
                      <a:pt x="1508" y="1707"/>
                      <a:pt x="1655" y="1446"/>
                    </a:cubicBezTo>
                    <a:cubicBezTo>
                      <a:pt x="1877" y="1049"/>
                      <a:pt x="1784" y="572"/>
                      <a:pt x="1714" y="152"/>
                    </a:cubicBezTo>
                    <a:cubicBezTo>
                      <a:pt x="1704" y="99"/>
                      <a:pt x="1663" y="76"/>
                      <a:pt x="1619" y="76"/>
                    </a:cubicBezTo>
                    <a:cubicBezTo>
                      <a:pt x="1557" y="76"/>
                      <a:pt x="1490" y="123"/>
                      <a:pt x="1504" y="199"/>
                    </a:cubicBezTo>
                    <a:cubicBezTo>
                      <a:pt x="1574" y="537"/>
                      <a:pt x="1644" y="910"/>
                      <a:pt x="1527" y="1236"/>
                    </a:cubicBezTo>
                    <a:cubicBezTo>
                      <a:pt x="1428" y="1488"/>
                      <a:pt x="1197" y="1705"/>
                      <a:pt x="941" y="1705"/>
                    </a:cubicBezTo>
                    <a:cubicBezTo>
                      <a:pt x="866" y="1705"/>
                      <a:pt x="788" y="1686"/>
                      <a:pt x="711" y="1644"/>
                    </a:cubicBezTo>
                    <a:cubicBezTo>
                      <a:pt x="187" y="1329"/>
                      <a:pt x="478" y="548"/>
                      <a:pt x="443" y="71"/>
                    </a:cubicBezTo>
                    <a:cubicBezTo>
                      <a:pt x="437" y="24"/>
                      <a:pt x="405" y="1"/>
                      <a:pt x="373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2264" name="Google Shape;2264;p76"/>
              <p:cNvSpPr/>
              <p:nvPr/>
            </p:nvSpPr>
            <p:spPr>
              <a:xfrm>
                <a:off x="2050925" y="2974975"/>
                <a:ext cx="58600" cy="34025"/>
              </a:xfrm>
              <a:custGeom>
                <a:avLst/>
                <a:gdLst/>
                <a:ahLst/>
                <a:cxnLst/>
                <a:rect l="l" t="t" r="r" b="b"/>
                <a:pathLst>
                  <a:path w="2344" h="1361" extrusionOk="0">
                    <a:moveTo>
                      <a:pt x="281" y="0"/>
                    </a:moveTo>
                    <a:cubicBezTo>
                      <a:pt x="198" y="0"/>
                      <a:pt x="153" y="101"/>
                      <a:pt x="210" y="178"/>
                    </a:cubicBezTo>
                    <a:cubicBezTo>
                      <a:pt x="560" y="621"/>
                      <a:pt x="1143" y="924"/>
                      <a:pt x="1702" y="1122"/>
                    </a:cubicBezTo>
                    <a:cubicBezTo>
                      <a:pt x="1143" y="1146"/>
                      <a:pt x="572" y="1157"/>
                      <a:pt x="36" y="1285"/>
                    </a:cubicBezTo>
                    <a:cubicBezTo>
                      <a:pt x="1" y="1285"/>
                      <a:pt x="12" y="1332"/>
                      <a:pt x="47" y="1332"/>
                    </a:cubicBezTo>
                    <a:cubicBezTo>
                      <a:pt x="224" y="1353"/>
                      <a:pt x="404" y="1361"/>
                      <a:pt x="585" y="1361"/>
                    </a:cubicBezTo>
                    <a:cubicBezTo>
                      <a:pt x="1122" y="1361"/>
                      <a:pt x="1672" y="1291"/>
                      <a:pt x="2203" y="1274"/>
                    </a:cubicBezTo>
                    <a:cubicBezTo>
                      <a:pt x="2285" y="1274"/>
                      <a:pt x="2343" y="1146"/>
                      <a:pt x="2250" y="1111"/>
                    </a:cubicBezTo>
                    <a:cubicBezTo>
                      <a:pt x="1912" y="959"/>
                      <a:pt x="1586" y="808"/>
                      <a:pt x="1259" y="621"/>
                    </a:cubicBezTo>
                    <a:cubicBezTo>
                      <a:pt x="945" y="435"/>
                      <a:pt x="665" y="178"/>
                      <a:pt x="339" y="15"/>
                    </a:cubicBezTo>
                    <a:cubicBezTo>
                      <a:pt x="318" y="5"/>
                      <a:pt x="299" y="0"/>
                      <a:pt x="28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2265" name="Google Shape;2265;p76"/>
              <p:cNvSpPr/>
              <p:nvPr/>
            </p:nvSpPr>
            <p:spPr>
              <a:xfrm>
                <a:off x="2198050" y="3018175"/>
                <a:ext cx="44625" cy="18675"/>
              </a:xfrm>
              <a:custGeom>
                <a:avLst/>
                <a:gdLst/>
                <a:ahLst/>
                <a:cxnLst/>
                <a:rect l="l" t="t" r="r" b="b"/>
                <a:pathLst>
                  <a:path w="1785" h="747" extrusionOk="0">
                    <a:moveTo>
                      <a:pt x="887" y="0"/>
                    </a:moveTo>
                    <a:cubicBezTo>
                      <a:pt x="397" y="0"/>
                      <a:pt x="1" y="163"/>
                      <a:pt x="1" y="373"/>
                    </a:cubicBezTo>
                    <a:cubicBezTo>
                      <a:pt x="1" y="583"/>
                      <a:pt x="397" y="746"/>
                      <a:pt x="887" y="746"/>
                    </a:cubicBezTo>
                    <a:cubicBezTo>
                      <a:pt x="1388" y="746"/>
                      <a:pt x="1784" y="583"/>
                      <a:pt x="1784" y="373"/>
                    </a:cubicBezTo>
                    <a:cubicBezTo>
                      <a:pt x="1784" y="163"/>
                      <a:pt x="1388" y="0"/>
                      <a:pt x="887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2266" name="Google Shape;2266;p76"/>
              <p:cNvSpPr/>
              <p:nvPr/>
            </p:nvSpPr>
            <p:spPr>
              <a:xfrm>
                <a:off x="2176200" y="2974975"/>
                <a:ext cx="58600" cy="34025"/>
              </a:xfrm>
              <a:custGeom>
                <a:avLst/>
                <a:gdLst/>
                <a:ahLst/>
                <a:cxnLst/>
                <a:rect l="l" t="t" r="r" b="b"/>
                <a:pathLst>
                  <a:path w="2344" h="1361" extrusionOk="0">
                    <a:moveTo>
                      <a:pt x="2058" y="0"/>
                    </a:moveTo>
                    <a:cubicBezTo>
                      <a:pt x="2042" y="0"/>
                      <a:pt x="2024" y="5"/>
                      <a:pt x="2005" y="15"/>
                    </a:cubicBezTo>
                    <a:cubicBezTo>
                      <a:pt x="1679" y="178"/>
                      <a:pt x="1399" y="435"/>
                      <a:pt x="1073" y="621"/>
                    </a:cubicBezTo>
                    <a:cubicBezTo>
                      <a:pt x="758" y="808"/>
                      <a:pt x="432" y="959"/>
                      <a:pt x="94" y="1111"/>
                    </a:cubicBezTo>
                    <a:cubicBezTo>
                      <a:pt x="1" y="1146"/>
                      <a:pt x="59" y="1274"/>
                      <a:pt x="141" y="1274"/>
                    </a:cubicBezTo>
                    <a:cubicBezTo>
                      <a:pt x="672" y="1291"/>
                      <a:pt x="1216" y="1361"/>
                      <a:pt x="1754" y="1361"/>
                    </a:cubicBezTo>
                    <a:cubicBezTo>
                      <a:pt x="1936" y="1361"/>
                      <a:pt x="2117" y="1353"/>
                      <a:pt x="2297" y="1332"/>
                    </a:cubicBezTo>
                    <a:cubicBezTo>
                      <a:pt x="2332" y="1332"/>
                      <a:pt x="2343" y="1285"/>
                      <a:pt x="2308" y="1285"/>
                    </a:cubicBezTo>
                    <a:cubicBezTo>
                      <a:pt x="1761" y="1157"/>
                      <a:pt x="1190" y="1146"/>
                      <a:pt x="630" y="1122"/>
                    </a:cubicBezTo>
                    <a:cubicBezTo>
                      <a:pt x="1201" y="924"/>
                      <a:pt x="1784" y="621"/>
                      <a:pt x="2134" y="178"/>
                    </a:cubicBezTo>
                    <a:cubicBezTo>
                      <a:pt x="2191" y="101"/>
                      <a:pt x="2138" y="0"/>
                      <a:pt x="205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2267" name="Google Shape;2267;p76"/>
              <p:cNvSpPr/>
              <p:nvPr/>
            </p:nvSpPr>
            <p:spPr>
              <a:xfrm>
                <a:off x="1970525" y="2948525"/>
                <a:ext cx="51000" cy="229900"/>
              </a:xfrm>
              <a:custGeom>
                <a:avLst/>
                <a:gdLst/>
                <a:ahLst/>
                <a:cxnLst/>
                <a:rect l="l" t="t" r="r" b="b"/>
                <a:pathLst>
                  <a:path w="2040" h="9196" extrusionOk="0">
                    <a:moveTo>
                      <a:pt x="2040" y="1"/>
                    </a:moveTo>
                    <a:cubicBezTo>
                      <a:pt x="2039" y="1"/>
                      <a:pt x="699" y="153"/>
                      <a:pt x="350" y="3847"/>
                    </a:cubicBezTo>
                    <a:cubicBezTo>
                      <a:pt x="0" y="7529"/>
                      <a:pt x="1667" y="9196"/>
                      <a:pt x="1667" y="9196"/>
                    </a:cubicBezTo>
                    <a:lnTo>
                      <a:pt x="2040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2268" name="Google Shape;2268;p76"/>
              <p:cNvSpPr/>
              <p:nvPr/>
            </p:nvSpPr>
            <p:spPr>
              <a:xfrm>
                <a:off x="1981875" y="2948525"/>
                <a:ext cx="39650" cy="229900"/>
              </a:xfrm>
              <a:custGeom>
                <a:avLst/>
                <a:gdLst/>
                <a:ahLst/>
                <a:cxnLst/>
                <a:rect l="l" t="t" r="r" b="b"/>
                <a:pathLst>
                  <a:path w="1586" h="9196" extrusionOk="0">
                    <a:moveTo>
                      <a:pt x="1586" y="1"/>
                    </a:moveTo>
                    <a:cubicBezTo>
                      <a:pt x="1585" y="1"/>
                      <a:pt x="1376" y="24"/>
                      <a:pt x="1108" y="281"/>
                    </a:cubicBezTo>
                    <a:cubicBezTo>
                      <a:pt x="1434" y="560"/>
                      <a:pt x="1562" y="1015"/>
                      <a:pt x="1224" y="1469"/>
                    </a:cubicBezTo>
                    <a:cubicBezTo>
                      <a:pt x="1213" y="1481"/>
                      <a:pt x="1213" y="1493"/>
                      <a:pt x="1213" y="1493"/>
                    </a:cubicBezTo>
                    <a:cubicBezTo>
                      <a:pt x="1201" y="1504"/>
                      <a:pt x="1201" y="1528"/>
                      <a:pt x="1189" y="1539"/>
                    </a:cubicBezTo>
                    <a:cubicBezTo>
                      <a:pt x="1143" y="1714"/>
                      <a:pt x="1084" y="1889"/>
                      <a:pt x="1038" y="2064"/>
                    </a:cubicBezTo>
                    <a:cubicBezTo>
                      <a:pt x="910" y="2495"/>
                      <a:pt x="805" y="2926"/>
                      <a:pt x="700" y="3369"/>
                    </a:cubicBezTo>
                    <a:cubicBezTo>
                      <a:pt x="478" y="4266"/>
                      <a:pt x="269" y="5175"/>
                      <a:pt x="117" y="6084"/>
                    </a:cubicBezTo>
                    <a:cubicBezTo>
                      <a:pt x="94" y="6189"/>
                      <a:pt x="70" y="6271"/>
                      <a:pt x="24" y="6352"/>
                    </a:cubicBezTo>
                    <a:cubicBezTo>
                      <a:pt x="12" y="6411"/>
                      <a:pt x="12" y="6457"/>
                      <a:pt x="1" y="6504"/>
                    </a:cubicBezTo>
                    <a:cubicBezTo>
                      <a:pt x="362" y="8345"/>
                      <a:pt x="1213" y="9196"/>
                      <a:pt x="1213" y="9196"/>
                    </a:cubicBezTo>
                    <a:lnTo>
                      <a:pt x="1586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2269" name="Google Shape;2269;p76"/>
              <p:cNvSpPr/>
              <p:nvPr/>
            </p:nvSpPr>
            <p:spPr>
              <a:xfrm>
                <a:off x="1907875" y="3034550"/>
                <a:ext cx="97325" cy="204625"/>
              </a:xfrm>
              <a:custGeom>
                <a:avLst/>
                <a:gdLst/>
                <a:ahLst/>
                <a:cxnLst/>
                <a:rect l="l" t="t" r="r" b="b"/>
                <a:pathLst>
                  <a:path w="3893" h="8185" extrusionOk="0">
                    <a:moveTo>
                      <a:pt x="2803" y="1"/>
                    </a:moveTo>
                    <a:cubicBezTo>
                      <a:pt x="2611" y="1"/>
                      <a:pt x="2418" y="108"/>
                      <a:pt x="2343" y="289"/>
                    </a:cubicBezTo>
                    <a:cubicBezTo>
                      <a:pt x="2226" y="289"/>
                      <a:pt x="2110" y="301"/>
                      <a:pt x="2005" y="336"/>
                    </a:cubicBezTo>
                    <a:cubicBezTo>
                      <a:pt x="1667" y="464"/>
                      <a:pt x="1411" y="779"/>
                      <a:pt x="1364" y="1117"/>
                    </a:cubicBezTo>
                    <a:cubicBezTo>
                      <a:pt x="1352" y="1152"/>
                      <a:pt x="1352" y="1175"/>
                      <a:pt x="1352" y="1210"/>
                    </a:cubicBezTo>
                    <a:cubicBezTo>
                      <a:pt x="1341" y="1326"/>
                      <a:pt x="1364" y="1431"/>
                      <a:pt x="1399" y="1536"/>
                    </a:cubicBezTo>
                    <a:cubicBezTo>
                      <a:pt x="315" y="2107"/>
                      <a:pt x="0" y="4054"/>
                      <a:pt x="199" y="5079"/>
                    </a:cubicBezTo>
                    <a:cubicBezTo>
                      <a:pt x="490" y="6617"/>
                      <a:pt x="1772" y="7888"/>
                      <a:pt x="3310" y="8179"/>
                    </a:cubicBezTo>
                    <a:cubicBezTo>
                      <a:pt x="3332" y="8183"/>
                      <a:pt x="3354" y="8185"/>
                      <a:pt x="3375" y="8185"/>
                    </a:cubicBezTo>
                    <a:cubicBezTo>
                      <a:pt x="3724" y="8185"/>
                      <a:pt x="3859" y="7660"/>
                      <a:pt x="3485" y="7561"/>
                    </a:cubicBezTo>
                    <a:cubicBezTo>
                      <a:pt x="2168" y="7235"/>
                      <a:pt x="1061" y="6291"/>
                      <a:pt x="816" y="4904"/>
                    </a:cubicBezTo>
                    <a:cubicBezTo>
                      <a:pt x="688" y="4205"/>
                      <a:pt x="805" y="3482"/>
                      <a:pt x="1108" y="2830"/>
                    </a:cubicBezTo>
                    <a:cubicBezTo>
                      <a:pt x="1259" y="2515"/>
                      <a:pt x="1480" y="2247"/>
                      <a:pt x="1667" y="1944"/>
                    </a:cubicBezTo>
                    <a:cubicBezTo>
                      <a:pt x="1772" y="2037"/>
                      <a:pt x="1877" y="2107"/>
                      <a:pt x="2005" y="2166"/>
                    </a:cubicBezTo>
                    <a:cubicBezTo>
                      <a:pt x="2135" y="2221"/>
                      <a:pt x="2273" y="2249"/>
                      <a:pt x="2409" y="2249"/>
                    </a:cubicBezTo>
                    <a:cubicBezTo>
                      <a:pt x="2675" y="2249"/>
                      <a:pt x="2931" y="2140"/>
                      <a:pt x="3100" y="1909"/>
                    </a:cubicBezTo>
                    <a:cubicBezTo>
                      <a:pt x="3112" y="1921"/>
                      <a:pt x="3112" y="1921"/>
                      <a:pt x="3112" y="1921"/>
                    </a:cubicBezTo>
                    <a:cubicBezTo>
                      <a:pt x="3192" y="1961"/>
                      <a:pt x="3271" y="1979"/>
                      <a:pt x="3347" y="1979"/>
                    </a:cubicBezTo>
                    <a:cubicBezTo>
                      <a:pt x="3515" y="1979"/>
                      <a:pt x="3668" y="1890"/>
                      <a:pt x="3788" y="1746"/>
                    </a:cubicBezTo>
                    <a:cubicBezTo>
                      <a:pt x="3893" y="1618"/>
                      <a:pt x="3893" y="1466"/>
                      <a:pt x="3788" y="1338"/>
                    </a:cubicBezTo>
                    <a:cubicBezTo>
                      <a:pt x="3671" y="1198"/>
                      <a:pt x="3648" y="1047"/>
                      <a:pt x="3671" y="884"/>
                    </a:cubicBezTo>
                    <a:cubicBezTo>
                      <a:pt x="3683" y="767"/>
                      <a:pt x="3567" y="639"/>
                      <a:pt x="3462" y="604"/>
                    </a:cubicBezTo>
                    <a:cubicBezTo>
                      <a:pt x="3403" y="592"/>
                      <a:pt x="3345" y="581"/>
                      <a:pt x="3287" y="569"/>
                    </a:cubicBezTo>
                    <a:cubicBezTo>
                      <a:pt x="3310" y="394"/>
                      <a:pt x="3264" y="219"/>
                      <a:pt x="3100" y="103"/>
                    </a:cubicBezTo>
                    <a:cubicBezTo>
                      <a:pt x="3014" y="33"/>
                      <a:pt x="2909" y="1"/>
                      <a:pt x="2803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2270" name="Google Shape;2270;p76"/>
              <p:cNvSpPr/>
              <p:nvPr/>
            </p:nvSpPr>
            <p:spPr>
              <a:xfrm>
                <a:off x="1956825" y="2653500"/>
                <a:ext cx="87000" cy="168825"/>
              </a:xfrm>
              <a:custGeom>
                <a:avLst/>
                <a:gdLst/>
                <a:ahLst/>
                <a:cxnLst/>
                <a:rect l="l" t="t" r="r" b="b"/>
                <a:pathLst>
                  <a:path w="3480" h="6753" extrusionOk="0">
                    <a:moveTo>
                      <a:pt x="3261" y="0"/>
                    </a:moveTo>
                    <a:cubicBezTo>
                      <a:pt x="3230" y="0"/>
                      <a:pt x="3199" y="10"/>
                      <a:pt x="3170" y="31"/>
                    </a:cubicBezTo>
                    <a:cubicBezTo>
                      <a:pt x="1189" y="1605"/>
                      <a:pt x="0" y="4145"/>
                      <a:pt x="152" y="6674"/>
                    </a:cubicBezTo>
                    <a:cubicBezTo>
                      <a:pt x="152" y="6727"/>
                      <a:pt x="193" y="6753"/>
                      <a:pt x="233" y="6753"/>
                    </a:cubicBezTo>
                    <a:cubicBezTo>
                      <a:pt x="274" y="6753"/>
                      <a:pt x="315" y="6727"/>
                      <a:pt x="315" y="6674"/>
                    </a:cubicBezTo>
                    <a:cubicBezTo>
                      <a:pt x="455" y="4087"/>
                      <a:pt x="1434" y="1966"/>
                      <a:pt x="3368" y="229"/>
                    </a:cubicBezTo>
                    <a:cubicBezTo>
                      <a:pt x="3479" y="137"/>
                      <a:pt x="3377" y="0"/>
                      <a:pt x="326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2271" name="Google Shape;2271;p76"/>
              <p:cNvSpPr/>
              <p:nvPr/>
            </p:nvSpPr>
            <p:spPr>
              <a:xfrm>
                <a:off x="2343450" y="3316525"/>
                <a:ext cx="9650" cy="147150"/>
              </a:xfrm>
              <a:custGeom>
                <a:avLst/>
                <a:gdLst/>
                <a:ahLst/>
                <a:cxnLst/>
                <a:rect l="l" t="t" r="r" b="b"/>
                <a:pathLst>
                  <a:path w="386" h="5886" extrusionOk="0">
                    <a:moveTo>
                      <a:pt x="193" y="0"/>
                    </a:moveTo>
                    <a:cubicBezTo>
                      <a:pt x="137" y="0"/>
                      <a:pt x="82" y="35"/>
                      <a:pt x="82" y="105"/>
                    </a:cubicBezTo>
                    <a:cubicBezTo>
                      <a:pt x="24" y="1981"/>
                      <a:pt x="0" y="3881"/>
                      <a:pt x="59" y="5746"/>
                    </a:cubicBezTo>
                    <a:cubicBezTo>
                      <a:pt x="65" y="5839"/>
                      <a:pt x="134" y="5885"/>
                      <a:pt x="203" y="5885"/>
                    </a:cubicBezTo>
                    <a:cubicBezTo>
                      <a:pt x="271" y="5885"/>
                      <a:pt x="338" y="5839"/>
                      <a:pt x="338" y="5746"/>
                    </a:cubicBezTo>
                    <a:cubicBezTo>
                      <a:pt x="385" y="3881"/>
                      <a:pt x="373" y="1981"/>
                      <a:pt x="303" y="105"/>
                    </a:cubicBezTo>
                    <a:cubicBezTo>
                      <a:pt x="303" y="35"/>
                      <a:pt x="248" y="0"/>
                      <a:pt x="193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</p:grpSp>
        <p:sp>
          <p:nvSpPr>
            <p:cNvPr id="2272" name="Google Shape;2272;p76"/>
            <p:cNvSpPr/>
            <p:nvPr/>
          </p:nvSpPr>
          <p:spPr>
            <a:xfrm>
              <a:off x="8632649" y="1057790"/>
              <a:ext cx="81146" cy="365356"/>
            </a:xfrm>
            <a:custGeom>
              <a:avLst/>
              <a:gdLst/>
              <a:ahLst/>
              <a:cxnLst/>
              <a:rect l="l" t="t" r="r" b="b"/>
              <a:pathLst>
                <a:path w="2040" h="9185" extrusionOk="0">
                  <a:moveTo>
                    <a:pt x="1" y="1"/>
                  </a:moveTo>
                  <a:lnTo>
                    <a:pt x="362" y="9184"/>
                  </a:lnTo>
                  <a:cubicBezTo>
                    <a:pt x="362" y="9184"/>
                    <a:pt x="2040" y="7529"/>
                    <a:pt x="1690" y="3835"/>
                  </a:cubicBezTo>
                  <a:cubicBezTo>
                    <a:pt x="1329" y="152"/>
                    <a:pt x="1" y="1"/>
                    <a:pt x="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273" name="Google Shape;2273;p76"/>
            <p:cNvSpPr/>
            <p:nvPr/>
          </p:nvSpPr>
          <p:spPr>
            <a:xfrm>
              <a:off x="8632638" y="1143548"/>
              <a:ext cx="154894" cy="325579"/>
            </a:xfrm>
            <a:custGeom>
              <a:avLst/>
              <a:gdLst/>
              <a:ahLst/>
              <a:cxnLst/>
              <a:rect l="l" t="t" r="r" b="b"/>
              <a:pathLst>
                <a:path w="3894" h="8185" extrusionOk="0">
                  <a:moveTo>
                    <a:pt x="1084" y="1"/>
                  </a:moveTo>
                  <a:cubicBezTo>
                    <a:pt x="979" y="1"/>
                    <a:pt x="872" y="33"/>
                    <a:pt x="781" y="103"/>
                  </a:cubicBezTo>
                  <a:cubicBezTo>
                    <a:pt x="630" y="219"/>
                    <a:pt x="572" y="394"/>
                    <a:pt x="595" y="569"/>
                  </a:cubicBezTo>
                  <a:cubicBezTo>
                    <a:pt x="537" y="581"/>
                    <a:pt x="490" y="592"/>
                    <a:pt x="432" y="604"/>
                  </a:cubicBezTo>
                  <a:cubicBezTo>
                    <a:pt x="315" y="639"/>
                    <a:pt x="210" y="767"/>
                    <a:pt x="222" y="884"/>
                  </a:cubicBezTo>
                  <a:cubicBezTo>
                    <a:pt x="245" y="1047"/>
                    <a:pt x="222" y="1198"/>
                    <a:pt x="105" y="1338"/>
                  </a:cubicBezTo>
                  <a:cubicBezTo>
                    <a:pt x="1" y="1466"/>
                    <a:pt x="1" y="1618"/>
                    <a:pt x="105" y="1746"/>
                  </a:cubicBezTo>
                  <a:cubicBezTo>
                    <a:pt x="226" y="1890"/>
                    <a:pt x="379" y="1979"/>
                    <a:pt x="542" y="1979"/>
                  </a:cubicBezTo>
                  <a:cubicBezTo>
                    <a:pt x="617" y="1979"/>
                    <a:pt x="693" y="1961"/>
                    <a:pt x="770" y="1921"/>
                  </a:cubicBezTo>
                  <a:cubicBezTo>
                    <a:pt x="781" y="1921"/>
                    <a:pt x="781" y="1921"/>
                    <a:pt x="781" y="1909"/>
                  </a:cubicBezTo>
                  <a:cubicBezTo>
                    <a:pt x="959" y="2140"/>
                    <a:pt x="1218" y="2249"/>
                    <a:pt x="1484" y="2249"/>
                  </a:cubicBezTo>
                  <a:cubicBezTo>
                    <a:pt x="1620" y="2249"/>
                    <a:pt x="1758" y="2221"/>
                    <a:pt x="1889" y="2166"/>
                  </a:cubicBezTo>
                  <a:cubicBezTo>
                    <a:pt x="2017" y="2107"/>
                    <a:pt x="2122" y="2037"/>
                    <a:pt x="2215" y="1944"/>
                  </a:cubicBezTo>
                  <a:cubicBezTo>
                    <a:pt x="2401" y="2247"/>
                    <a:pt x="2634" y="2515"/>
                    <a:pt x="2786" y="2830"/>
                  </a:cubicBezTo>
                  <a:cubicBezTo>
                    <a:pt x="3077" y="3482"/>
                    <a:pt x="3205" y="4205"/>
                    <a:pt x="3077" y="4904"/>
                  </a:cubicBezTo>
                  <a:cubicBezTo>
                    <a:pt x="2832" y="6291"/>
                    <a:pt x="1714" y="7235"/>
                    <a:pt x="408" y="7561"/>
                  </a:cubicBezTo>
                  <a:cubicBezTo>
                    <a:pt x="23" y="7660"/>
                    <a:pt x="157" y="8185"/>
                    <a:pt x="517" y="8185"/>
                  </a:cubicBezTo>
                  <a:cubicBezTo>
                    <a:pt x="538" y="8185"/>
                    <a:pt x="560" y="8183"/>
                    <a:pt x="583" y="8179"/>
                  </a:cubicBezTo>
                  <a:cubicBezTo>
                    <a:pt x="2110" y="7888"/>
                    <a:pt x="3404" y="6617"/>
                    <a:pt x="3695" y="5079"/>
                  </a:cubicBezTo>
                  <a:cubicBezTo>
                    <a:pt x="3893" y="4054"/>
                    <a:pt x="3578" y="2107"/>
                    <a:pt x="2495" y="1536"/>
                  </a:cubicBezTo>
                  <a:cubicBezTo>
                    <a:pt x="2529" y="1431"/>
                    <a:pt x="2553" y="1326"/>
                    <a:pt x="2541" y="1210"/>
                  </a:cubicBezTo>
                  <a:cubicBezTo>
                    <a:pt x="2541" y="1175"/>
                    <a:pt x="2529" y="1152"/>
                    <a:pt x="2529" y="1117"/>
                  </a:cubicBezTo>
                  <a:cubicBezTo>
                    <a:pt x="2483" y="779"/>
                    <a:pt x="2226" y="464"/>
                    <a:pt x="1889" y="336"/>
                  </a:cubicBezTo>
                  <a:cubicBezTo>
                    <a:pt x="1772" y="301"/>
                    <a:pt x="1655" y="289"/>
                    <a:pt x="1551" y="289"/>
                  </a:cubicBezTo>
                  <a:cubicBezTo>
                    <a:pt x="1468" y="108"/>
                    <a:pt x="1278" y="1"/>
                    <a:pt x="108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7" name="Google Shape;1857;p71"/>
          <p:cNvSpPr/>
          <p:nvPr/>
        </p:nvSpPr>
        <p:spPr>
          <a:xfrm>
            <a:off x="4091431" y="1865991"/>
            <a:ext cx="1074821" cy="1316272"/>
          </a:xfrm>
          <a:custGeom>
            <a:avLst/>
            <a:gdLst/>
            <a:ahLst/>
            <a:cxnLst/>
            <a:rect l="l" t="t" r="r" b="b"/>
            <a:pathLst>
              <a:path w="33818" h="41415" extrusionOk="0">
                <a:moveTo>
                  <a:pt x="25840" y="1"/>
                </a:moveTo>
                <a:lnTo>
                  <a:pt x="25840" y="1"/>
                </a:lnTo>
                <a:cubicBezTo>
                  <a:pt x="23244" y="4454"/>
                  <a:pt x="20958" y="8812"/>
                  <a:pt x="18362" y="13218"/>
                </a:cubicBezTo>
                <a:cubicBezTo>
                  <a:pt x="17171" y="10170"/>
                  <a:pt x="16099" y="7336"/>
                  <a:pt x="14980" y="4454"/>
                </a:cubicBezTo>
                <a:cubicBezTo>
                  <a:pt x="14623" y="4740"/>
                  <a:pt x="14671" y="5026"/>
                  <a:pt x="14623" y="5264"/>
                </a:cubicBezTo>
                <a:cubicBezTo>
                  <a:pt x="14051" y="8169"/>
                  <a:pt x="13504" y="11075"/>
                  <a:pt x="12932" y="13980"/>
                </a:cubicBezTo>
                <a:cubicBezTo>
                  <a:pt x="12815" y="14537"/>
                  <a:pt x="12770" y="14761"/>
                  <a:pt x="12541" y="14761"/>
                </a:cubicBezTo>
                <a:cubicBezTo>
                  <a:pt x="12398" y="14761"/>
                  <a:pt x="12184" y="14674"/>
                  <a:pt x="11837" y="14528"/>
                </a:cubicBezTo>
                <a:cubicBezTo>
                  <a:pt x="9503" y="13575"/>
                  <a:pt x="7145" y="12622"/>
                  <a:pt x="4788" y="11646"/>
                </a:cubicBezTo>
                <a:cubicBezTo>
                  <a:pt x="4508" y="11546"/>
                  <a:pt x="4244" y="11362"/>
                  <a:pt x="3928" y="11362"/>
                </a:cubicBezTo>
                <a:cubicBezTo>
                  <a:pt x="3867" y="11362"/>
                  <a:pt x="3805" y="11369"/>
                  <a:pt x="3740" y="11384"/>
                </a:cubicBezTo>
                <a:cubicBezTo>
                  <a:pt x="3763" y="11646"/>
                  <a:pt x="3930" y="11789"/>
                  <a:pt x="4073" y="11979"/>
                </a:cubicBezTo>
                <a:cubicBezTo>
                  <a:pt x="5740" y="14075"/>
                  <a:pt x="7407" y="16195"/>
                  <a:pt x="9074" y="18314"/>
                </a:cubicBezTo>
                <a:cubicBezTo>
                  <a:pt x="9717" y="19148"/>
                  <a:pt x="9717" y="19148"/>
                  <a:pt x="8931" y="19791"/>
                </a:cubicBezTo>
                <a:cubicBezTo>
                  <a:pt x="6240" y="22005"/>
                  <a:pt x="3525" y="24196"/>
                  <a:pt x="858" y="26411"/>
                </a:cubicBezTo>
                <a:cubicBezTo>
                  <a:pt x="549" y="26673"/>
                  <a:pt x="144" y="26840"/>
                  <a:pt x="1" y="27292"/>
                </a:cubicBezTo>
                <a:cubicBezTo>
                  <a:pt x="73" y="27314"/>
                  <a:pt x="143" y="27322"/>
                  <a:pt x="212" y="27322"/>
                </a:cubicBezTo>
                <a:cubicBezTo>
                  <a:pt x="369" y="27322"/>
                  <a:pt x="518" y="27278"/>
                  <a:pt x="668" y="27244"/>
                </a:cubicBezTo>
                <a:cubicBezTo>
                  <a:pt x="3930" y="26482"/>
                  <a:pt x="7169" y="25697"/>
                  <a:pt x="10408" y="24958"/>
                </a:cubicBezTo>
                <a:cubicBezTo>
                  <a:pt x="10651" y="24904"/>
                  <a:pt x="10830" y="24871"/>
                  <a:pt x="10960" y="24871"/>
                </a:cubicBezTo>
                <a:cubicBezTo>
                  <a:pt x="11286" y="24871"/>
                  <a:pt x="11289" y="25082"/>
                  <a:pt x="11170" y="25697"/>
                </a:cubicBezTo>
                <a:cubicBezTo>
                  <a:pt x="10479" y="29483"/>
                  <a:pt x="9789" y="33270"/>
                  <a:pt x="9098" y="37080"/>
                </a:cubicBezTo>
                <a:cubicBezTo>
                  <a:pt x="8836" y="38509"/>
                  <a:pt x="8598" y="39938"/>
                  <a:pt x="8336" y="41366"/>
                </a:cubicBezTo>
                <a:cubicBezTo>
                  <a:pt x="8431" y="41390"/>
                  <a:pt x="8503" y="41414"/>
                  <a:pt x="8574" y="41414"/>
                </a:cubicBezTo>
                <a:cubicBezTo>
                  <a:pt x="11289" y="37437"/>
                  <a:pt x="13980" y="33460"/>
                  <a:pt x="16790" y="29340"/>
                </a:cubicBezTo>
                <a:cubicBezTo>
                  <a:pt x="18671" y="33365"/>
                  <a:pt x="20457" y="37199"/>
                  <a:pt x="22267" y="41057"/>
                </a:cubicBezTo>
                <a:lnTo>
                  <a:pt x="22482" y="40985"/>
                </a:lnTo>
                <a:cubicBezTo>
                  <a:pt x="22482" y="36627"/>
                  <a:pt x="22339" y="32246"/>
                  <a:pt x="22053" y="27792"/>
                </a:cubicBezTo>
                <a:lnTo>
                  <a:pt x="22053" y="27792"/>
                </a:lnTo>
                <a:cubicBezTo>
                  <a:pt x="26078" y="28911"/>
                  <a:pt x="29936" y="30007"/>
                  <a:pt x="33817" y="31079"/>
                </a:cubicBezTo>
                <a:cubicBezTo>
                  <a:pt x="33698" y="30674"/>
                  <a:pt x="33484" y="30412"/>
                  <a:pt x="33270" y="30174"/>
                </a:cubicBezTo>
                <a:cubicBezTo>
                  <a:pt x="30698" y="27411"/>
                  <a:pt x="28102" y="24649"/>
                  <a:pt x="25530" y="21886"/>
                </a:cubicBezTo>
                <a:cubicBezTo>
                  <a:pt x="24839" y="21148"/>
                  <a:pt x="24720" y="21196"/>
                  <a:pt x="25554" y="20410"/>
                </a:cubicBezTo>
                <a:cubicBezTo>
                  <a:pt x="28126" y="18076"/>
                  <a:pt x="30674" y="15695"/>
                  <a:pt x="33246" y="13337"/>
                </a:cubicBezTo>
                <a:cubicBezTo>
                  <a:pt x="33389" y="13194"/>
                  <a:pt x="33651" y="13123"/>
                  <a:pt x="33460" y="12765"/>
                </a:cubicBezTo>
                <a:lnTo>
                  <a:pt x="33460" y="12765"/>
                </a:lnTo>
                <a:cubicBezTo>
                  <a:pt x="31936" y="13099"/>
                  <a:pt x="30412" y="13432"/>
                  <a:pt x="28888" y="13766"/>
                </a:cubicBezTo>
                <a:cubicBezTo>
                  <a:pt x="27126" y="14147"/>
                  <a:pt x="25363" y="14551"/>
                  <a:pt x="23625" y="14932"/>
                </a:cubicBezTo>
                <a:cubicBezTo>
                  <a:pt x="23444" y="14971"/>
                  <a:pt x="23306" y="14994"/>
                  <a:pt x="23204" y="14994"/>
                </a:cubicBezTo>
                <a:cubicBezTo>
                  <a:pt x="22931" y="14994"/>
                  <a:pt x="22912" y="14829"/>
                  <a:pt x="22982" y="14361"/>
                </a:cubicBezTo>
                <a:cubicBezTo>
                  <a:pt x="23006" y="14266"/>
                  <a:pt x="23029" y="14194"/>
                  <a:pt x="23029" y="14123"/>
                </a:cubicBezTo>
                <a:cubicBezTo>
                  <a:pt x="23815" y="10432"/>
                  <a:pt x="24601" y="6740"/>
                  <a:pt x="25363" y="3049"/>
                </a:cubicBezTo>
                <a:cubicBezTo>
                  <a:pt x="25530" y="2120"/>
                  <a:pt x="25863" y="1215"/>
                  <a:pt x="25840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858" name="Google Shape;1858;p71"/>
          <p:cNvSpPr/>
          <p:nvPr/>
        </p:nvSpPr>
        <p:spPr>
          <a:xfrm flipH="1">
            <a:off x="7398093" y="3319082"/>
            <a:ext cx="1066669" cy="1085002"/>
          </a:xfrm>
          <a:custGeom>
            <a:avLst/>
            <a:gdLst/>
            <a:ahLst/>
            <a:cxnLst/>
            <a:rect l="l" t="t" r="r" b="b"/>
            <a:pathLst>
              <a:path w="5623" h="5447" extrusionOk="0">
                <a:moveTo>
                  <a:pt x="2987" y="1"/>
                </a:moveTo>
                <a:cubicBezTo>
                  <a:pt x="2618" y="1"/>
                  <a:pt x="2239" y="92"/>
                  <a:pt x="1860" y="246"/>
                </a:cubicBezTo>
                <a:cubicBezTo>
                  <a:pt x="955" y="651"/>
                  <a:pt x="336" y="1246"/>
                  <a:pt x="193" y="2318"/>
                </a:cubicBezTo>
                <a:cubicBezTo>
                  <a:pt x="0" y="3988"/>
                  <a:pt x="1926" y="5447"/>
                  <a:pt x="3441" y="5447"/>
                </a:cubicBezTo>
                <a:cubicBezTo>
                  <a:pt x="3611" y="5447"/>
                  <a:pt x="3776" y="5428"/>
                  <a:pt x="3932" y="5390"/>
                </a:cubicBezTo>
                <a:cubicBezTo>
                  <a:pt x="5051" y="5080"/>
                  <a:pt x="5623" y="4390"/>
                  <a:pt x="5623" y="3342"/>
                </a:cubicBezTo>
                <a:cubicBezTo>
                  <a:pt x="5623" y="2127"/>
                  <a:pt x="5170" y="1246"/>
                  <a:pt x="4384" y="556"/>
                </a:cubicBezTo>
                <a:cubicBezTo>
                  <a:pt x="3950" y="162"/>
                  <a:pt x="3477" y="1"/>
                  <a:pt x="2987" y="1"/>
                </a:cubicBezTo>
                <a:close/>
              </a:path>
            </a:pathLst>
          </a:custGeom>
          <a:solidFill>
            <a:schemeClr val="accent5">
              <a:alpha val="3095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859" name="Google Shape;1859;p71"/>
          <p:cNvSpPr/>
          <p:nvPr/>
        </p:nvSpPr>
        <p:spPr>
          <a:xfrm flipH="1">
            <a:off x="7398093" y="1653882"/>
            <a:ext cx="1066669" cy="1085002"/>
          </a:xfrm>
          <a:custGeom>
            <a:avLst/>
            <a:gdLst/>
            <a:ahLst/>
            <a:cxnLst/>
            <a:rect l="l" t="t" r="r" b="b"/>
            <a:pathLst>
              <a:path w="5623" h="5447" extrusionOk="0">
                <a:moveTo>
                  <a:pt x="2987" y="1"/>
                </a:moveTo>
                <a:cubicBezTo>
                  <a:pt x="2618" y="1"/>
                  <a:pt x="2239" y="92"/>
                  <a:pt x="1860" y="246"/>
                </a:cubicBezTo>
                <a:cubicBezTo>
                  <a:pt x="955" y="651"/>
                  <a:pt x="336" y="1246"/>
                  <a:pt x="193" y="2318"/>
                </a:cubicBezTo>
                <a:cubicBezTo>
                  <a:pt x="0" y="3988"/>
                  <a:pt x="1926" y="5447"/>
                  <a:pt x="3441" y="5447"/>
                </a:cubicBezTo>
                <a:cubicBezTo>
                  <a:pt x="3611" y="5447"/>
                  <a:pt x="3776" y="5428"/>
                  <a:pt x="3932" y="5390"/>
                </a:cubicBezTo>
                <a:cubicBezTo>
                  <a:pt x="5051" y="5080"/>
                  <a:pt x="5623" y="4390"/>
                  <a:pt x="5623" y="3342"/>
                </a:cubicBezTo>
                <a:cubicBezTo>
                  <a:pt x="5623" y="2127"/>
                  <a:pt x="5170" y="1246"/>
                  <a:pt x="4384" y="556"/>
                </a:cubicBezTo>
                <a:cubicBezTo>
                  <a:pt x="3950" y="162"/>
                  <a:pt x="3477" y="1"/>
                  <a:pt x="2987" y="1"/>
                </a:cubicBezTo>
                <a:close/>
              </a:path>
            </a:pathLst>
          </a:custGeom>
          <a:solidFill>
            <a:schemeClr val="accent5">
              <a:alpha val="3095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860" name="Google Shape;1860;p71"/>
          <p:cNvSpPr/>
          <p:nvPr/>
        </p:nvSpPr>
        <p:spPr>
          <a:xfrm>
            <a:off x="674312" y="3319061"/>
            <a:ext cx="1066669" cy="1085056"/>
          </a:xfrm>
          <a:custGeom>
            <a:avLst/>
            <a:gdLst/>
            <a:ahLst/>
            <a:cxnLst/>
            <a:rect l="l" t="t" r="r" b="b"/>
            <a:pathLst>
              <a:path w="5623" h="5447" extrusionOk="0">
                <a:moveTo>
                  <a:pt x="2987" y="1"/>
                </a:moveTo>
                <a:cubicBezTo>
                  <a:pt x="2618" y="1"/>
                  <a:pt x="2239" y="92"/>
                  <a:pt x="1860" y="246"/>
                </a:cubicBezTo>
                <a:cubicBezTo>
                  <a:pt x="955" y="651"/>
                  <a:pt x="336" y="1246"/>
                  <a:pt x="193" y="2318"/>
                </a:cubicBezTo>
                <a:cubicBezTo>
                  <a:pt x="0" y="3988"/>
                  <a:pt x="1926" y="5447"/>
                  <a:pt x="3441" y="5447"/>
                </a:cubicBezTo>
                <a:cubicBezTo>
                  <a:pt x="3611" y="5447"/>
                  <a:pt x="3776" y="5428"/>
                  <a:pt x="3932" y="5390"/>
                </a:cubicBezTo>
                <a:cubicBezTo>
                  <a:pt x="5051" y="5080"/>
                  <a:pt x="5623" y="4390"/>
                  <a:pt x="5623" y="3342"/>
                </a:cubicBezTo>
                <a:cubicBezTo>
                  <a:pt x="5623" y="2127"/>
                  <a:pt x="5170" y="1246"/>
                  <a:pt x="4384" y="556"/>
                </a:cubicBezTo>
                <a:cubicBezTo>
                  <a:pt x="3950" y="162"/>
                  <a:pt x="3477" y="1"/>
                  <a:pt x="2987" y="1"/>
                </a:cubicBezTo>
                <a:close/>
              </a:path>
            </a:pathLst>
          </a:custGeom>
          <a:solidFill>
            <a:schemeClr val="accent5">
              <a:alpha val="3095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861" name="Google Shape;1861;p71"/>
          <p:cNvSpPr/>
          <p:nvPr/>
        </p:nvSpPr>
        <p:spPr>
          <a:xfrm>
            <a:off x="674338" y="1653883"/>
            <a:ext cx="1066655" cy="1085002"/>
          </a:xfrm>
          <a:custGeom>
            <a:avLst/>
            <a:gdLst/>
            <a:ahLst/>
            <a:cxnLst/>
            <a:rect l="l" t="t" r="r" b="b"/>
            <a:pathLst>
              <a:path w="5623" h="5447" extrusionOk="0">
                <a:moveTo>
                  <a:pt x="2987" y="1"/>
                </a:moveTo>
                <a:cubicBezTo>
                  <a:pt x="2618" y="1"/>
                  <a:pt x="2239" y="92"/>
                  <a:pt x="1860" y="246"/>
                </a:cubicBezTo>
                <a:cubicBezTo>
                  <a:pt x="955" y="651"/>
                  <a:pt x="336" y="1246"/>
                  <a:pt x="193" y="2318"/>
                </a:cubicBezTo>
                <a:cubicBezTo>
                  <a:pt x="0" y="3988"/>
                  <a:pt x="1926" y="5447"/>
                  <a:pt x="3441" y="5447"/>
                </a:cubicBezTo>
                <a:cubicBezTo>
                  <a:pt x="3611" y="5447"/>
                  <a:pt x="3776" y="5428"/>
                  <a:pt x="3932" y="5390"/>
                </a:cubicBezTo>
                <a:cubicBezTo>
                  <a:pt x="5051" y="5080"/>
                  <a:pt x="5623" y="4390"/>
                  <a:pt x="5623" y="3342"/>
                </a:cubicBezTo>
                <a:cubicBezTo>
                  <a:pt x="5623" y="2127"/>
                  <a:pt x="5170" y="1246"/>
                  <a:pt x="4384" y="556"/>
                </a:cubicBezTo>
                <a:cubicBezTo>
                  <a:pt x="3950" y="162"/>
                  <a:pt x="3477" y="1"/>
                  <a:pt x="2987" y="1"/>
                </a:cubicBezTo>
                <a:close/>
              </a:path>
            </a:pathLst>
          </a:custGeom>
          <a:solidFill>
            <a:schemeClr val="accent5">
              <a:alpha val="3095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862" name="Google Shape;1862;p71"/>
          <p:cNvSpPr txBox="1">
            <a:spLocks noGrp="1"/>
          </p:cNvSpPr>
          <p:nvPr>
            <p:ph type="title"/>
          </p:nvPr>
        </p:nvSpPr>
        <p:spPr>
          <a:xfrm>
            <a:off x="770863" y="1916500"/>
            <a:ext cx="873600" cy="511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01</a:t>
            </a:r>
            <a:endParaRPr lang="en-GB"/>
          </a:p>
        </p:txBody>
      </p:sp>
      <p:sp>
        <p:nvSpPr>
          <p:cNvPr id="1864" name="Google Shape;1864;p71"/>
          <p:cNvSpPr txBox="1">
            <a:spLocks noGrp="1"/>
          </p:cNvSpPr>
          <p:nvPr>
            <p:ph type="title" idx="2"/>
          </p:nvPr>
        </p:nvSpPr>
        <p:spPr>
          <a:xfrm flipH="1">
            <a:off x="7494550" y="1912150"/>
            <a:ext cx="873600" cy="511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03</a:t>
            </a:r>
            <a:endParaRPr lang="en-GB"/>
          </a:p>
        </p:txBody>
      </p:sp>
      <p:sp>
        <p:nvSpPr>
          <p:cNvPr id="1866" name="Google Shape;1866;p71"/>
          <p:cNvSpPr txBox="1">
            <a:spLocks noGrp="1"/>
          </p:cNvSpPr>
          <p:nvPr>
            <p:ph type="title" idx="4"/>
          </p:nvPr>
        </p:nvSpPr>
        <p:spPr>
          <a:xfrm>
            <a:off x="770849" y="3581650"/>
            <a:ext cx="873600" cy="511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02</a:t>
            </a:r>
            <a:endParaRPr lang="en-GB"/>
          </a:p>
        </p:txBody>
      </p:sp>
      <p:sp>
        <p:nvSpPr>
          <p:cNvPr id="1868" name="Google Shape;1868;p71"/>
          <p:cNvSpPr txBox="1">
            <a:spLocks noGrp="1"/>
          </p:cNvSpPr>
          <p:nvPr>
            <p:ph type="title" idx="6"/>
          </p:nvPr>
        </p:nvSpPr>
        <p:spPr>
          <a:xfrm flipH="1">
            <a:off x="7494550" y="3581650"/>
            <a:ext cx="873600" cy="511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04</a:t>
            </a:r>
            <a:endParaRPr lang="en-GB"/>
          </a:p>
        </p:txBody>
      </p:sp>
      <p:sp>
        <p:nvSpPr>
          <p:cNvPr id="1870" name="Google Shape;1870;p71"/>
          <p:cNvSpPr txBox="1">
            <a:spLocks noGrp="1"/>
          </p:cNvSpPr>
          <p:nvPr>
            <p:ph type="title" idx="8"/>
          </p:nvPr>
        </p:nvSpPr>
        <p:spPr>
          <a:xfrm>
            <a:off x="474035" y="195486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 smtClean="0"/>
              <a:t>Agenda</a:t>
            </a:r>
            <a:endParaRPr dirty="0"/>
          </a:p>
        </p:txBody>
      </p:sp>
      <p:sp>
        <p:nvSpPr>
          <p:cNvPr id="1872" name="Google Shape;1872;p71"/>
          <p:cNvSpPr txBox="1">
            <a:spLocks noGrp="1"/>
          </p:cNvSpPr>
          <p:nvPr>
            <p:ph type="subTitle" idx="13"/>
          </p:nvPr>
        </p:nvSpPr>
        <p:spPr>
          <a:xfrm flipH="1">
            <a:off x="5580112" y="3641175"/>
            <a:ext cx="2155800" cy="360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 smtClean="0"/>
              <a:t>Scientific methods</a:t>
            </a:r>
            <a:endParaRPr dirty="0"/>
          </a:p>
        </p:txBody>
      </p:sp>
      <p:sp>
        <p:nvSpPr>
          <p:cNvPr id="1873" name="Google Shape;1873;p71"/>
          <p:cNvSpPr txBox="1">
            <a:spLocks noGrp="1"/>
          </p:cNvSpPr>
          <p:nvPr>
            <p:ph type="subTitle" idx="14"/>
          </p:nvPr>
        </p:nvSpPr>
        <p:spPr>
          <a:xfrm>
            <a:off x="1835211" y="3875472"/>
            <a:ext cx="2151300" cy="360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 smtClean="0"/>
              <a:t>Precision</a:t>
            </a:r>
            <a:endParaRPr dirty="0"/>
          </a:p>
        </p:txBody>
      </p:sp>
      <p:sp>
        <p:nvSpPr>
          <p:cNvPr id="1874" name="Google Shape;1874;p71"/>
          <p:cNvSpPr txBox="1">
            <a:spLocks noGrp="1"/>
          </p:cNvSpPr>
          <p:nvPr>
            <p:ph type="subTitle" idx="15"/>
          </p:nvPr>
        </p:nvSpPr>
        <p:spPr>
          <a:xfrm flipH="1">
            <a:off x="5242293" y="2585523"/>
            <a:ext cx="2155800" cy="360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20204"/>
              <a:buNone/>
            </a:pP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 smtClean="0"/>
              <a:t>Heat and Temperature</a:t>
            </a:r>
            <a:endParaRPr dirty="0"/>
          </a:p>
        </p:txBody>
      </p:sp>
      <p:grpSp>
        <p:nvGrpSpPr>
          <p:cNvPr id="1875" name="Google Shape;1875;p71"/>
          <p:cNvGrpSpPr/>
          <p:nvPr/>
        </p:nvGrpSpPr>
        <p:grpSpPr>
          <a:xfrm>
            <a:off x="3986511" y="2585523"/>
            <a:ext cx="1335157" cy="1495938"/>
            <a:chOff x="3839275" y="2586275"/>
            <a:chExt cx="1066675" cy="1195125"/>
          </a:xfrm>
        </p:grpSpPr>
        <p:sp>
          <p:nvSpPr>
            <p:cNvPr id="1876" name="Google Shape;1876;p71"/>
            <p:cNvSpPr/>
            <p:nvPr/>
          </p:nvSpPr>
          <p:spPr>
            <a:xfrm>
              <a:off x="4036225" y="2716000"/>
              <a:ext cx="619450" cy="888400"/>
            </a:xfrm>
            <a:custGeom>
              <a:avLst/>
              <a:gdLst/>
              <a:ahLst/>
              <a:cxnLst/>
              <a:rect l="l" t="t" r="r" b="b"/>
              <a:pathLst>
                <a:path w="24778" h="35536" extrusionOk="0">
                  <a:moveTo>
                    <a:pt x="20066" y="1"/>
                  </a:moveTo>
                  <a:cubicBezTo>
                    <a:pt x="18720" y="1"/>
                    <a:pt x="16958" y="261"/>
                    <a:pt x="14778" y="561"/>
                  </a:cubicBezTo>
                  <a:cubicBezTo>
                    <a:pt x="9359" y="1307"/>
                    <a:pt x="2996" y="2344"/>
                    <a:pt x="2122" y="2449"/>
                  </a:cubicBezTo>
                  <a:cubicBezTo>
                    <a:pt x="1236" y="2554"/>
                    <a:pt x="1" y="3638"/>
                    <a:pt x="1" y="7612"/>
                  </a:cubicBezTo>
                  <a:cubicBezTo>
                    <a:pt x="12" y="11501"/>
                    <a:pt x="79" y="26502"/>
                    <a:pt x="4165" y="34985"/>
                  </a:cubicBezTo>
                  <a:lnTo>
                    <a:pt x="4165" y="34985"/>
                  </a:lnTo>
                  <a:cubicBezTo>
                    <a:pt x="3987" y="34380"/>
                    <a:pt x="4092" y="33423"/>
                    <a:pt x="6142" y="32878"/>
                  </a:cubicBezTo>
                  <a:cubicBezTo>
                    <a:pt x="9289" y="32027"/>
                    <a:pt x="24777" y="29137"/>
                    <a:pt x="24777" y="29137"/>
                  </a:cubicBezTo>
                  <a:cubicBezTo>
                    <a:pt x="24777" y="29137"/>
                    <a:pt x="23635" y="5584"/>
                    <a:pt x="23332" y="2449"/>
                  </a:cubicBezTo>
                  <a:cubicBezTo>
                    <a:pt x="23151" y="576"/>
                    <a:pt x="22067" y="1"/>
                    <a:pt x="20066" y="1"/>
                  </a:cubicBezTo>
                  <a:close/>
                  <a:moveTo>
                    <a:pt x="4165" y="34985"/>
                  </a:moveTo>
                  <a:cubicBezTo>
                    <a:pt x="4261" y="35312"/>
                    <a:pt x="4441" y="35535"/>
                    <a:pt x="4441" y="35535"/>
                  </a:cubicBezTo>
                  <a:cubicBezTo>
                    <a:pt x="4347" y="35355"/>
                    <a:pt x="4255" y="35171"/>
                    <a:pt x="4165" y="34985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877" name="Google Shape;1877;p71"/>
            <p:cNvSpPr/>
            <p:nvPr/>
          </p:nvSpPr>
          <p:spPr>
            <a:xfrm>
              <a:off x="4110525" y="2716025"/>
              <a:ext cx="545150" cy="874675"/>
            </a:xfrm>
            <a:custGeom>
              <a:avLst/>
              <a:gdLst/>
              <a:ahLst/>
              <a:cxnLst/>
              <a:rect l="l" t="t" r="r" b="b"/>
              <a:pathLst>
                <a:path w="21806" h="34987" extrusionOk="0">
                  <a:moveTo>
                    <a:pt x="17120" y="1"/>
                  </a:moveTo>
                  <a:lnTo>
                    <a:pt x="17120" y="1"/>
                  </a:lnTo>
                  <a:cubicBezTo>
                    <a:pt x="17493" y="3614"/>
                    <a:pt x="17878" y="7238"/>
                    <a:pt x="18169" y="10863"/>
                  </a:cubicBezTo>
                  <a:cubicBezTo>
                    <a:pt x="18332" y="12820"/>
                    <a:pt x="18437" y="14790"/>
                    <a:pt x="18332" y="16760"/>
                  </a:cubicBezTo>
                  <a:cubicBezTo>
                    <a:pt x="18239" y="18461"/>
                    <a:pt x="17948" y="20139"/>
                    <a:pt x="17680" y="21829"/>
                  </a:cubicBezTo>
                  <a:cubicBezTo>
                    <a:pt x="17388" y="23647"/>
                    <a:pt x="16934" y="25605"/>
                    <a:pt x="15209" y="26584"/>
                  </a:cubicBezTo>
                  <a:cubicBezTo>
                    <a:pt x="13309" y="27668"/>
                    <a:pt x="10734" y="27866"/>
                    <a:pt x="8636" y="28250"/>
                  </a:cubicBezTo>
                  <a:cubicBezTo>
                    <a:pt x="5629" y="28810"/>
                    <a:pt x="2471" y="29381"/>
                    <a:pt x="315" y="31747"/>
                  </a:cubicBezTo>
                  <a:cubicBezTo>
                    <a:pt x="222" y="31863"/>
                    <a:pt x="105" y="31945"/>
                    <a:pt x="0" y="32015"/>
                  </a:cubicBezTo>
                  <a:cubicBezTo>
                    <a:pt x="350" y="33064"/>
                    <a:pt x="746" y="34066"/>
                    <a:pt x="1189" y="34987"/>
                  </a:cubicBezTo>
                  <a:cubicBezTo>
                    <a:pt x="1014" y="34381"/>
                    <a:pt x="1119" y="33425"/>
                    <a:pt x="3170" y="32877"/>
                  </a:cubicBezTo>
                  <a:cubicBezTo>
                    <a:pt x="6317" y="32026"/>
                    <a:pt x="21805" y="29136"/>
                    <a:pt x="21805" y="29136"/>
                  </a:cubicBezTo>
                  <a:cubicBezTo>
                    <a:pt x="21805" y="29136"/>
                    <a:pt x="20663" y="5583"/>
                    <a:pt x="20360" y="2448"/>
                  </a:cubicBezTo>
                  <a:cubicBezTo>
                    <a:pt x="20174" y="584"/>
                    <a:pt x="19102" y="13"/>
                    <a:pt x="17120" y="1"/>
                  </a:cubicBezTo>
                  <a:close/>
                </a:path>
              </a:pathLst>
            </a:custGeom>
            <a:solidFill>
              <a:schemeClr val="dk1">
                <a:alpha val="952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878" name="Google Shape;1878;p71"/>
            <p:cNvSpPr/>
            <p:nvPr/>
          </p:nvSpPr>
          <p:spPr>
            <a:xfrm>
              <a:off x="4293800" y="2935225"/>
              <a:ext cx="70525" cy="44325"/>
            </a:xfrm>
            <a:custGeom>
              <a:avLst/>
              <a:gdLst/>
              <a:ahLst/>
              <a:cxnLst/>
              <a:rect l="l" t="t" r="r" b="b"/>
              <a:pathLst>
                <a:path w="2821" h="1773" extrusionOk="0">
                  <a:moveTo>
                    <a:pt x="2159" y="1"/>
                  </a:moveTo>
                  <a:cubicBezTo>
                    <a:pt x="2086" y="1"/>
                    <a:pt x="2019" y="71"/>
                    <a:pt x="2028" y="148"/>
                  </a:cubicBezTo>
                  <a:cubicBezTo>
                    <a:pt x="2063" y="405"/>
                    <a:pt x="2156" y="603"/>
                    <a:pt x="2074" y="859"/>
                  </a:cubicBezTo>
                  <a:cubicBezTo>
                    <a:pt x="1981" y="1139"/>
                    <a:pt x="1771" y="1384"/>
                    <a:pt x="1492" y="1454"/>
                  </a:cubicBezTo>
                  <a:cubicBezTo>
                    <a:pt x="1430" y="1468"/>
                    <a:pt x="1369" y="1476"/>
                    <a:pt x="1311" y="1476"/>
                  </a:cubicBezTo>
                  <a:cubicBezTo>
                    <a:pt x="777" y="1476"/>
                    <a:pt x="408" y="887"/>
                    <a:pt x="408" y="393"/>
                  </a:cubicBezTo>
                  <a:cubicBezTo>
                    <a:pt x="408" y="350"/>
                    <a:pt x="372" y="320"/>
                    <a:pt x="339" y="320"/>
                  </a:cubicBezTo>
                  <a:cubicBezTo>
                    <a:pt x="319" y="320"/>
                    <a:pt x="300" y="331"/>
                    <a:pt x="291" y="358"/>
                  </a:cubicBezTo>
                  <a:cubicBezTo>
                    <a:pt x="1" y="1036"/>
                    <a:pt x="643" y="1773"/>
                    <a:pt x="1339" y="1773"/>
                  </a:cubicBezTo>
                  <a:cubicBezTo>
                    <a:pt x="1398" y="1773"/>
                    <a:pt x="1456" y="1767"/>
                    <a:pt x="1515" y="1757"/>
                  </a:cubicBezTo>
                  <a:cubicBezTo>
                    <a:pt x="2168" y="1640"/>
                    <a:pt x="2820" y="568"/>
                    <a:pt x="2237" y="32"/>
                  </a:cubicBezTo>
                  <a:cubicBezTo>
                    <a:pt x="2213" y="10"/>
                    <a:pt x="2185" y="1"/>
                    <a:pt x="2159" y="1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879" name="Google Shape;1879;p71"/>
            <p:cNvSpPr/>
            <p:nvPr/>
          </p:nvSpPr>
          <p:spPr>
            <a:xfrm>
              <a:off x="4145475" y="2987325"/>
              <a:ext cx="85700" cy="36500"/>
            </a:xfrm>
            <a:custGeom>
              <a:avLst/>
              <a:gdLst/>
              <a:ahLst/>
              <a:cxnLst/>
              <a:rect l="l" t="t" r="r" b="b"/>
              <a:pathLst>
                <a:path w="3428" h="1460" extrusionOk="0">
                  <a:moveTo>
                    <a:pt x="2184" y="1"/>
                  </a:moveTo>
                  <a:cubicBezTo>
                    <a:pt x="2003" y="1"/>
                    <a:pt x="1809" y="15"/>
                    <a:pt x="1609" y="46"/>
                  </a:cubicBezTo>
                  <a:cubicBezTo>
                    <a:pt x="700" y="174"/>
                    <a:pt x="1" y="593"/>
                    <a:pt x="59" y="978"/>
                  </a:cubicBezTo>
                  <a:cubicBezTo>
                    <a:pt x="105" y="1274"/>
                    <a:pt x="607" y="1460"/>
                    <a:pt x="1272" y="1460"/>
                  </a:cubicBezTo>
                  <a:cubicBezTo>
                    <a:pt x="1445" y="1460"/>
                    <a:pt x="1629" y="1447"/>
                    <a:pt x="1819" y="1421"/>
                  </a:cubicBezTo>
                  <a:cubicBezTo>
                    <a:pt x="2728" y="1281"/>
                    <a:pt x="3427" y="861"/>
                    <a:pt x="3369" y="488"/>
                  </a:cubicBezTo>
                  <a:cubicBezTo>
                    <a:pt x="3323" y="187"/>
                    <a:pt x="2835" y="1"/>
                    <a:pt x="2184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880" name="Google Shape;1880;p71"/>
            <p:cNvSpPr/>
            <p:nvPr/>
          </p:nvSpPr>
          <p:spPr>
            <a:xfrm>
              <a:off x="4154950" y="2910075"/>
              <a:ext cx="108850" cy="63575"/>
            </a:xfrm>
            <a:custGeom>
              <a:avLst/>
              <a:gdLst/>
              <a:ahLst/>
              <a:cxnLst/>
              <a:rect l="l" t="t" r="r" b="b"/>
              <a:pathLst>
                <a:path w="4354" h="2543" extrusionOk="0">
                  <a:moveTo>
                    <a:pt x="262" y="1"/>
                  </a:moveTo>
                  <a:cubicBezTo>
                    <a:pt x="86" y="1"/>
                    <a:pt x="0" y="226"/>
                    <a:pt x="135" y="350"/>
                  </a:cubicBezTo>
                  <a:cubicBezTo>
                    <a:pt x="904" y="1073"/>
                    <a:pt x="2069" y="1481"/>
                    <a:pt x="3165" y="1702"/>
                  </a:cubicBezTo>
                  <a:cubicBezTo>
                    <a:pt x="2139" y="1900"/>
                    <a:pt x="1079" y="2075"/>
                    <a:pt x="111" y="2448"/>
                  </a:cubicBezTo>
                  <a:cubicBezTo>
                    <a:pt x="57" y="2470"/>
                    <a:pt x="84" y="2542"/>
                    <a:pt x="126" y="2542"/>
                  </a:cubicBezTo>
                  <a:cubicBezTo>
                    <a:pt x="129" y="2542"/>
                    <a:pt x="132" y="2542"/>
                    <a:pt x="135" y="2541"/>
                  </a:cubicBezTo>
                  <a:cubicBezTo>
                    <a:pt x="1475" y="2483"/>
                    <a:pt x="2815" y="2087"/>
                    <a:pt x="4132" y="1842"/>
                  </a:cubicBezTo>
                  <a:cubicBezTo>
                    <a:pt x="4284" y="1819"/>
                    <a:pt x="4353" y="1562"/>
                    <a:pt x="4179" y="1516"/>
                  </a:cubicBezTo>
                  <a:cubicBezTo>
                    <a:pt x="3503" y="1341"/>
                    <a:pt x="2850" y="1131"/>
                    <a:pt x="2209" y="886"/>
                  </a:cubicBezTo>
                  <a:cubicBezTo>
                    <a:pt x="1568" y="630"/>
                    <a:pt x="974" y="234"/>
                    <a:pt x="333" y="12"/>
                  </a:cubicBezTo>
                  <a:cubicBezTo>
                    <a:pt x="308" y="4"/>
                    <a:pt x="284" y="1"/>
                    <a:pt x="262" y="1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881" name="Google Shape;1881;p71"/>
            <p:cNvSpPr/>
            <p:nvPr/>
          </p:nvSpPr>
          <p:spPr>
            <a:xfrm>
              <a:off x="4433350" y="2944950"/>
              <a:ext cx="85675" cy="36625"/>
            </a:xfrm>
            <a:custGeom>
              <a:avLst/>
              <a:gdLst/>
              <a:ahLst/>
              <a:cxnLst/>
              <a:rect l="l" t="t" r="r" b="b"/>
              <a:pathLst>
                <a:path w="3427" h="1465" extrusionOk="0">
                  <a:moveTo>
                    <a:pt x="2149" y="0"/>
                  </a:moveTo>
                  <a:cubicBezTo>
                    <a:pt x="1977" y="0"/>
                    <a:pt x="1795" y="13"/>
                    <a:pt x="1609" y="39"/>
                  </a:cubicBezTo>
                  <a:cubicBezTo>
                    <a:pt x="688" y="179"/>
                    <a:pt x="0" y="598"/>
                    <a:pt x="58" y="971"/>
                  </a:cubicBezTo>
                  <a:cubicBezTo>
                    <a:pt x="96" y="1277"/>
                    <a:pt x="603" y="1465"/>
                    <a:pt x="1267" y="1465"/>
                  </a:cubicBezTo>
                  <a:cubicBezTo>
                    <a:pt x="1438" y="1465"/>
                    <a:pt x="1620" y="1452"/>
                    <a:pt x="1807" y="1426"/>
                  </a:cubicBezTo>
                  <a:cubicBezTo>
                    <a:pt x="2727" y="1286"/>
                    <a:pt x="3427" y="866"/>
                    <a:pt x="3368" y="494"/>
                  </a:cubicBezTo>
                  <a:cubicBezTo>
                    <a:pt x="3322" y="188"/>
                    <a:pt x="2812" y="0"/>
                    <a:pt x="2149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882" name="Google Shape;1882;p71"/>
            <p:cNvSpPr/>
            <p:nvPr/>
          </p:nvSpPr>
          <p:spPr>
            <a:xfrm>
              <a:off x="4387700" y="2863825"/>
              <a:ext cx="109475" cy="72500"/>
            </a:xfrm>
            <a:custGeom>
              <a:avLst/>
              <a:gdLst/>
              <a:ahLst/>
              <a:cxnLst/>
              <a:rect l="l" t="t" r="r" b="b"/>
              <a:pathLst>
                <a:path w="4379" h="2900" extrusionOk="0">
                  <a:moveTo>
                    <a:pt x="3533" y="0"/>
                  </a:moveTo>
                  <a:cubicBezTo>
                    <a:pt x="3494" y="0"/>
                    <a:pt x="3452" y="13"/>
                    <a:pt x="3411" y="44"/>
                  </a:cubicBezTo>
                  <a:cubicBezTo>
                    <a:pt x="2852" y="440"/>
                    <a:pt x="2397" y="988"/>
                    <a:pt x="1861" y="1419"/>
                  </a:cubicBezTo>
                  <a:cubicBezTo>
                    <a:pt x="1313" y="1839"/>
                    <a:pt x="742" y="2235"/>
                    <a:pt x="148" y="2585"/>
                  </a:cubicBezTo>
                  <a:cubicBezTo>
                    <a:pt x="0" y="2676"/>
                    <a:pt x="130" y="2900"/>
                    <a:pt x="277" y="2900"/>
                  </a:cubicBezTo>
                  <a:cubicBezTo>
                    <a:pt x="281" y="2900"/>
                    <a:pt x="284" y="2900"/>
                    <a:pt x="288" y="2899"/>
                  </a:cubicBezTo>
                  <a:cubicBezTo>
                    <a:pt x="1616" y="2736"/>
                    <a:pt x="3015" y="2736"/>
                    <a:pt x="4320" y="2410"/>
                  </a:cubicBezTo>
                  <a:cubicBezTo>
                    <a:pt x="4367" y="2398"/>
                    <a:pt x="4379" y="2317"/>
                    <a:pt x="4309" y="2305"/>
                  </a:cubicBezTo>
                  <a:cubicBezTo>
                    <a:pt x="4105" y="2291"/>
                    <a:pt x="3900" y="2285"/>
                    <a:pt x="3694" y="2285"/>
                  </a:cubicBezTo>
                  <a:cubicBezTo>
                    <a:pt x="2862" y="2285"/>
                    <a:pt x="2014" y="2384"/>
                    <a:pt x="1174" y="2468"/>
                  </a:cubicBezTo>
                  <a:cubicBezTo>
                    <a:pt x="2153" y="1944"/>
                    <a:pt x="3155" y="1221"/>
                    <a:pt x="3691" y="312"/>
                  </a:cubicBezTo>
                  <a:cubicBezTo>
                    <a:pt x="3773" y="167"/>
                    <a:pt x="3670" y="0"/>
                    <a:pt x="3533" y="0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883" name="Google Shape;1883;p71"/>
            <p:cNvSpPr/>
            <p:nvPr/>
          </p:nvSpPr>
          <p:spPr>
            <a:xfrm>
              <a:off x="4385850" y="3544600"/>
              <a:ext cx="279350" cy="75525"/>
            </a:xfrm>
            <a:custGeom>
              <a:avLst/>
              <a:gdLst/>
              <a:ahLst/>
              <a:cxnLst/>
              <a:rect l="l" t="t" r="r" b="b"/>
              <a:pathLst>
                <a:path w="11174" h="3021" extrusionOk="0">
                  <a:moveTo>
                    <a:pt x="11106" y="1"/>
                  </a:moveTo>
                  <a:cubicBezTo>
                    <a:pt x="11102" y="1"/>
                    <a:pt x="11099" y="1"/>
                    <a:pt x="11095" y="2"/>
                  </a:cubicBezTo>
                  <a:cubicBezTo>
                    <a:pt x="9254" y="503"/>
                    <a:pt x="7471" y="1203"/>
                    <a:pt x="5630" y="1704"/>
                  </a:cubicBezTo>
                  <a:cubicBezTo>
                    <a:pt x="3777" y="2193"/>
                    <a:pt x="1900" y="2531"/>
                    <a:pt x="36" y="2962"/>
                  </a:cubicBezTo>
                  <a:cubicBezTo>
                    <a:pt x="1" y="2962"/>
                    <a:pt x="12" y="3021"/>
                    <a:pt x="36" y="3021"/>
                  </a:cubicBezTo>
                  <a:cubicBezTo>
                    <a:pt x="1935" y="2799"/>
                    <a:pt x="3823" y="2333"/>
                    <a:pt x="5665" y="1855"/>
                  </a:cubicBezTo>
                  <a:cubicBezTo>
                    <a:pt x="7494" y="1366"/>
                    <a:pt x="9417" y="876"/>
                    <a:pt x="11130" y="72"/>
                  </a:cubicBezTo>
                  <a:cubicBezTo>
                    <a:pt x="11173" y="61"/>
                    <a:pt x="11147" y="1"/>
                    <a:pt x="11106" y="1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884" name="Google Shape;1884;p71"/>
            <p:cNvSpPr/>
            <p:nvPr/>
          </p:nvSpPr>
          <p:spPr>
            <a:xfrm>
              <a:off x="4339825" y="3461775"/>
              <a:ext cx="318825" cy="72975"/>
            </a:xfrm>
            <a:custGeom>
              <a:avLst/>
              <a:gdLst/>
              <a:ahLst/>
              <a:cxnLst/>
              <a:rect l="l" t="t" r="r" b="b"/>
              <a:pathLst>
                <a:path w="12753" h="2919" extrusionOk="0">
                  <a:moveTo>
                    <a:pt x="12637" y="1"/>
                  </a:moveTo>
                  <a:cubicBezTo>
                    <a:pt x="12629" y="1"/>
                    <a:pt x="12620" y="2"/>
                    <a:pt x="12610" y="5"/>
                  </a:cubicBezTo>
                  <a:cubicBezTo>
                    <a:pt x="8415" y="1043"/>
                    <a:pt x="4277" y="2127"/>
                    <a:pt x="24" y="2884"/>
                  </a:cubicBezTo>
                  <a:cubicBezTo>
                    <a:pt x="0" y="2884"/>
                    <a:pt x="0" y="2919"/>
                    <a:pt x="24" y="2919"/>
                  </a:cubicBezTo>
                  <a:cubicBezTo>
                    <a:pt x="4301" y="2511"/>
                    <a:pt x="8519" y="1287"/>
                    <a:pt x="12657" y="180"/>
                  </a:cubicBezTo>
                  <a:cubicBezTo>
                    <a:pt x="12752" y="148"/>
                    <a:pt x="12722" y="1"/>
                    <a:pt x="12637" y="1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885" name="Google Shape;1885;p71"/>
            <p:cNvSpPr/>
            <p:nvPr/>
          </p:nvSpPr>
          <p:spPr>
            <a:xfrm>
              <a:off x="4299025" y="3567750"/>
              <a:ext cx="107600" cy="213650"/>
            </a:xfrm>
            <a:custGeom>
              <a:avLst/>
              <a:gdLst/>
              <a:ahLst/>
              <a:cxnLst/>
              <a:rect l="l" t="t" r="r" b="b"/>
              <a:pathLst>
                <a:path w="4304" h="8546" extrusionOk="0">
                  <a:moveTo>
                    <a:pt x="2122" y="7467"/>
                  </a:moveTo>
                  <a:cubicBezTo>
                    <a:pt x="1935" y="7537"/>
                    <a:pt x="1760" y="7572"/>
                    <a:pt x="1562" y="7595"/>
                  </a:cubicBezTo>
                  <a:cubicBezTo>
                    <a:pt x="1737" y="7514"/>
                    <a:pt x="1924" y="7467"/>
                    <a:pt x="2122" y="7467"/>
                  </a:cubicBezTo>
                  <a:close/>
                  <a:moveTo>
                    <a:pt x="4053" y="0"/>
                  </a:moveTo>
                  <a:cubicBezTo>
                    <a:pt x="3982" y="0"/>
                    <a:pt x="3908" y="28"/>
                    <a:pt x="3858" y="90"/>
                  </a:cubicBezTo>
                  <a:cubicBezTo>
                    <a:pt x="2460" y="1897"/>
                    <a:pt x="2180" y="4390"/>
                    <a:pt x="2576" y="6628"/>
                  </a:cubicBezTo>
                  <a:cubicBezTo>
                    <a:pt x="2417" y="6592"/>
                    <a:pt x="2257" y="6575"/>
                    <a:pt x="2097" y="6575"/>
                  </a:cubicBezTo>
                  <a:cubicBezTo>
                    <a:pt x="1323" y="6575"/>
                    <a:pt x="577" y="6987"/>
                    <a:pt x="152" y="7712"/>
                  </a:cubicBezTo>
                  <a:cubicBezTo>
                    <a:pt x="1" y="7980"/>
                    <a:pt x="152" y="8306"/>
                    <a:pt x="432" y="8400"/>
                  </a:cubicBezTo>
                  <a:cubicBezTo>
                    <a:pt x="753" y="8498"/>
                    <a:pt x="1071" y="8546"/>
                    <a:pt x="1381" y="8546"/>
                  </a:cubicBezTo>
                  <a:cubicBezTo>
                    <a:pt x="2172" y="8546"/>
                    <a:pt x="2912" y="8235"/>
                    <a:pt x="3532" y="7665"/>
                  </a:cubicBezTo>
                  <a:cubicBezTo>
                    <a:pt x="3660" y="7549"/>
                    <a:pt x="3695" y="7362"/>
                    <a:pt x="3660" y="7211"/>
                  </a:cubicBezTo>
                  <a:cubicBezTo>
                    <a:pt x="2961" y="4775"/>
                    <a:pt x="3415" y="2572"/>
                    <a:pt x="4243" y="253"/>
                  </a:cubicBezTo>
                  <a:cubicBezTo>
                    <a:pt x="4303" y="95"/>
                    <a:pt x="4183" y="0"/>
                    <a:pt x="405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886" name="Google Shape;1886;p71"/>
            <p:cNvSpPr/>
            <p:nvPr/>
          </p:nvSpPr>
          <p:spPr>
            <a:xfrm>
              <a:off x="4666725" y="3040700"/>
              <a:ext cx="22150" cy="407775"/>
            </a:xfrm>
            <a:custGeom>
              <a:avLst/>
              <a:gdLst/>
              <a:ahLst/>
              <a:cxnLst/>
              <a:rect l="l" t="t" r="r" b="b"/>
              <a:pathLst>
                <a:path w="886" h="16311" extrusionOk="0">
                  <a:moveTo>
                    <a:pt x="26" y="1"/>
                  </a:moveTo>
                  <a:cubicBezTo>
                    <a:pt x="13" y="1"/>
                    <a:pt x="0" y="10"/>
                    <a:pt x="0" y="32"/>
                  </a:cubicBezTo>
                  <a:cubicBezTo>
                    <a:pt x="70" y="2735"/>
                    <a:pt x="233" y="5439"/>
                    <a:pt x="362" y="8143"/>
                  </a:cubicBezTo>
                  <a:cubicBezTo>
                    <a:pt x="490" y="10835"/>
                    <a:pt x="501" y="13574"/>
                    <a:pt x="769" y="16254"/>
                  </a:cubicBezTo>
                  <a:cubicBezTo>
                    <a:pt x="775" y="16290"/>
                    <a:pt x="807" y="16311"/>
                    <a:pt x="835" y="16311"/>
                  </a:cubicBezTo>
                  <a:cubicBezTo>
                    <a:pt x="862" y="16311"/>
                    <a:pt x="886" y="16293"/>
                    <a:pt x="886" y="16254"/>
                  </a:cubicBezTo>
                  <a:cubicBezTo>
                    <a:pt x="886" y="13562"/>
                    <a:pt x="641" y="10835"/>
                    <a:pt x="501" y="8143"/>
                  </a:cubicBezTo>
                  <a:cubicBezTo>
                    <a:pt x="362" y="5439"/>
                    <a:pt x="257" y="2724"/>
                    <a:pt x="59" y="32"/>
                  </a:cubicBezTo>
                  <a:cubicBezTo>
                    <a:pt x="59" y="13"/>
                    <a:pt x="42" y="1"/>
                    <a:pt x="26" y="1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887" name="Google Shape;1887;p71"/>
            <p:cNvSpPr/>
            <p:nvPr/>
          </p:nvSpPr>
          <p:spPr>
            <a:xfrm>
              <a:off x="4690600" y="2820475"/>
              <a:ext cx="19850" cy="301125"/>
            </a:xfrm>
            <a:custGeom>
              <a:avLst/>
              <a:gdLst/>
              <a:ahLst/>
              <a:cxnLst/>
              <a:rect l="l" t="t" r="r" b="b"/>
              <a:pathLst>
                <a:path w="794" h="12045" extrusionOk="0">
                  <a:moveTo>
                    <a:pt x="59" y="1"/>
                  </a:moveTo>
                  <a:cubicBezTo>
                    <a:pt x="30" y="1"/>
                    <a:pt x="1" y="18"/>
                    <a:pt x="1" y="53"/>
                  </a:cubicBezTo>
                  <a:cubicBezTo>
                    <a:pt x="199" y="4039"/>
                    <a:pt x="374" y="8048"/>
                    <a:pt x="747" y="12022"/>
                  </a:cubicBezTo>
                  <a:cubicBezTo>
                    <a:pt x="747" y="12035"/>
                    <a:pt x="761" y="12044"/>
                    <a:pt x="773" y="12044"/>
                  </a:cubicBezTo>
                  <a:cubicBezTo>
                    <a:pt x="784" y="12044"/>
                    <a:pt x="793" y="12038"/>
                    <a:pt x="793" y="12022"/>
                  </a:cubicBezTo>
                  <a:cubicBezTo>
                    <a:pt x="654" y="8036"/>
                    <a:pt x="351" y="4039"/>
                    <a:pt x="117" y="53"/>
                  </a:cubicBezTo>
                  <a:cubicBezTo>
                    <a:pt x="117" y="18"/>
                    <a:pt x="88" y="1"/>
                    <a:pt x="59" y="1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888" name="Google Shape;1888;p71"/>
            <p:cNvSpPr/>
            <p:nvPr/>
          </p:nvSpPr>
          <p:spPr>
            <a:xfrm>
              <a:off x="3965125" y="3244650"/>
              <a:ext cx="94475" cy="364350"/>
            </a:xfrm>
            <a:custGeom>
              <a:avLst/>
              <a:gdLst/>
              <a:ahLst/>
              <a:cxnLst/>
              <a:rect l="l" t="t" r="r" b="b"/>
              <a:pathLst>
                <a:path w="3779" h="14574" extrusionOk="0">
                  <a:moveTo>
                    <a:pt x="636" y="1"/>
                  </a:moveTo>
                  <a:cubicBezTo>
                    <a:pt x="586" y="1"/>
                    <a:pt x="531" y="36"/>
                    <a:pt x="525" y="101"/>
                  </a:cubicBezTo>
                  <a:cubicBezTo>
                    <a:pt x="1" y="4891"/>
                    <a:pt x="852" y="10392"/>
                    <a:pt x="3497" y="14506"/>
                  </a:cubicBezTo>
                  <a:cubicBezTo>
                    <a:pt x="3526" y="14553"/>
                    <a:pt x="3567" y="14573"/>
                    <a:pt x="3607" y="14573"/>
                  </a:cubicBezTo>
                  <a:cubicBezTo>
                    <a:pt x="3695" y="14573"/>
                    <a:pt x="3778" y="14478"/>
                    <a:pt x="3730" y="14366"/>
                  </a:cubicBezTo>
                  <a:cubicBezTo>
                    <a:pt x="1679" y="9646"/>
                    <a:pt x="455" y="5299"/>
                    <a:pt x="723" y="101"/>
                  </a:cubicBezTo>
                  <a:cubicBezTo>
                    <a:pt x="729" y="33"/>
                    <a:pt x="685" y="1"/>
                    <a:pt x="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889" name="Google Shape;1889;p71"/>
            <p:cNvSpPr/>
            <p:nvPr/>
          </p:nvSpPr>
          <p:spPr>
            <a:xfrm>
              <a:off x="4515875" y="3511425"/>
              <a:ext cx="177875" cy="48725"/>
            </a:xfrm>
            <a:custGeom>
              <a:avLst/>
              <a:gdLst/>
              <a:ahLst/>
              <a:cxnLst/>
              <a:rect l="l" t="t" r="r" b="b"/>
              <a:pathLst>
                <a:path w="7115" h="1949" extrusionOk="0">
                  <a:moveTo>
                    <a:pt x="7011" y="0"/>
                  </a:moveTo>
                  <a:cubicBezTo>
                    <a:pt x="7008" y="0"/>
                    <a:pt x="7005" y="0"/>
                    <a:pt x="7002" y="1"/>
                  </a:cubicBezTo>
                  <a:cubicBezTo>
                    <a:pt x="4612" y="315"/>
                    <a:pt x="2363" y="1294"/>
                    <a:pt x="44" y="1877"/>
                  </a:cubicBezTo>
                  <a:cubicBezTo>
                    <a:pt x="1" y="1888"/>
                    <a:pt x="18" y="1948"/>
                    <a:pt x="57" y="1948"/>
                  </a:cubicBezTo>
                  <a:cubicBezTo>
                    <a:pt x="60" y="1948"/>
                    <a:pt x="64" y="1948"/>
                    <a:pt x="67" y="1947"/>
                  </a:cubicBezTo>
                  <a:cubicBezTo>
                    <a:pt x="2433" y="1539"/>
                    <a:pt x="4659" y="607"/>
                    <a:pt x="7025" y="164"/>
                  </a:cubicBezTo>
                  <a:cubicBezTo>
                    <a:pt x="7115" y="153"/>
                    <a:pt x="7096" y="0"/>
                    <a:pt x="7011" y="0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890" name="Google Shape;1890;p71"/>
            <p:cNvSpPr/>
            <p:nvPr/>
          </p:nvSpPr>
          <p:spPr>
            <a:xfrm>
              <a:off x="4545325" y="3552675"/>
              <a:ext cx="108925" cy="202975"/>
            </a:xfrm>
            <a:custGeom>
              <a:avLst/>
              <a:gdLst/>
              <a:ahLst/>
              <a:cxnLst/>
              <a:rect l="l" t="t" r="r" b="b"/>
              <a:pathLst>
                <a:path w="4357" h="8119" extrusionOk="0">
                  <a:moveTo>
                    <a:pt x="2781" y="7175"/>
                  </a:moveTo>
                  <a:cubicBezTo>
                    <a:pt x="2803" y="7175"/>
                    <a:pt x="2817" y="7188"/>
                    <a:pt x="2817" y="7219"/>
                  </a:cubicBezTo>
                  <a:cubicBezTo>
                    <a:pt x="2817" y="7269"/>
                    <a:pt x="2764" y="7283"/>
                    <a:pt x="2687" y="7283"/>
                  </a:cubicBezTo>
                  <a:cubicBezTo>
                    <a:pt x="2656" y="7283"/>
                    <a:pt x="2621" y="7281"/>
                    <a:pt x="2584" y="7278"/>
                  </a:cubicBezTo>
                  <a:cubicBezTo>
                    <a:pt x="2661" y="7224"/>
                    <a:pt x="2738" y="7175"/>
                    <a:pt x="2781" y="7175"/>
                  </a:cubicBezTo>
                  <a:close/>
                  <a:moveTo>
                    <a:pt x="385" y="1"/>
                  </a:moveTo>
                  <a:cubicBezTo>
                    <a:pt x="186" y="1"/>
                    <a:pt x="1" y="208"/>
                    <a:pt x="113" y="448"/>
                  </a:cubicBezTo>
                  <a:cubicBezTo>
                    <a:pt x="1162" y="2721"/>
                    <a:pt x="1686" y="5028"/>
                    <a:pt x="1372" y="7534"/>
                  </a:cubicBezTo>
                  <a:cubicBezTo>
                    <a:pt x="1348" y="7732"/>
                    <a:pt x="1523" y="7907"/>
                    <a:pt x="1698" y="7965"/>
                  </a:cubicBezTo>
                  <a:cubicBezTo>
                    <a:pt x="2000" y="8055"/>
                    <a:pt x="2375" y="8118"/>
                    <a:pt x="2743" y="8118"/>
                  </a:cubicBezTo>
                  <a:cubicBezTo>
                    <a:pt x="3568" y="8118"/>
                    <a:pt x="4357" y="7801"/>
                    <a:pt x="4204" y="6753"/>
                  </a:cubicBezTo>
                  <a:cubicBezTo>
                    <a:pt x="4110" y="6149"/>
                    <a:pt x="3815" y="5935"/>
                    <a:pt x="3456" y="5935"/>
                  </a:cubicBezTo>
                  <a:cubicBezTo>
                    <a:pt x="3102" y="5935"/>
                    <a:pt x="2686" y="6143"/>
                    <a:pt x="2339" y="6392"/>
                  </a:cubicBezTo>
                  <a:cubicBezTo>
                    <a:pt x="2409" y="4201"/>
                    <a:pt x="1884" y="1963"/>
                    <a:pt x="637" y="145"/>
                  </a:cubicBezTo>
                  <a:cubicBezTo>
                    <a:pt x="568" y="43"/>
                    <a:pt x="475" y="1"/>
                    <a:pt x="38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891" name="Google Shape;1891;p71"/>
            <p:cNvSpPr/>
            <p:nvPr/>
          </p:nvSpPr>
          <p:spPr>
            <a:xfrm>
              <a:off x="4231150" y="3566425"/>
              <a:ext cx="259750" cy="59250"/>
            </a:xfrm>
            <a:custGeom>
              <a:avLst/>
              <a:gdLst/>
              <a:ahLst/>
              <a:cxnLst/>
              <a:rect l="l" t="t" r="r" b="b"/>
              <a:pathLst>
                <a:path w="10390" h="2370" extrusionOk="0">
                  <a:moveTo>
                    <a:pt x="10301" y="0"/>
                  </a:moveTo>
                  <a:cubicBezTo>
                    <a:pt x="10294" y="0"/>
                    <a:pt x="10287" y="1"/>
                    <a:pt x="10279" y="3"/>
                  </a:cubicBezTo>
                  <a:cubicBezTo>
                    <a:pt x="6876" y="842"/>
                    <a:pt x="3520" y="1740"/>
                    <a:pt x="47" y="2299"/>
                  </a:cubicBezTo>
                  <a:cubicBezTo>
                    <a:pt x="0" y="2311"/>
                    <a:pt x="12" y="2369"/>
                    <a:pt x="58" y="2369"/>
                  </a:cubicBezTo>
                  <a:cubicBezTo>
                    <a:pt x="3496" y="1868"/>
                    <a:pt x="7016" y="1239"/>
                    <a:pt x="10314" y="131"/>
                  </a:cubicBezTo>
                  <a:cubicBezTo>
                    <a:pt x="10389" y="110"/>
                    <a:pt x="10376" y="0"/>
                    <a:pt x="10301" y="0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892" name="Google Shape;1892;p71"/>
            <p:cNvSpPr/>
            <p:nvPr/>
          </p:nvSpPr>
          <p:spPr>
            <a:xfrm>
              <a:off x="4231425" y="3493050"/>
              <a:ext cx="383050" cy="89500"/>
            </a:xfrm>
            <a:custGeom>
              <a:avLst/>
              <a:gdLst/>
              <a:ahLst/>
              <a:cxnLst/>
              <a:rect l="l" t="t" r="r" b="b"/>
              <a:pathLst>
                <a:path w="15322" h="3580" extrusionOk="0">
                  <a:moveTo>
                    <a:pt x="15244" y="0"/>
                  </a:moveTo>
                  <a:cubicBezTo>
                    <a:pt x="15241" y="0"/>
                    <a:pt x="15237" y="1"/>
                    <a:pt x="15233" y="1"/>
                  </a:cubicBezTo>
                  <a:cubicBezTo>
                    <a:pt x="10152" y="1109"/>
                    <a:pt x="5105" y="2437"/>
                    <a:pt x="24" y="3544"/>
                  </a:cubicBezTo>
                  <a:cubicBezTo>
                    <a:pt x="1" y="3556"/>
                    <a:pt x="13" y="3579"/>
                    <a:pt x="36" y="3579"/>
                  </a:cubicBezTo>
                  <a:cubicBezTo>
                    <a:pt x="5129" y="2635"/>
                    <a:pt x="10292" y="1598"/>
                    <a:pt x="15256" y="95"/>
                  </a:cubicBezTo>
                  <a:cubicBezTo>
                    <a:pt x="15322" y="73"/>
                    <a:pt x="15295" y="0"/>
                    <a:pt x="15244" y="0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893" name="Google Shape;1893;p71"/>
            <p:cNvSpPr/>
            <p:nvPr/>
          </p:nvSpPr>
          <p:spPr>
            <a:xfrm>
              <a:off x="4113150" y="2750800"/>
              <a:ext cx="660825" cy="918450"/>
            </a:xfrm>
            <a:custGeom>
              <a:avLst/>
              <a:gdLst/>
              <a:ahLst/>
              <a:cxnLst/>
              <a:rect l="l" t="t" r="r" b="b"/>
              <a:pathLst>
                <a:path w="26433" h="36738" extrusionOk="0">
                  <a:moveTo>
                    <a:pt x="21561" y="27862"/>
                  </a:moveTo>
                  <a:cubicBezTo>
                    <a:pt x="21561" y="27862"/>
                    <a:pt x="21572" y="27873"/>
                    <a:pt x="21572" y="27873"/>
                  </a:cubicBezTo>
                  <a:cubicBezTo>
                    <a:pt x="22167" y="29563"/>
                    <a:pt x="24427" y="31137"/>
                    <a:pt x="26129" y="31486"/>
                  </a:cubicBezTo>
                  <a:cubicBezTo>
                    <a:pt x="22236" y="32605"/>
                    <a:pt x="18309" y="33607"/>
                    <a:pt x="14382" y="34551"/>
                  </a:cubicBezTo>
                  <a:cubicBezTo>
                    <a:pt x="12482" y="35006"/>
                    <a:pt x="10594" y="35472"/>
                    <a:pt x="8694" y="35891"/>
                  </a:cubicBezTo>
                  <a:cubicBezTo>
                    <a:pt x="7785" y="36101"/>
                    <a:pt x="6783" y="36311"/>
                    <a:pt x="5792" y="36358"/>
                  </a:cubicBezTo>
                  <a:lnTo>
                    <a:pt x="5781" y="36358"/>
                  </a:lnTo>
                  <a:cubicBezTo>
                    <a:pt x="4196" y="35134"/>
                    <a:pt x="3100" y="33607"/>
                    <a:pt x="3019" y="31544"/>
                  </a:cubicBezTo>
                  <a:cubicBezTo>
                    <a:pt x="3019" y="31544"/>
                    <a:pt x="3019" y="31533"/>
                    <a:pt x="3019" y="31533"/>
                  </a:cubicBezTo>
                  <a:cubicBezTo>
                    <a:pt x="3310" y="31428"/>
                    <a:pt x="3601" y="31346"/>
                    <a:pt x="3881" y="31288"/>
                  </a:cubicBezTo>
                  <a:cubicBezTo>
                    <a:pt x="5734" y="30845"/>
                    <a:pt x="7634" y="30554"/>
                    <a:pt x="9498" y="30193"/>
                  </a:cubicBezTo>
                  <a:cubicBezTo>
                    <a:pt x="13519" y="29423"/>
                    <a:pt x="17563" y="28759"/>
                    <a:pt x="21561" y="27862"/>
                  </a:cubicBezTo>
                  <a:close/>
                  <a:moveTo>
                    <a:pt x="2704" y="31661"/>
                  </a:moveTo>
                  <a:cubicBezTo>
                    <a:pt x="2809" y="33514"/>
                    <a:pt x="3753" y="35437"/>
                    <a:pt x="5408" y="36369"/>
                  </a:cubicBezTo>
                  <a:cubicBezTo>
                    <a:pt x="4464" y="36369"/>
                    <a:pt x="3555" y="36194"/>
                    <a:pt x="2751" y="35693"/>
                  </a:cubicBezTo>
                  <a:cubicBezTo>
                    <a:pt x="1795" y="35099"/>
                    <a:pt x="898" y="33805"/>
                    <a:pt x="1539" y="32652"/>
                  </a:cubicBezTo>
                  <a:cubicBezTo>
                    <a:pt x="1783" y="32185"/>
                    <a:pt x="2215" y="31882"/>
                    <a:pt x="2704" y="31661"/>
                  </a:cubicBezTo>
                  <a:close/>
                  <a:moveTo>
                    <a:pt x="20220" y="1"/>
                  </a:moveTo>
                  <a:cubicBezTo>
                    <a:pt x="20160" y="1"/>
                    <a:pt x="20096" y="49"/>
                    <a:pt x="20104" y="113"/>
                  </a:cubicBezTo>
                  <a:cubicBezTo>
                    <a:pt x="20302" y="2491"/>
                    <a:pt x="20302" y="4950"/>
                    <a:pt x="20675" y="7304"/>
                  </a:cubicBezTo>
                  <a:cubicBezTo>
                    <a:pt x="20675" y="7314"/>
                    <a:pt x="20681" y="7317"/>
                    <a:pt x="20688" y="7317"/>
                  </a:cubicBezTo>
                  <a:cubicBezTo>
                    <a:pt x="20698" y="7317"/>
                    <a:pt x="20710" y="7311"/>
                    <a:pt x="20710" y="7304"/>
                  </a:cubicBezTo>
                  <a:cubicBezTo>
                    <a:pt x="20733" y="6104"/>
                    <a:pt x="20593" y="4891"/>
                    <a:pt x="20523" y="3703"/>
                  </a:cubicBezTo>
                  <a:cubicBezTo>
                    <a:pt x="20512" y="3388"/>
                    <a:pt x="20185" y="498"/>
                    <a:pt x="20302" y="440"/>
                  </a:cubicBezTo>
                  <a:lnTo>
                    <a:pt x="20302" y="440"/>
                  </a:lnTo>
                  <a:cubicBezTo>
                    <a:pt x="20279" y="451"/>
                    <a:pt x="20955" y="1127"/>
                    <a:pt x="21397" y="1570"/>
                  </a:cubicBezTo>
                  <a:cubicBezTo>
                    <a:pt x="21374" y="1582"/>
                    <a:pt x="21362" y="1593"/>
                    <a:pt x="21362" y="1628"/>
                  </a:cubicBezTo>
                  <a:cubicBezTo>
                    <a:pt x="21572" y="3563"/>
                    <a:pt x="21642" y="5486"/>
                    <a:pt x="21572" y="7420"/>
                  </a:cubicBezTo>
                  <a:cubicBezTo>
                    <a:pt x="21572" y="7426"/>
                    <a:pt x="21575" y="7429"/>
                    <a:pt x="21578" y="7429"/>
                  </a:cubicBezTo>
                  <a:cubicBezTo>
                    <a:pt x="21581" y="7429"/>
                    <a:pt x="21584" y="7426"/>
                    <a:pt x="21584" y="7420"/>
                  </a:cubicBezTo>
                  <a:cubicBezTo>
                    <a:pt x="21712" y="5509"/>
                    <a:pt x="21700" y="3586"/>
                    <a:pt x="21514" y="1675"/>
                  </a:cubicBezTo>
                  <a:lnTo>
                    <a:pt x="21514" y="1675"/>
                  </a:lnTo>
                  <a:cubicBezTo>
                    <a:pt x="21654" y="1815"/>
                    <a:pt x="21759" y="1908"/>
                    <a:pt x="21794" y="1931"/>
                  </a:cubicBezTo>
                  <a:cubicBezTo>
                    <a:pt x="22516" y="2467"/>
                    <a:pt x="23320" y="2864"/>
                    <a:pt x="24183" y="3097"/>
                  </a:cubicBezTo>
                  <a:cubicBezTo>
                    <a:pt x="24276" y="7828"/>
                    <a:pt x="24591" y="12583"/>
                    <a:pt x="24917" y="17303"/>
                  </a:cubicBezTo>
                  <a:cubicBezTo>
                    <a:pt x="25232" y="21941"/>
                    <a:pt x="25535" y="26603"/>
                    <a:pt x="26129" y="31206"/>
                  </a:cubicBezTo>
                  <a:cubicBezTo>
                    <a:pt x="25779" y="31055"/>
                    <a:pt x="25441" y="30915"/>
                    <a:pt x="25103" y="30764"/>
                  </a:cubicBezTo>
                  <a:cubicBezTo>
                    <a:pt x="24882" y="27815"/>
                    <a:pt x="24661" y="24878"/>
                    <a:pt x="24404" y="21930"/>
                  </a:cubicBezTo>
                  <a:cubicBezTo>
                    <a:pt x="24398" y="21918"/>
                    <a:pt x="24387" y="21912"/>
                    <a:pt x="24377" y="21912"/>
                  </a:cubicBezTo>
                  <a:cubicBezTo>
                    <a:pt x="24366" y="21912"/>
                    <a:pt x="24358" y="21918"/>
                    <a:pt x="24358" y="21930"/>
                  </a:cubicBezTo>
                  <a:cubicBezTo>
                    <a:pt x="24532" y="24855"/>
                    <a:pt x="24754" y="27780"/>
                    <a:pt x="24975" y="30694"/>
                  </a:cubicBezTo>
                  <a:cubicBezTo>
                    <a:pt x="24509" y="30472"/>
                    <a:pt x="24066" y="30228"/>
                    <a:pt x="23647" y="29901"/>
                  </a:cubicBezTo>
                  <a:cubicBezTo>
                    <a:pt x="22877" y="29295"/>
                    <a:pt x="22388" y="28514"/>
                    <a:pt x="21735" y="27815"/>
                  </a:cubicBezTo>
                  <a:cubicBezTo>
                    <a:pt x="21747" y="27803"/>
                    <a:pt x="21747" y="27803"/>
                    <a:pt x="21747" y="27792"/>
                  </a:cubicBezTo>
                  <a:cubicBezTo>
                    <a:pt x="21689" y="26452"/>
                    <a:pt x="21677" y="25111"/>
                    <a:pt x="21572" y="23783"/>
                  </a:cubicBezTo>
                  <a:cubicBezTo>
                    <a:pt x="21572" y="23771"/>
                    <a:pt x="21563" y="23765"/>
                    <a:pt x="21555" y="23765"/>
                  </a:cubicBezTo>
                  <a:cubicBezTo>
                    <a:pt x="21546" y="23765"/>
                    <a:pt x="21537" y="23771"/>
                    <a:pt x="21537" y="23783"/>
                  </a:cubicBezTo>
                  <a:cubicBezTo>
                    <a:pt x="21479" y="25100"/>
                    <a:pt x="21526" y="26428"/>
                    <a:pt x="21526" y="27745"/>
                  </a:cubicBezTo>
                  <a:cubicBezTo>
                    <a:pt x="17761" y="28328"/>
                    <a:pt x="14020" y="29120"/>
                    <a:pt x="10268" y="29820"/>
                  </a:cubicBezTo>
                  <a:cubicBezTo>
                    <a:pt x="8380" y="30169"/>
                    <a:pt x="6492" y="30519"/>
                    <a:pt x="4604" y="30869"/>
                  </a:cubicBezTo>
                  <a:cubicBezTo>
                    <a:pt x="3520" y="31078"/>
                    <a:pt x="2203" y="31323"/>
                    <a:pt x="1480" y="32255"/>
                  </a:cubicBezTo>
                  <a:cubicBezTo>
                    <a:pt x="0" y="34190"/>
                    <a:pt x="2273" y="36206"/>
                    <a:pt x="4079" y="36591"/>
                  </a:cubicBezTo>
                  <a:cubicBezTo>
                    <a:pt x="4554" y="36694"/>
                    <a:pt x="5034" y="36737"/>
                    <a:pt x="5514" y="36737"/>
                  </a:cubicBezTo>
                  <a:cubicBezTo>
                    <a:pt x="6495" y="36737"/>
                    <a:pt x="7479" y="36557"/>
                    <a:pt x="8426" y="36346"/>
                  </a:cubicBezTo>
                  <a:cubicBezTo>
                    <a:pt x="10244" y="35950"/>
                    <a:pt x="12051" y="35507"/>
                    <a:pt x="13869" y="35064"/>
                  </a:cubicBezTo>
                  <a:cubicBezTo>
                    <a:pt x="18029" y="34073"/>
                    <a:pt x="22167" y="33025"/>
                    <a:pt x="26281" y="31836"/>
                  </a:cubicBezTo>
                  <a:cubicBezTo>
                    <a:pt x="26362" y="31812"/>
                    <a:pt x="26409" y="31743"/>
                    <a:pt x="26409" y="31673"/>
                  </a:cubicBezTo>
                  <a:cubicBezTo>
                    <a:pt x="26420" y="31649"/>
                    <a:pt x="26432" y="31626"/>
                    <a:pt x="26432" y="31603"/>
                  </a:cubicBezTo>
                  <a:cubicBezTo>
                    <a:pt x="26082" y="26766"/>
                    <a:pt x="25558" y="21941"/>
                    <a:pt x="25232" y="17093"/>
                  </a:cubicBezTo>
                  <a:cubicBezTo>
                    <a:pt x="24929" y="12385"/>
                    <a:pt x="24824" y="7665"/>
                    <a:pt x="24474" y="2969"/>
                  </a:cubicBezTo>
                  <a:cubicBezTo>
                    <a:pt x="24486" y="2899"/>
                    <a:pt x="24451" y="2829"/>
                    <a:pt x="24358" y="2794"/>
                  </a:cubicBezTo>
                  <a:cubicBezTo>
                    <a:pt x="22714" y="2246"/>
                    <a:pt x="21409" y="1360"/>
                    <a:pt x="20290" y="32"/>
                  </a:cubicBezTo>
                  <a:cubicBezTo>
                    <a:pt x="20272" y="10"/>
                    <a:pt x="20247" y="1"/>
                    <a:pt x="2022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894" name="Google Shape;1894;p71"/>
            <p:cNvSpPr/>
            <p:nvPr/>
          </p:nvSpPr>
          <p:spPr>
            <a:xfrm>
              <a:off x="4672850" y="2830750"/>
              <a:ext cx="39200" cy="598900"/>
            </a:xfrm>
            <a:custGeom>
              <a:avLst/>
              <a:gdLst/>
              <a:ahLst/>
              <a:cxnLst/>
              <a:rect l="l" t="t" r="r" b="b"/>
              <a:pathLst>
                <a:path w="1568" h="23956" extrusionOk="0">
                  <a:moveTo>
                    <a:pt x="58" y="1"/>
                  </a:moveTo>
                  <a:cubicBezTo>
                    <a:pt x="47" y="1"/>
                    <a:pt x="35" y="9"/>
                    <a:pt x="35" y="27"/>
                  </a:cubicBezTo>
                  <a:cubicBezTo>
                    <a:pt x="0" y="3966"/>
                    <a:pt x="548" y="7928"/>
                    <a:pt x="816" y="11856"/>
                  </a:cubicBezTo>
                  <a:cubicBezTo>
                    <a:pt x="1072" y="15865"/>
                    <a:pt x="1235" y="19874"/>
                    <a:pt x="1433" y="23895"/>
                  </a:cubicBezTo>
                  <a:cubicBezTo>
                    <a:pt x="1433" y="23935"/>
                    <a:pt x="1468" y="23956"/>
                    <a:pt x="1502" y="23956"/>
                  </a:cubicBezTo>
                  <a:cubicBezTo>
                    <a:pt x="1535" y="23956"/>
                    <a:pt x="1567" y="23935"/>
                    <a:pt x="1562" y="23895"/>
                  </a:cubicBezTo>
                  <a:cubicBezTo>
                    <a:pt x="1410" y="19874"/>
                    <a:pt x="1212" y="15865"/>
                    <a:pt x="956" y="11856"/>
                  </a:cubicBezTo>
                  <a:cubicBezTo>
                    <a:pt x="699" y="7917"/>
                    <a:pt x="198" y="3978"/>
                    <a:pt x="82" y="27"/>
                  </a:cubicBezTo>
                  <a:cubicBezTo>
                    <a:pt x="82" y="9"/>
                    <a:pt x="70" y="1"/>
                    <a:pt x="58" y="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895" name="Google Shape;1895;p71"/>
            <p:cNvSpPr/>
            <p:nvPr/>
          </p:nvSpPr>
          <p:spPr>
            <a:xfrm>
              <a:off x="4687125" y="2923075"/>
              <a:ext cx="218825" cy="228050"/>
            </a:xfrm>
            <a:custGeom>
              <a:avLst/>
              <a:gdLst/>
              <a:ahLst/>
              <a:cxnLst/>
              <a:rect l="l" t="t" r="r" b="b"/>
              <a:pathLst>
                <a:path w="8753" h="9122" extrusionOk="0">
                  <a:moveTo>
                    <a:pt x="6024" y="1"/>
                  </a:moveTo>
                  <a:cubicBezTo>
                    <a:pt x="5847" y="1"/>
                    <a:pt x="5659" y="99"/>
                    <a:pt x="5582" y="285"/>
                  </a:cubicBezTo>
                  <a:cubicBezTo>
                    <a:pt x="5443" y="658"/>
                    <a:pt x="5349" y="1031"/>
                    <a:pt x="5303" y="1403"/>
                  </a:cubicBezTo>
                  <a:cubicBezTo>
                    <a:pt x="5093" y="1252"/>
                    <a:pt x="4872" y="1100"/>
                    <a:pt x="4650" y="961"/>
                  </a:cubicBezTo>
                  <a:cubicBezTo>
                    <a:pt x="4590" y="922"/>
                    <a:pt x="4528" y="906"/>
                    <a:pt x="4469" y="906"/>
                  </a:cubicBezTo>
                  <a:cubicBezTo>
                    <a:pt x="4185" y="906"/>
                    <a:pt x="3956" y="1291"/>
                    <a:pt x="4207" y="1532"/>
                  </a:cubicBezTo>
                  <a:cubicBezTo>
                    <a:pt x="4580" y="1881"/>
                    <a:pt x="4988" y="2196"/>
                    <a:pt x="5384" y="2511"/>
                  </a:cubicBezTo>
                  <a:cubicBezTo>
                    <a:pt x="5454" y="2557"/>
                    <a:pt x="5524" y="2581"/>
                    <a:pt x="5606" y="2604"/>
                  </a:cubicBezTo>
                  <a:cubicBezTo>
                    <a:pt x="5116" y="3944"/>
                    <a:pt x="4638" y="5144"/>
                    <a:pt x="3613" y="6228"/>
                  </a:cubicBezTo>
                  <a:cubicBezTo>
                    <a:pt x="3112" y="6776"/>
                    <a:pt x="2552" y="7242"/>
                    <a:pt x="1923" y="7615"/>
                  </a:cubicBezTo>
                  <a:cubicBezTo>
                    <a:pt x="1364" y="7953"/>
                    <a:pt x="699" y="8081"/>
                    <a:pt x="233" y="8536"/>
                  </a:cubicBezTo>
                  <a:cubicBezTo>
                    <a:pt x="0" y="8757"/>
                    <a:pt x="198" y="9072"/>
                    <a:pt x="466" y="9107"/>
                  </a:cubicBezTo>
                  <a:cubicBezTo>
                    <a:pt x="540" y="9117"/>
                    <a:pt x="615" y="9121"/>
                    <a:pt x="691" y="9121"/>
                  </a:cubicBezTo>
                  <a:cubicBezTo>
                    <a:pt x="2059" y="9121"/>
                    <a:pt x="3680" y="7586"/>
                    <a:pt x="4464" y="6648"/>
                  </a:cubicBezTo>
                  <a:cubicBezTo>
                    <a:pt x="5268" y="5669"/>
                    <a:pt x="5979" y="4387"/>
                    <a:pt x="6153" y="3082"/>
                  </a:cubicBezTo>
                  <a:cubicBezTo>
                    <a:pt x="6225" y="3171"/>
                    <a:pt x="6324" y="3226"/>
                    <a:pt x="6450" y="3226"/>
                  </a:cubicBezTo>
                  <a:cubicBezTo>
                    <a:pt x="6488" y="3226"/>
                    <a:pt x="6529" y="3221"/>
                    <a:pt x="6573" y="3210"/>
                  </a:cubicBezTo>
                  <a:cubicBezTo>
                    <a:pt x="7144" y="3058"/>
                    <a:pt x="7704" y="2884"/>
                    <a:pt x="8263" y="2709"/>
                  </a:cubicBezTo>
                  <a:cubicBezTo>
                    <a:pt x="8752" y="2569"/>
                    <a:pt x="8624" y="1893"/>
                    <a:pt x="8146" y="1858"/>
                  </a:cubicBezTo>
                  <a:cubicBezTo>
                    <a:pt x="8004" y="1845"/>
                    <a:pt x="7865" y="1839"/>
                    <a:pt x="7728" y="1839"/>
                  </a:cubicBezTo>
                  <a:cubicBezTo>
                    <a:pt x="7482" y="1839"/>
                    <a:pt x="7243" y="1860"/>
                    <a:pt x="7004" y="1905"/>
                  </a:cubicBezTo>
                  <a:cubicBezTo>
                    <a:pt x="7121" y="1695"/>
                    <a:pt x="7249" y="1497"/>
                    <a:pt x="7400" y="1310"/>
                  </a:cubicBezTo>
                  <a:cubicBezTo>
                    <a:pt x="7649" y="999"/>
                    <a:pt x="7397" y="594"/>
                    <a:pt x="7093" y="594"/>
                  </a:cubicBezTo>
                  <a:cubicBezTo>
                    <a:pt x="6998" y="594"/>
                    <a:pt x="6898" y="633"/>
                    <a:pt x="6806" y="728"/>
                  </a:cubicBezTo>
                  <a:lnTo>
                    <a:pt x="6363" y="1182"/>
                  </a:lnTo>
                  <a:cubicBezTo>
                    <a:pt x="6375" y="926"/>
                    <a:pt x="6387" y="658"/>
                    <a:pt x="6398" y="401"/>
                  </a:cubicBezTo>
                  <a:cubicBezTo>
                    <a:pt x="6411" y="128"/>
                    <a:pt x="6225" y="1"/>
                    <a:pt x="602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896" name="Google Shape;1896;p71"/>
            <p:cNvSpPr/>
            <p:nvPr/>
          </p:nvSpPr>
          <p:spPr>
            <a:xfrm>
              <a:off x="3839275" y="2926675"/>
              <a:ext cx="219125" cy="227950"/>
            </a:xfrm>
            <a:custGeom>
              <a:avLst/>
              <a:gdLst/>
              <a:ahLst/>
              <a:cxnLst/>
              <a:rect l="l" t="t" r="r" b="b"/>
              <a:pathLst>
                <a:path w="8765" h="9118" extrusionOk="0">
                  <a:moveTo>
                    <a:pt x="2743" y="1"/>
                  </a:moveTo>
                  <a:cubicBezTo>
                    <a:pt x="2542" y="1"/>
                    <a:pt x="2354" y="129"/>
                    <a:pt x="2366" y="397"/>
                  </a:cubicBezTo>
                  <a:cubicBezTo>
                    <a:pt x="2378" y="653"/>
                    <a:pt x="2389" y="922"/>
                    <a:pt x="2401" y="1178"/>
                  </a:cubicBezTo>
                  <a:lnTo>
                    <a:pt x="1947" y="723"/>
                  </a:lnTo>
                  <a:cubicBezTo>
                    <a:pt x="1858" y="629"/>
                    <a:pt x="1760" y="590"/>
                    <a:pt x="1666" y="590"/>
                  </a:cubicBezTo>
                  <a:cubicBezTo>
                    <a:pt x="1367" y="590"/>
                    <a:pt x="1115" y="995"/>
                    <a:pt x="1364" y="1306"/>
                  </a:cubicBezTo>
                  <a:cubicBezTo>
                    <a:pt x="1515" y="1504"/>
                    <a:pt x="1644" y="1691"/>
                    <a:pt x="1748" y="1900"/>
                  </a:cubicBezTo>
                  <a:cubicBezTo>
                    <a:pt x="1503" y="1861"/>
                    <a:pt x="1247" y="1837"/>
                    <a:pt x="987" y="1837"/>
                  </a:cubicBezTo>
                  <a:cubicBezTo>
                    <a:pt x="864" y="1837"/>
                    <a:pt x="741" y="1843"/>
                    <a:pt x="618" y="1854"/>
                  </a:cubicBezTo>
                  <a:cubicBezTo>
                    <a:pt x="140" y="1900"/>
                    <a:pt x="0" y="2565"/>
                    <a:pt x="501" y="2716"/>
                  </a:cubicBezTo>
                  <a:cubicBezTo>
                    <a:pt x="1061" y="2879"/>
                    <a:pt x="1620" y="3054"/>
                    <a:pt x="2191" y="3206"/>
                  </a:cubicBezTo>
                  <a:cubicBezTo>
                    <a:pt x="2232" y="3217"/>
                    <a:pt x="2272" y="3222"/>
                    <a:pt x="2310" y="3222"/>
                  </a:cubicBezTo>
                  <a:cubicBezTo>
                    <a:pt x="2434" y="3222"/>
                    <a:pt x="2539" y="3167"/>
                    <a:pt x="2611" y="3078"/>
                  </a:cubicBezTo>
                  <a:cubicBezTo>
                    <a:pt x="2786" y="4383"/>
                    <a:pt x="3497" y="5665"/>
                    <a:pt x="4301" y="6644"/>
                  </a:cubicBezTo>
                  <a:cubicBezTo>
                    <a:pt x="5074" y="7582"/>
                    <a:pt x="6705" y="9117"/>
                    <a:pt x="8063" y="9117"/>
                  </a:cubicBezTo>
                  <a:cubicBezTo>
                    <a:pt x="8139" y="9117"/>
                    <a:pt x="8213" y="9113"/>
                    <a:pt x="8286" y="9103"/>
                  </a:cubicBezTo>
                  <a:cubicBezTo>
                    <a:pt x="8554" y="9068"/>
                    <a:pt x="8764" y="8753"/>
                    <a:pt x="8531" y="8532"/>
                  </a:cubicBezTo>
                  <a:cubicBezTo>
                    <a:pt x="8065" y="8089"/>
                    <a:pt x="7389" y="7949"/>
                    <a:pt x="6841" y="7611"/>
                  </a:cubicBezTo>
                  <a:cubicBezTo>
                    <a:pt x="6212" y="7238"/>
                    <a:pt x="5641" y="6772"/>
                    <a:pt x="5140" y="6236"/>
                  </a:cubicBezTo>
                  <a:cubicBezTo>
                    <a:pt x="4126" y="5152"/>
                    <a:pt x="3648" y="3940"/>
                    <a:pt x="3159" y="2600"/>
                  </a:cubicBezTo>
                  <a:cubicBezTo>
                    <a:pt x="3240" y="2588"/>
                    <a:pt x="3310" y="2553"/>
                    <a:pt x="3380" y="2506"/>
                  </a:cubicBezTo>
                  <a:cubicBezTo>
                    <a:pt x="3776" y="2192"/>
                    <a:pt x="4184" y="1877"/>
                    <a:pt x="4557" y="1528"/>
                  </a:cubicBezTo>
                  <a:cubicBezTo>
                    <a:pt x="4799" y="1295"/>
                    <a:pt x="4575" y="902"/>
                    <a:pt x="4292" y="902"/>
                  </a:cubicBezTo>
                  <a:cubicBezTo>
                    <a:pt x="4234" y="902"/>
                    <a:pt x="4174" y="919"/>
                    <a:pt x="4114" y="956"/>
                  </a:cubicBezTo>
                  <a:cubicBezTo>
                    <a:pt x="3893" y="1096"/>
                    <a:pt x="3671" y="1248"/>
                    <a:pt x="3462" y="1399"/>
                  </a:cubicBezTo>
                  <a:cubicBezTo>
                    <a:pt x="3415" y="1026"/>
                    <a:pt x="3322" y="653"/>
                    <a:pt x="3170" y="281"/>
                  </a:cubicBezTo>
                  <a:cubicBezTo>
                    <a:pt x="3100" y="97"/>
                    <a:pt x="2917" y="1"/>
                    <a:pt x="274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897" name="Google Shape;1897;p71"/>
            <p:cNvSpPr/>
            <p:nvPr/>
          </p:nvSpPr>
          <p:spPr>
            <a:xfrm>
              <a:off x="4029825" y="2586275"/>
              <a:ext cx="397425" cy="297825"/>
            </a:xfrm>
            <a:custGeom>
              <a:avLst/>
              <a:gdLst/>
              <a:ahLst/>
              <a:cxnLst/>
              <a:rect l="l" t="t" r="r" b="b"/>
              <a:pathLst>
                <a:path w="15897" h="11913" extrusionOk="0">
                  <a:moveTo>
                    <a:pt x="13554" y="471"/>
                  </a:moveTo>
                  <a:cubicBezTo>
                    <a:pt x="12552" y="2126"/>
                    <a:pt x="11876" y="3967"/>
                    <a:pt x="12109" y="5925"/>
                  </a:cubicBezTo>
                  <a:cubicBezTo>
                    <a:pt x="10151" y="6158"/>
                    <a:pt x="8205" y="6473"/>
                    <a:pt x="6258" y="6776"/>
                  </a:cubicBezTo>
                  <a:cubicBezTo>
                    <a:pt x="6258" y="6776"/>
                    <a:pt x="6258" y="6764"/>
                    <a:pt x="6258" y="6764"/>
                  </a:cubicBezTo>
                  <a:cubicBezTo>
                    <a:pt x="6212" y="4305"/>
                    <a:pt x="7296" y="1998"/>
                    <a:pt x="9428" y="751"/>
                  </a:cubicBezTo>
                  <a:lnTo>
                    <a:pt x="9428" y="751"/>
                  </a:lnTo>
                  <a:cubicBezTo>
                    <a:pt x="9242" y="1473"/>
                    <a:pt x="9219" y="2184"/>
                    <a:pt x="9347" y="2942"/>
                  </a:cubicBezTo>
                  <a:cubicBezTo>
                    <a:pt x="9354" y="3021"/>
                    <a:pt x="9432" y="3064"/>
                    <a:pt x="9507" y="3064"/>
                  </a:cubicBezTo>
                  <a:cubicBezTo>
                    <a:pt x="9554" y="3064"/>
                    <a:pt x="9600" y="3047"/>
                    <a:pt x="9627" y="3012"/>
                  </a:cubicBezTo>
                  <a:cubicBezTo>
                    <a:pt x="10687" y="1776"/>
                    <a:pt x="12004" y="926"/>
                    <a:pt x="13554" y="471"/>
                  </a:cubicBezTo>
                  <a:close/>
                  <a:moveTo>
                    <a:pt x="13931" y="0"/>
                  </a:moveTo>
                  <a:cubicBezTo>
                    <a:pt x="13918" y="0"/>
                    <a:pt x="13905" y="2"/>
                    <a:pt x="13892" y="5"/>
                  </a:cubicBezTo>
                  <a:cubicBezTo>
                    <a:pt x="12225" y="413"/>
                    <a:pt x="10780" y="1263"/>
                    <a:pt x="9627" y="2510"/>
                  </a:cubicBezTo>
                  <a:cubicBezTo>
                    <a:pt x="9568" y="1811"/>
                    <a:pt x="9650" y="1159"/>
                    <a:pt x="9848" y="471"/>
                  </a:cubicBezTo>
                  <a:cubicBezTo>
                    <a:pt x="9875" y="362"/>
                    <a:pt x="9789" y="274"/>
                    <a:pt x="9694" y="274"/>
                  </a:cubicBezTo>
                  <a:cubicBezTo>
                    <a:pt x="9668" y="274"/>
                    <a:pt x="9640" y="281"/>
                    <a:pt x="9615" y="296"/>
                  </a:cubicBezTo>
                  <a:cubicBezTo>
                    <a:pt x="7296" y="1555"/>
                    <a:pt x="5722" y="4084"/>
                    <a:pt x="6049" y="6764"/>
                  </a:cubicBezTo>
                  <a:cubicBezTo>
                    <a:pt x="6049" y="6776"/>
                    <a:pt x="6049" y="6799"/>
                    <a:pt x="6060" y="6811"/>
                  </a:cubicBezTo>
                  <a:cubicBezTo>
                    <a:pt x="5559" y="6881"/>
                    <a:pt x="5058" y="6962"/>
                    <a:pt x="4557" y="7044"/>
                  </a:cubicBezTo>
                  <a:cubicBezTo>
                    <a:pt x="3333" y="7230"/>
                    <a:pt x="1818" y="7242"/>
                    <a:pt x="956" y="8268"/>
                  </a:cubicBezTo>
                  <a:cubicBezTo>
                    <a:pt x="117" y="9258"/>
                    <a:pt x="0" y="10680"/>
                    <a:pt x="210" y="11904"/>
                  </a:cubicBezTo>
                  <a:cubicBezTo>
                    <a:pt x="210" y="11910"/>
                    <a:pt x="216" y="11912"/>
                    <a:pt x="222" y="11912"/>
                  </a:cubicBezTo>
                  <a:cubicBezTo>
                    <a:pt x="227" y="11912"/>
                    <a:pt x="233" y="11910"/>
                    <a:pt x="233" y="11904"/>
                  </a:cubicBezTo>
                  <a:cubicBezTo>
                    <a:pt x="175" y="10167"/>
                    <a:pt x="653" y="8268"/>
                    <a:pt x="2494" y="7720"/>
                  </a:cubicBezTo>
                  <a:cubicBezTo>
                    <a:pt x="3846" y="7300"/>
                    <a:pt x="5349" y="7184"/>
                    <a:pt x="6748" y="6974"/>
                  </a:cubicBezTo>
                  <a:cubicBezTo>
                    <a:pt x="8578" y="6683"/>
                    <a:pt x="10407" y="6461"/>
                    <a:pt x="12249" y="6205"/>
                  </a:cubicBezTo>
                  <a:cubicBezTo>
                    <a:pt x="12268" y="6210"/>
                    <a:pt x="12287" y="6212"/>
                    <a:pt x="12307" y="6212"/>
                  </a:cubicBezTo>
                  <a:cubicBezTo>
                    <a:pt x="12334" y="6212"/>
                    <a:pt x="12361" y="6207"/>
                    <a:pt x="12389" y="6193"/>
                  </a:cubicBezTo>
                  <a:cubicBezTo>
                    <a:pt x="13531" y="6042"/>
                    <a:pt x="14684" y="5879"/>
                    <a:pt x="15827" y="5680"/>
                  </a:cubicBezTo>
                  <a:cubicBezTo>
                    <a:pt x="15896" y="5669"/>
                    <a:pt x="15873" y="5564"/>
                    <a:pt x="15815" y="5564"/>
                  </a:cubicBezTo>
                  <a:cubicBezTo>
                    <a:pt x="14696" y="5634"/>
                    <a:pt x="13566" y="5750"/>
                    <a:pt x="12447" y="5879"/>
                  </a:cubicBezTo>
                  <a:cubicBezTo>
                    <a:pt x="12260" y="3827"/>
                    <a:pt x="12995" y="1986"/>
                    <a:pt x="14090" y="261"/>
                  </a:cubicBezTo>
                  <a:cubicBezTo>
                    <a:pt x="14164" y="145"/>
                    <a:pt x="14056" y="0"/>
                    <a:pt x="13931" y="0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sp>
        <p:nvSpPr>
          <p:cNvPr id="2" name="Subtitle 1"/>
          <p:cNvSpPr>
            <a:spLocks noGrp="1"/>
          </p:cNvSpPr>
          <p:nvPr>
            <p:ph type="subTitle" idx="9"/>
          </p:nvPr>
        </p:nvSpPr>
        <p:spPr>
          <a:xfrm>
            <a:off x="1295478" y="2196383"/>
            <a:ext cx="2907686" cy="360000"/>
          </a:xfrm>
        </p:spPr>
        <p:txBody>
          <a:bodyPr/>
          <a:lstStyle/>
          <a:p>
            <a:r>
              <a:rPr lang="en-US" dirty="0" smtClean="0"/>
              <a:t>How to be accurate in your measurements</a:t>
            </a:r>
            <a:endParaRPr lang="en-US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7" name="Google Shape;2017;p74"/>
          <p:cNvSpPr/>
          <p:nvPr/>
        </p:nvSpPr>
        <p:spPr>
          <a:xfrm>
            <a:off x="5339243" y="2095516"/>
            <a:ext cx="1074821" cy="1316272"/>
          </a:xfrm>
          <a:custGeom>
            <a:avLst/>
            <a:gdLst/>
            <a:ahLst/>
            <a:cxnLst/>
            <a:rect l="l" t="t" r="r" b="b"/>
            <a:pathLst>
              <a:path w="33818" h="41415" extrusionOk="0">
                <a:moveTo>
                  <a:pt x="25840" y="1"/>
                </a:moveTo>
                <a:lnTo>
                  <a:pt x="25840" y="1"/>
                </a:lnTo>
                <a:cubicBezTo>
                  <a:pt x="23244" y="4454"/>
                  <a:pt x="20958" y="8812"/>
                  <a:pt x="18362" y="13218"/>
                </a:cubicBezTo>
                <a:cubicBezTo>
                  <a:pt x="17171" y="10170"/>
                  <a:pt x="16099" y="7336"/>
                  <a:pt x="14980" y="4454"/>
                </a:cubicBezTo>
                <a:cubicBezTo>
                  <a:pt x="14623" y="4740"/>
                  <a:pt x="14671" y="5026"/>
                  <a:pt x="14623" y="5264"/>
                </a:cubicBezTo>
                <a:cubicBezTo>
                  <a:pt x="14051" y="8169"/>
                  <a:pt x="13504" y="11075"/>
                  <a:pt x="12932" y="13980"/>
                </a:cubicBezTo>
                <a:cubicBezTo>
                  <a:pt x="12815" y="14537"/>
                  <a:pt x="12770" y="14761"/>
                  <a:pt x="12541" y="14761"/>
                </a:cubicBezTo>
                <a:cubicBezTo>
                  <a:pt x="12398" y="14761"/>
                  <a:pt x="12184" y="14674"/>
                  <a:pt x="11837" y="14528"/>
                </a:cubicBezTo>
                <a:cubicBezTo>
                  <a:pt x="9503" y="13575"/>
                  <a:pt x="7145" y="12622"/>
                  <a:pt x="4788" y="11646"/>
                </a:cubicBezTo>
                <a:cubicBezTo>
                  <a:pt x="4508" y="11546"/>
                  <a:pt x="4244" y="11362"/>
                  <a:pt x="3928" y="11362"/>
                </a:cubicBezTo>
                <a:cubicBezTo>
                  <a:pt x="3867" y="11362"/>
                  <a:pt x="3805" y="11369"/>
                  <a:pt x="3740" y="11384"/>
                </a:cubicBezTo>
                <a:cubicBezTo>
                  <a:pt x="3763" y="11646"/>
                  <a:pt x="3930" y="11789"/>
                  <a:pt x="4073" y="11979"/>
                </a:cubicBezTo>
                <a:cubicBezTo>
                  <a:pt x="5740" y="14075"/>
                  <a:pt x="7407" y="16195"/>
                  <a:pt x="9074" y="18314"/>
                </a:cubicBezTo>
                <a:cubicBezTo>
                  <a:pt x="9717" y="19148"/>
                  <a:pt x="9717" y="19148"/>
                  <a:pt x="8931" y="19791"/>
                </a:cubicBezTo>
                <a:cubicBezTo>
                  <a:pt x="6240" y="22005"/>
                  <a:pt x="3525" y="24196"/>
                  <a:pt x="858" y="26411"/>
                </a:cubicBezTo>
                <a:cubicBezTo>
                  <a:pt x="549" y="26673"/>
                  <a:pt x="144" y="26840"/>
                  <a:pt x="1" y="27292"/>
                </a:cubicBezTo>
                <a:cubicBezTo>
                  <a:pt x="73" y="27314"/>
                  <a:pt x="143" y="27322"/>
                  <a:pt x="212" y="27322"/>
                </a:cubicBezTo>
                <a:cubicBezTo>
                  <a:pt x="369" y="27322"/>
                  <a:pt x="518" y="27278"/>
                  <a:pt x="668" y="27244"/>
                </a:cubicBezTo>
                <a:cubicBezTo>
                  <a:pt x="3930" y="26482"/>
                  <a:pt x="7169" y="25697"/>
                  <a:pt x="10408" y="24958"/>
                </a:cubicBezTo>
                <a:cubicBezTo>
                  <a:pt x="10651" y="24904"/>
                  <a:pt x="10830" y="24871"/>
                  <a:pt x="10960" y="24871"/>
                </a:cubicBezTo>
                <a:cubicBezTo>
                  <a:pt x="11286" y="24871"/>
                  <a:pt x="11289" y="25082"/>
                  <a:pt x="11170" y="25697"/>
                </a:cubicBezTo>
                <a:cubicBezTo>
                  <a:pt x="10479" y="29483"/>
                  <a:pt x="9789" y="33270"/>
                  <a:pt x="9098" y="37080"/>
                </a:cubicBezTo>
                <a:cubicBezTo>
                  <a:pt x="8836" y="38509"/>
                  <a:pt x="8598" y="39938"/>
                  <a:pt x="8336" y="41366"/>
                </a:cubicBezTo>
                <a:cubicBezTo>
                  <a:pt x="8431" y="41390"/>
                  <a:pt x="8503" y="41414"/>
                  <a:pt x="8574" y="41414"/>
                </a:cubicBezTo>
                <a:cubicBezTo>
                  <a:pt x="11289" y="37437"/>
                  <a:pt x="13980" y="33460"/>
                  <a:pt x="16790" y="29340"/>
                </a:cubicBezTo>
                <a:cubicBezTo>
                  <a:pt x="18671" y="33365"/>
                  <a:pt x="20457" y="37199"/>
                  <a:pt x="22267" y="41057"/>
                </a:cubicBezTo>
                <a:lnTo>
                  <a:pt x="22482" y="40985"/>
                </a:lnTo>
                <a:cubicBezTo>
                  <a:pt x="22482" y="36627"/>
                  <a:pt x="22339" y="32246"/>
                  <a:pt x="22053" y="27792"/>
                </a:cubicBezTo>
                <a:lnTo>
                  <a:pt x="22053" y="27792"/>
                </a:lnTo>
                <a:cubicBezTo>
                  <a:pt x="26078" y="28911"/>
                  <a:pt x="29936" y="30007"/>
                  <a:pt x="33817" y="31079"/>
                </a:cubicBezTo>
                <a:cubicBezTo>
                  <a:pt x="33698" y="30674"/>
                  <a:pt x="33484" y="30412"/>
                  <a:pt x="33270" y="30174"/>
                </a:cubicBezTo>
                <a:cubicBezTo>
                  <a:pt x="30698" y="27411"/>
                  <a:pt x="28102" y="24649"/>
                  <a:pt x="25530" y="21886"/>
                </a:cubicBezTo>
                <a:cubicBezTo>
                  <a:pt x="24839" y="21148"/>
                  <a:pt x="24720" y="21196"/>
                  <a:pt x="25554" y="20410"/>
                </a:cubicBezTo>
                <a:cubicBezTo>
                  <a:pt x="28126" y="18076"/>
                  <a:pt x="30674" y="15695"/>
                  <a:pt x="33246" y="13337"/>
                </a:cubicBezTo>
                <a:cubicBezTo>
                  <a:pt x="33389" y="13194"/>
                  <a:pt x="33651" y="13123"/>
                  <a:pt x="33460" y="12765"/>
                </a:cubicBezTo>
                <a:lnTo>
                  <a:pt x="33460" y="12765"/>
                </a:lnTo>
                <a:cubicBezTo>
                  <a:pt x="31936" y="13099"/>
                  <a:pt x="30412" y="13432"/>
                  <a:pt x="28888" y="13766"/>
                </a:cubicBezTo>
                <a:cubicBezTo>
                  <a:pt x="27126" y="14147"/>
                  <a:pt x="25363" y="14551"/>
                  <a:pt x="23625" y="14932"/>
                </a:cubicBezTo>
                <a:cubicBezTo>
                  <a:pt x="23444" y="14971"/>
                  <a:pt x="23306" y="14994"/>
                  <a:pt x="23204" y="14994"/>
                </a:cubicBezTo>
                <a:cubicBezTo>
                  <a:pt x="22931" y="14994"/>
                  <a:pt x="22912" y="14829"/>
                  <a:pt x="22982" y="14361"/>
                </a:cubicBezTo>
                <a:cubicBezTo>
                  <a:pt x="23006" y="14266"/>
                  <a:pt x="23029" y="14194"/>
                  <a:pt x="23029" y="14123"/>
                </a:cubicBezTo>
                <a:cubicBezTo>
                  <a:pt x="23815" y="10432"/>
                  <a:pt x="24601" y="6740"/>
                  <a:pt x="25363" y="3049"/>
                </a:cubicBezTo>
                <a:cubicBezTo>
                  <a:pt x="25530" y="2120"/>
                  <a:pt x="25863" y="1215"/>
                  <a:pt x="25840" y="1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2018" name="Google Shape;2018;p74"/>
          <p:cNvSpPr/>
          <p:nvPr/>
        </p:nvSpPr>
        <p:spPr>
          <a:xfrm>
            <a:off x="7137558" y="173243"/>
            <a:ext cx="1248700" cy="1270172"/>
          </a:xfrm>
          <a:custGeom>
            <a:avLst/>
            <a:gdLst/>
            <a:ahLst/>
            <a:cxnLst/>
            <a:rect l="l" t="t" r="r" b="b"/>
            <a:pathLst>
              <a:path w="5623" h="5447" extrusionOk="0">
                <a:moveTo>
                  <a:pt x="2987" y="1"/>
                </a:moveTo>
                <a:cubicBezTo>
                  <a:pt x="2618" y="1"/>
                  <a:pt x="2239" y="92"/>
                  <a:pt x="1860" y="246"/>
                </a:cubicBezTo>
                <a:cubicBezTo>
                  <a:pt x="955" y="651"/>
                  <a:pt x="336" y="1246"/>
                  <a:pt x="193" y="2318"/>
                </a:cubicBezTo>
                <a:cubicBezTo>
                  <a:pt x="0" y="3988"/>
                  <a:pt x="1926" y="5447"/>
                  <a:pt x="3441" y="5447"/>
                </a:cubicBezTo>
                <a:cubicBezTo>
                  <a:pt x="3611" y="5447"/>
                  <a:pt x="3776" y="5428"/>
                  <a:pt x="3932" y="5390"/>
                </a:cubicBezTo>
                <a:cubicBezTo>
                  <a:pt x="5051" y="5080"/>
                  <a:pt x="5623" y="4390"/>
                  <a:pt x="5623" y="3342"/>
                </a:cubicBezTo>
                <a:cubicBezTo>
                  <a:pt x="5623" y="2127"/>
                  <a:pt x="5170" y="1246"/>
                  <a:pt x="4384" y="556"/>
                </a:cubicBezTo>
                <a:cubicBezTo>
                  <a:pt x="3950" y="162"/>
                  <a:pt x="3477" y="1"/>
                  <a:pt x="2987" y="1"/>
                </a:cubicBezTo>
                <a:close/>
              </a:path>
            </a:pathLst>
          </a:custGeom>
          <a:solidFill>
            <a:schemeClr val="accent5">
              <a:alpha val="3095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2019" name="Google Shape;2019;p74"/>
          <p:cNvSpPr txBox="1">
            <a:spLocks noGrp="1"/>
          </p:cNvSpPr>
          <p:nvPr>
            <p:ph type="title"/>
          </p:nvPr>
        </p:nvSpPr>
        <p:spPr>
          <a:xfrm>
            <a:off x="1910119" y="94870"/>
            <a:ext cx="5130112" cy="971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4400" dirty="0" smtClean="0"/>
              <a:t>Accuracy</a:t>
            </a:r>
            <a:endParaRPr sz="4400" dirty="0">
              <a:solidFill>
                <a:schemeClr val="accent1"/>
              </a:solidFill>
            </a:endParaRPr>
          </a:p>
        </p:txBody>
      </p:sp>
      <p:sp>
        <p:nvSpPr>
          <p:cNvPr id="2021" name="Google Shape;2021;p74"/>
          <p:cNvSpPr txBox="1">
            <a:spLocks noGrp="1"/>
          </p:cNvSpPr>
          <p:nvPr>
            <p:ph type="title" idx="2"/>
          </p:nvPr>
        </p:nvSpPr>
        <p:spPr>
          <a:xfrm>
            <a:off x="7195508" y="387430"/>
            <a:ext cx="11328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01</a:t>
            </a:r>
            <a:endParaRPr dirty="0"/>
          </a:p>
        </p:txBody>
      </p:sp>
      <p:grpSp>
        <p:nvGrpSpPr>
          <p:cNvPr id="2022" name="Google Shape;2022;p74"/>
          <p:cNvGrpSpPr/>
          <p:nvPr/>
        </p:nvGrpSpPr>
        <p:grpSpPr>
          <a:xfrm>
            <a:off x="7746044" y="3175453"/>
            <a:ext cx="1495621" cy="1291831"/>
            <a:chOff x="5614619" y="2740966"/>
            <a:chExt cx="1495621" cy="1291831"/>
          </a:xfrm>
        </p:grpSpPr>
        <p:sp>
          <p:nvSpPr>
            <p:cNvPr id="2023" name="Google Shape;2023;p74"/>
            <p:cNvSpPr/>
            <p:nvPr/>
          </p:nvSpPr>
          <p:spPr>
            <a:xfrm>
              <a:off x="5614619" y="3232736"/>
              <a:ext cx="233570" cy="259568"/>
            </a:xfrm>
            <a:custGeom>
              <a:avLst/>
              <a:gdLst/>
              <a:ahLst/>
              <a:cxnLst/>
              <a:rect l="l" t="t" r="r" b="b"/>
              <a:pathLst>
                <a:path w="7349" h="8167" extrusionOk="0">
                  <a:moveTo>
                    <a:pt x="2648" y="0"/>
                  </a:moveTo>
                  <a:cubicBezTo>
                    <a:pt x="2113" y="0"/>
                    <a:pt x="1614" y="173"/>
                    <a:pt x="1262" y="512"/>
                  </a:cubicBezTo>
                  <a:cubicBezTo>
                    <a:pt x="453" y="1275"/>
                    <a:pt x="0" y="2275"/>
                    <a:pt x="96" y="3394"/>
                  </a:cubicBezTo>
                  <a:cubicBezTo>
                    <a:pt x="286" y="5466"/>
                    <a:pt x="1644" y="7442"/>
                    <a:pt x="3882" y="8038"/>
                  </a:cubicBezTo>
                  <a:cubicBezTo>
                    <a:pt x="4194" y="8124"/>
                    <a:pt x="4508" y="8167"/>
                    <a:pt x="4812" y="8167"/>
                  </a:cubicBezTo>
                  <a:cubicBezTo>
                    <a:pt x="6181" y="8167"/>
                    <a:pt x="7348" y="7306"/>
                    <a:pt x="7192" y="5728"/>
                  </a:cubicBezTo>
                  <a:cubicBezTo>
                    <a:pt x="7002" y="3513"/>
                    <a:pt x="6002" y="1751"/>
                    <a:pt x="4192" y="489"/>
                  </a:cubicBezTo>
                  <a:cubicBezTo>
                    <a:pt x="3712" y="161"/>
                    <a:pt x="3164" y="0"/>
                    <a:pt x="264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024" name="Google Shape;2024;p74"/>
            <p:cNvSpPr/>
            <p:nvPr/>
          </p:nvSpPr>
          <p:spPr>
            <a:xfrm>
              <a:off x="5985489" y="3413038"/>
              <a:ext cx="243740" cy="219522"/>
            </a:xfrm>
            <a:custGeom>
              <a:avLst/>
              <a:gdLst/>
              <a:ahLst/>
              <a:cxnLst/>
              <a:rect l="l" t="t" r="r" b="b"/>
              <a:pathLst>
                <a:path w="7669" h="6907" extrusionOk="0">
                  <a:moveTo>
                    <a:pt x="2579" y="0"/>
                  </a:moveTo>
                  <a:cubicBezTo>
                    <a:pt x="1203" y="0"/>
                    <a:pt x="0" y="1093"/>
                    <a:pt x="0" y="2436"/>
                  </a:cubicBezTo>
                  <a:cubicBezTo>
                    <a:pt x="0" y="3151"/>
                    <a:pt x="215" y="3960"/>
                    <a:pt x="643" y="4675"/>
                  </a:cubicBezTo>
                  <a:cubicBezTo>
                    <a:pt x="1361" y="5791"/>
                    <a:pt x="2761" y="6906"/>
                    <a:pt x="4274" y="6906"/>
                  </a:cubicBezTo>
                  <a:cubicBezTo>
                    <a:pt x="4569" y="6906"/>
                    <a:pt x="4869" y="6864"/>
                    <a:pt x="5168" y="6770"/>
                  </a:cubicBezTo>
                  <a:cubicBezTo>
                    <a:pt x="6859" y="6247"/>
                    <a:pt x="7669" y="4794"/>
                    <a:pt x="6930" y="3198"/>
                  </a:cubicBezTo>
                  <a:cubicBezTo>
                    <a:pt x="6168" y="1627"/>
                    <a:pt x="4954" y="483"/>
                    <a:pt x="3215" y="79"/>
                  </a:cubicBezTo>
                  <a:cubicBezTo>
                    <a:pt x="3002" y="25"/>
                    <a:pt x="2789" y="0"/>
                    <a:pt x="2579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025" name="Google Shape;2025;p74"/>
            <p:cNvSpPr/>
            <p:nvPr/>
          </p:nvSpPr>
          <p:spPr>
            <a:xfrm>
              <a:off x="5884071" y="2740966"/>
              <a:ext cx="218759" cy="222064"/>
            </a:xfrm>
            <a:custGeom>
              <a:avLst/>
              <a:gdLst/>
              <a:ahLst/>
              <a:cxnLst/>
              <a:rect l="l" t="t" r="r" b="b"/>
              <a:pathLst>
                <a:path w="6883" h="6987" extrusionOk="0">
                  <a:moveTo>
                    <a:pt x="3502" y="0"/>
                  </a:moveTo>
                  <a:cubicBezTo>
                    <a:pt x="2862" y="0"/>
                    <a:pt x="2233" y="161"/>
                    <a:pt x="1643" y="482"/>
                  </a:cubicBezTo>
                  <a:cubicBezTo>
                    <a:pt x="643" y="1030"/>
                    <a:pt x="0" y="2364"/>
                    <a:pt x="381" y="3340"/>
                  </a:cubicBezTo>
                  <a:cubicBezTo>
                    <a:pt x="1000" y="4983"/>
                    <a:pt x="2120" y="6174"/>
                    <a:pt x="3811" y="6793"/>
                  </a:cubicBezTo>
                  <a:cubicBezTo>
                    <a:pt x="4163" y="6925"/>
                    <a:pt x="4487" y="6986"/>
                    <a:pt x="4780" y="6986"/>
                  </a:cubicBezTo>
                  <a:cubicBezTo>
                    <a:pt x="5817" y="6986"/>
                    <a:pt x="6485" y="6218"/>
                    <a:pt x="6764" y="5031"/>
                  </a:cubicBezTo>
                  <a:cubicBezTo>
                    <a:pt x="6811" y="4769"/>
                    <a:pt x="6764" y="4507"/>
                    <a:pt x="6764" y="4269"/>
                  </a:cubicBezTo>
                  <a:cubicBezTo>
                    <a:pt x="6883" y="3435"/>
                    <a:pt x="6645" y="2673"/>
                    <a:pt x="6311" y="1959"/>
                  </a:cubicBezTo>
                  <a:cubicBezTo>
                    <a:pt x="5882" y="1006"/>
                    <a:pt x="5239" y="220"/>
                    <a:pt x="4144" y="54"/>
                  </a:cubicBezTo>
                  <a:cubicBezTo>
                    <a:pt x="3930" y="18"/>
                    <a:pt x="3715" y="0"/>
                    <a:pt x="350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026" name="Google Shape;2026;p74"/>
            <p:cNvSpPr/>
            <p:nvPr/>
          </p:nvSpPr>
          <p:spPr>
            <a:xfrm>
              <a:off x="6513046" y="3075190"/>
              <a:ext cx="249779" cy="202200"/>
            </a:xfrm>
            <a:custGeom>
              <a:avLst/>
              <a:gdLst/>
              <a:ahLst/>
              <a:cxnLst/>
              <a:rect l="l" t="t" r="r" b="b"/>
              <a:pathLst>
                <a:path w="7859" h="6362" extrusionOk="0">
                  <a:moveTo>
                    <a:pt x="2811" y="0"/>
                  </a:moveTo>
                  <a:cubicBezTo>
                    <a:pt x="2016" y="0"/>
                    <a:pt x="1274" y="376"/>
                    <a:pt x="715" y="1064"/>
                  </a:cubicBezTo>
                  <a:cubicBezTo>
                    <a:pt x="0" y="1945"/>
                    <a:pt x="0" y="3064"/>
                    <a:pt x="810" y="4160"/>
                  </a:cubicBezTo>
                  <a:cubicBezTo>
                    <a:pt x="1874" y="5571"/>
                    <a:pt x="3275" y="6353"/>
                    <a:pt x="5057" y="6353"/>
                  </a:cubicBezTo>
                  <a:cubicBezTo>
                    <a:pt x="5109" y="6353"/>
                    <a:pt x="5162" y="6352"/>
                    <a:pt x="5215" y="6351"/>
                  </a:cubicBezTo>
                  <a:cubicBezTo>
                    <a:pt x="5358" y="6351"/>
                    <a:pt x="5512" y="6361"/>
                    <a:pt x="5662" y="6361"/>
                  </a:cubicBezTo>
                  <a:cubicBezTo>
                    <a:pt x="5737" y="6361"/>
                    <a:pt x="5811" y="6359"/>
                    <a:pt x="5882" y="6351"/>
                  </a:cubicBezTo>
                  <a:cubicBezTo>
                    <a:pt x="7240" y="6255"/>
                    <a:pt x="7859" y="5303"/>
                    <a:pt x="7454" y="4041"/>
                  </a:cubicBezTo>
                  <a:cubicBezTo>
                    <a:pt x="6883" y="2278"/>
                    <a:pt x="5668" y="1040"/>
                    <a:pt x="4001" y="278"/>
                  </a:cubicBezTo>
                  <a:cubicBezTo>
                    <a:pt x="3602" y="90"/>
                    <a:pt x="3200" y="0"/>
                    <a:pt x="281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027" name="Google Shape;2027;p74"/>
            <p:cNvSpPr/>
            <p:nvPr/>
          </p:nvSpPr>
          <p:spPr>
            <a:xfrm>
              <a:off x="6376795" y="3405887"/>
              <a:ext cx="229470" cy="191839"/>
            </a:xfrm>
            <a:custGeom>
              <a:avLst/>
              <a:gdLst/>
              <a:ahLst/>
              <a:cxnLst/>
              <a:rect l="l" t="t" r="r" b="b"/>
              <a:pathLst>
                <a:path w="7220" h="6036" extrusionOk="0">
                  <a:moveTo>
                    <a:pt x="2204" y="1"/>
                  </a:moveTo>
                  <a:cubicBezTo>
                    <a:pt x="1854" y="1"/>
                    <a:pt x="1482" y="140"/>
                    <a:pt x="1144" y="280"/>
                  </a:cubicBezTo>
                  <a:cubicBezTo>
                    <a:pt x="477" y="566"/>
                    <a:pt x="1" y="1399"/>
                    <a:pt x="96" y="2114"/>
                  </a:cubicBezTo>
                  <a:cubicBezTo>
                    <a:pt x="429" y="4424"/>
                    <a:pt x="1858" y="5829"/>
                    <a:pt x="4049" y="6019"/>
                  </a:cubicBezTo>
                  <a:cubicBezTo>
                    <a:pt x="4166" y="6030"/>
                    <a:pt x="4282" y="6036"/>
                    <a:pt x="4395" y="6036"/>
                  </a:cubicBezTo>
                  <a:cubicBezTo>
                    <a:pt x="5995" y="6036"/>
                    <a:pt x="7220" y="4946"/>
                    <a:pt x="6597" y="2923"/>
                  </a:cubicBezTo>
                  <a:cubicBezTo>
                    <a:pt x="6168" y="1518"/>
                    <a:pt x="4478" y="42"/>
                    <a:pt x="2406" y="18"/>
                  </a:cubicBezTo>
                  <a:cubicBezTo>
                    <a:pt x="2340" y="6"/>
                    <a:pt x="2272" y="1"/>
                    <a:pt x="2204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028" name="Google Shape;2028;p74"/>
            <p:cNvSpPr/>
            <p:nvPr/>
          </p:nvSpPr>
          <p:spPr>
            <a:xfrm>
              <a:off x="6099715" y="3104208"/>
              <a:ext cx="178713" cy="173119"/>
            </a:xfrm>
            <a:custGeom>
              <a:avLst/>
              <a:gdLst/>
              <a:ahLst/>
              <a:cxnLst/>
              <a:rect l="l" t="t" r="r" b="b"/>
              <a:pathLst>
                <a:path w="5623" h="5447" extrusionOk="0">
                  <a:moveTo>
                    <a:pt x="2987" y="1"/>
                  </a:moveTo>
                  <a:cubicBezTo>
                    <a:pt x="2618" y="1"/>
                    <a:pt x="2239" y="92"/>
                    <a:pt x="1860" y="246"/>
                  </a:cubicBezTo>
                  <a:cubicBezTo>
                    <a:pt x="955" y="651"/>
                    <a:pt x="336" y="1246"/>
                    <a:pt x="193" y="2318"/>
                  </a:cubicBezTo>
                  <a:cubicBezTo>
                    <a:pt x="0" y="3988"/>
                    <a:pt x="1926" y="5447"/>
                    <a:pt x="3441" y="5447"/>
                  </a:cubicBezTo>
                  <a:cubicBezTo>
                    <a:pt x="3611" y="5447"/>
                    <a:pt x="3776" y="5428"/>
                    <a:pt x="3932" y="5390"/>
                  </a:cubicBezTo>
                  <a:cubicBezTo>
                    <a:pt x="5051" y="5080"/>
                    <a:pt x="5623" y="4390"/>
                    <a:pt x="5623" y="3342"/>
                  </a:cubicBezTo>
                  <a:cubicBezTo>
                    <a:pt x="5623" y="2127"/>
                    <a:pt x="5170" y="1246"/>
                    <a:pt x="4384" y="556"/>
                  </a:cubicBezTo>
                  <a:cubicBezTo>
                    <a:pt x="3950" y="162"/>
                    <a:pt x="3477" y="1"/>
                    <a:pt x="298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029" name="Google Shape;2029;p74"/>
            <p:cNvSpPr/>
            <p:nvPr/>
          </p:nvSpPr>
          <p:spPr>
            <a:xfrm>
              <a:off x="5900121" y="3798306"/>
              <a:ext cx="164125" cy="145564"/>
            </a:xfrm>
            <a:custGeom>
              <a:avLst/>
              <a:gdLst/>
              <a:ahLst/>
              <a:cxnLst/>
              <a:rect l="l" t="t" r="r" b="b"/>
              <a:pathLst>
                <a:path w="5164" h="4580" extrusionOk="0">
                  <a:moveTo>
                    <a:pt x="2026" y="0"/>
                  </a:moveTo>
                  <a:cubicBezTo>
                    <a:pt x="859" y="0"/>
                    <a:pt x="0" y="1133"/>
                    <a:pt x="424" y="2341"/>
                  </a:cubicBezTo>
                  <a:cubicBezTo>
                    <a:pt x="877" y="3626"/>
                    <a:pt x="1758" y="4460"/>
                    <a:pt x="3187" y="4579"/>
                  </a:cubicBezTo>
                  <a:cubicBezTo>
                    <a:pt x="4020" y="4484"/>
                    <a:pt x="4639" y="4079"/>
                    <a:pt x="5163" y="3460"/>
                  </a:cubicBezTo>
                  <a:cubicBezTo>
                    <a:pt x="5139" y="3222"/>
                    <a:pt x="5163" y="3007"/>
                    <a:pt x="5115" y="2793"/>
                  </a:cubicBezTo>
                  <a:cubicBezTo>
                    <a:pt x="4806" y="1340"/>
                    <a:pt x="3901" y="412"/>
                    <a:pt x="2472" y="54"/>
                  </a:cubicBezTo>
                  <a:cubicBezTo>
                    <a:pt x="2320" y="18"/>
                    <a:pt x="2171" y="0"/>
                    <a:pt x="2026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030" name="Google Shape;2030;p74"/>
            <p:cNvSpPr/>
            <p:nvPr/>
          </p:nvSpPr>
          <p:spPr>
            <a:xfrm>
              <a:off x="6873301" y="3460045"/>
              <a:ext cx="236939" cy="186690"/>
            </a:xfrm>
            <a:custGeom>
              <a:avLst/>
              <a:gdLst/>
              <a:ahLst/>
              <a:cxnLst/>
              <a:rect l="l" t="t" r="r" b="b"/>
              <a:pathLst>
                <a:path w="7455" h="5874" extrusionOk="0">
                  <a:moveTo>
                    <a:pt x="3176" y="1"/>
                  </a:moveTo>
                  <a:cubicBezTo>
                    <a:pt x="2331" y="1"/>
                    <a:pt x="1547" y="476"/>
                    <a:pt x="882" y="1434"/>
                  </a:cubicBezTo>
                  <a:cubicBezTo>
                    <a:pt x="1" y="2648"/>
                    <a:pt x="239" y="3982"/>
                    <a:pt x="1501" y="4815"/>
                  </a:cubicBezTo>
                  <a:cubicBezTo>
                    <a:pt x="2644" y="5577"/>
                    <a:pt x="3954" y="5815"/>
                    <a:pt x="5311" y="5863"/>
                  </a:cubicBezTo>
                  <a:cubicBezTo>
                    <a:pt x="5438" y="5863"/>
                    <a:pt x="5565" y="5874"/>
                    <a:pt x="5685" y="5874"/>
                  </a:cubicBezTo>
                  <a:cubicBezTo>
                    <a:pt x="5745" y="5874"/>
                    <a:pt x="5804" y="5871"/>
                    <a:pt x="5859" y="5863"/>
                  </a:cubicBezTo>
                  <a:cubicBezTo>
                    <a:pt x="7026" y="5768"/>
                    <a:pt x="7455" y="5268"/>
                    <a:pt x="7336" y="4101"/>
                  </a:cubicBezTo>
                  <a:cubicBezTo>
                    <a:pt x="7288" y="3863"/>
                    <a:pt x="7217" y="3601"/>
                    <a:pt x="7121" y="3363"/>
                  </a:cubicBezTo>
                  <a:cubicBezTo>
                    <a:pt x="6764" y="2338"/>
                    <a:pt x="6074" y="1576"/>
                    <a:pt x="5264" y="886"/>
                  </a:cubicBezTo>
                  <a:cubicBezTo>
                    <a:pt x="4549" y="297"/>
                    <a:pt x="3844" y="1"/>
                    <a:pt x="317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031" name="Google Shape;2031;p74"/>
            <p:cNvSpPr/>
            <p:nvPr/>
          </p:nvSpPr>
          <p:spPr>
            <a:xfrm>
              <a:off x="6360141" y="3860981"/>
              <a:ext cx="180938" cy="171816"/>
            </a:xfrm>
            <a:custGeom>
              <a:avLst/>
              <a:gdLst/>
              <a:ahLst/>
              <a:cxnLst/>
              <a:rect l="l" t="t" r="r" b="b"/>
              <a:pathLst>
                <a:path w="5693" h="5406" extrusionOk="0">
                  <a:moveTo>
                    <a:pt x="2939" y="1"/>
                  </a:moveTo>
                  <a:cubicBezTo>
                    <a:pt x="2400" y="1"/>
                    <a:pt x="1842" y="186"/>
                    <a:pt x="1310" y="559"/>
                  </a:cubicBezTo>
                  <a:cubicBezTo>
                    <a:pt x="310" y="1250"/>
                    <a:pt x="1" y="2393"/>
                    <a:pt x="477" y="3512"/>
                  </a:cubicBezTo>
                  <a:cubicBezTo>
                    <a:pt x="943" y="4665"/>
                    <a:pt x="2131" y="5406"/>
                    <a:pt x="3447" y="5406"/>
                  </a:cubicBezTo>
                  <a:cubicBezTo>
                    <a:pt x="3544" y="5406"/>
                    <a:pt x="3641" y="5402"/>
                    <a:pt x="3739" y="5393"/>
                  </a:cubicBezTo>
                  <a:cubicBezTo>
                    <a:pt x="5049" y="5298"/>
                    <a:pt x="5692" y="4607"/>
                    <a:pt x="5692" y="3298"/>
                  </a:cubicBezTo>
                  <a:cubicBezTo>
                    <a:pt x="5692" y="2321"/>
                    <a:pt x="5287" y="1321"/>
                    <a:pt x="4597" y="678"/>
                  </a:cubicBezTo>
                  <a:cubicBezTo>
                    <a:pt x="4109" y="228"/>
                    <a:pt x="3535" y="1"/>
                    <a:pt x="2939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032" name="Google Shape;2032;p74"/>
            <p:cNvSpPr/>
            <p:nvPr/>
          </p:nvSpPr>
          <p:spPr>
            <a:xfrm>
              <a:off x="6799121" y="3820808"/>
              <a:ext cx="156720" cy="160819"/>
            </a:xfrm>
            <a:custGeom>
              <a:avLst/>
              <a:gdLst/>
              <a:ahLst/>
              <a:cxnLst/>
              <a:rect l="l" t="t" r="r" b="b"/>
              <a:pathLst>
                <a:path w="4931" h="5060" extrusionOk="0">
                  <a:moveTo>
                    <a:pt x="2551" y="0"/>
                  </a:moveTo>
                  <a:cubicBezTo>
                    <a:pt x="2088" y="0"/>
                    <a:pt x="1601" y="147"/>
                    <a:pt x="1144" y="442"/>
                  </a:cubicBezTo>
                  <a:cubicBezTo>
                    <a:pt x="215" y="1013"/>
                    <a:pt x="1" y="1894"/>
                    <a:pt x="525" y="2966"/>
                  </a:cubicBezTo>
                  <a:cubicBezTo>
                    <a:pt x="954" y="3895"/>
                    <a:pt x="1692" y="4490"/>
                    <a:pt x="2621" y="4895"/>
                  </a:cubicBezTo>
                  <a:cubicBezTo>
                    <a:pt x="2887" y="5005"/>
                    <a:pt x="3137" y="5059"/>
                    <a:pt x="3368" y="5059"/>
                  </a:cubicBezTo>
                  <a:cubicBezTo>
                    <a:pt x="3986" y="5059"/>
                    <a:pt x="4469" y="4677"/>
                    <a:pt x="4764" y="3966"/>
                  </a:cubicBezTo>
                  <a:cubicBezTo>
                    <a:pt x="4883" y="3633"/>
                    <a:pt x="4907" y="3300"/>
                    <a:pt x="4907" y="2966"/>
                  </a:cubicBezTo>
                  <a:cubicBezTo>
                    <a:pt x="4931" y="2156"/>
                    <a:pt x="4597" y="1442"/>
                    <a:pt x="4145" y="799"/>
                  </a:cubicBezTo>
                  <a:cubicBezTo>
                    <a:pt x="3749" y="266"/>
                    <a:pt x="3172" y="0"/>
                    <a:pt x="255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grpSp>
        <p:nvGrpSpPr>
          <p:cNvPr id="2066" name="Google Shape;2066;p74"/>
          <p:cNvGrpSpPr/>
          <p:nvPr/>
        </p:nvGrpSpPr>
        <p:grpSpPr>
          <a:xfrm>
            <a:off x="8116914" y="3672538"/>
            <a:ext cx="846996" cy="1227857"/>
            <a:chOff x="3289475" y="1878575"/>
            <a:chExt cx="710925" cy="1030600"/>
          </a:xfrm>
        </p:grpSpPr>
        <p:sp>
          <p:nvSpPr>
            <p:cNvPr id="2067" name="Google Shape;2067;p74"/>
            <p:cNvSpPr/>
            <p:nvPr/>
          </p:nvSpPr>
          <p:spPr>
            <a:xfrm>
              <a:off x="3289475" y="1933075"/>
              <a:ext cx="177475" cy="184850"/>
            </a:xfrm>
            <a:custGeom>
              <a:avLst/>
              <a:gdLst/>
              <a:ahLst/>
              <a:cxnLst/>
              <a:rect l="l" t="t" r="r" b="b"/>
              <a:pathLst>
                <a:path w="7099" h="7394" extrusionOk="0">
                  <a:moveTo>
                    <a:pt x="2221" y="0"/>
                  </a:moveTo>
                  <a:cubicBezTo>
                    <a:pt x="2058" y="0"/>
                    <a:pt x="1906" y="102"/>
                    <a:pt x="1912" y="319"/>
                  </a:cubicBezTo>
                  <a:cubicBezTo>
                    <a:pt x="1924" y="529"/>
                    <a:pt x="1935" y="750"/>
                    <a:pt x="1947" y="960"/>
                  </a:cubicBezTo>
                  <a:cubicBezTo>
                    <a:pt x="1819" y="832"/>
                    <a:pt x="1702" y="715"/>
                    <a:pt x="1574" y="587"/>
                  </a:cubicBezTo>
                  <a:cubicBezTo>
                    <a:pt x="1503" y="514"/>
                    <a:pt x="1425" y="483"/>
                    <a:pt x="1350" y="483"/>
                  </a:cubicBezTo>
                  <a:cubicBezTo>
                    <a:pt x="1103" y="483"/>
                    <a:pt x="891" y="815"/>
                    <a:pt x="1096" y="1065"/>
                  </a:cubicBezTo>
                  <a:cubicBezTo>
                    <a:pt x="1224" y="1216"/>
                    <a:pt x="1329" y="1380"/>
                    <a:pt x="1423" y="1543"/>
                  </a:cubicBezTo>
                  <a:cubicBezTo>
                    <a:pt x="1233" y="1506"/>
                    <a:pt x="1044" y="1488"/>
                    <a:pt x="849" y="1488"/>
                  </a:cubicBezTo>
                  <a:cubicBezTo>
                    <a:pt x="732" y="1488"/>
                    <a:pt x="613" y="1495"/>
                    <a:pt x="490" y="1508"/>
                  </a:cubicBezTo>
                  <a:cubicBezTo>
                    <a:pt x="106" y="1543"/>
                    <a:pt x="1" y="2079"/>
                    <a:pt x="397" y="2195"/>
                  </a:cubicBezTo>
                  <a:cubicBezTo>
                    <a:pt x="851" y="2335"/>
                    <a:pt x="1306" y="2475"/>
                    <a:pt x="1772" y="2603"/>
                  </a:cubicBezTo>
                  <a:cubicBezTo>
                    <a:pt x="1806" y="2611"/>
                    <a:pt x="1839" y="2615"/>
                    <a:pt x="1869" y="2615"/>
                  </a:cubicBezTo>
                  <a:cubicBezTo>
                    <a:pt x="1974" y="2615"/>
                    <a:pt x="2056" y="2571"/>
                    <a:pt x="2110" y="2498"/>
                  </a:cubicBezTo>
                  <a:cubicBezTo>
                    <a:pt x="2250" y="3559"/>
                    <a:pt x="2833" y="4596"/>
                    <a:pt x="3485" y="5389"/>
                  </a:cubicBezTo>
                  <a:cubicBezTo>
                    <a:pt x="4115" y="6150"/>
                    <a:pt x="5434" y="7393"/>
                    <a:pt x="6542" y="7393"/>
                  </a:cubicBezTo>
                  <a:cubicBezTo>
                    <a:pt x="6604" y="7393"/>
                    <a:pt x="6665" y="7389"/>
                    <a:pt x="6725" y="7381"/>
                  </a:cubicBezTo>
                  <a:cubicBezTo>
                    <a:pt x="6935" y="7358"/>
                    <a:pt x="7098" y="7102"/>
                    <a:pt x="6912" y="6915"/>
                  </a:cubicBezTo>
                  <a:cubicBezTo>
                    <a:pt x="6539" y="6554"/>
                    <a:pt x="5991" y="6449"/>
                    <a:pt x="5548" y="6181"/>
                  </a:cubicBezTo>
                  <a:cubicBezTo>
                    <a:pt x="5035" y="5866"/>
                    <a:pt x="4569" y="5493"/>
                    <a:pt x="4173" y="5051"/>
                  </a:cubicBezTo>
                  <a:cubicBezTo>
                    <a:pt x="3345" y="4177"/>
                    <a:pt x="2949" y="3198"/>
                    <a:pt x="2553" y="2102"/>
                  </a:cubicBezTo>
                  <a:cubicBezTo>
                    <a:pt x="2623" y="2102"/>
                    <a:pt x="2681" y="2067"/>
                    <a:pt x="2728" y="2032"/>
                  </a:cubicBezTo>
                  <a:cubicBezTo>
                    <a:pt x="3066" y="1776"/>
                    <a:pt x="3392" y="1519"/>
                    <a:pt x="3683" y="1240"/>
                  </a:cubicBezTo>
                  <a:cubicBezTo>
                    <a:pt x="3887" y="1046"/>
                    <a:pt x="3704" y="731"/>
                    <a:pt x="3475" y="731"/>
                  </a:cubicBezTo>
                  <a:cubicBezTo>
                    <a:pt x="3429" y="731"/>
                    <a:pt x="3381" y="744"/>
                    <a:pt x="3334" y="774"/>
                  </a:cubicBezTo>
                  <a:cubicBezTo>
                    <a:pt x="3147" y="890"/>
                    <a:pt x="2973" y="1007"/>
                    <a:pt x="2809" y="1135"/>
                  </a:cubicBezTo>
                  <a:cubicBezTo>
                    <a:pt x="2763" y="832"/>
                    <a:pt x="2693" y="529"/>
                    <a:pt x="2576" y="226"/>
                  </a:cubicBezTo>
                  <a:cubicBezTo>
                    <a:pt x="2516" y="79"/>
                    <a:pt x="2365" y="0"/>
                    <a:pt x="222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068" name="Google Shape;2068;p74"/>
            <p:cNvSpPr/>
            <p:nvPr/>
          </p:nvSpPr>
          <p:spPr>
            <a:xfrm>
              <a:off x="3846925" y="2266175"/>
              <a:ext cx="153475" cy="217175"/>
            </a:xfrm>
            <a:custGeom>
              <a:avLst/>
              <a:gdLst/>
              <a:ahLst/>
              <a:cxnLst/>
              <a:rect l="l" t="t" r="r" b="b"/>
              <a:pathLst>
                <a:path w="6139" h="8687" extrusionOk="0">
                  <a:moveTo>
                    <a:pt x="404" y="1"/>
                  </a:moveTo>
                  <a:cubicBezTo>
                    <a:pt x="88" y="1"/>
                    <a:pt x="1" y="423"/>
                    <a:pt x="254" y="584"/>
                  </a:cubicBezTo>
                  <a:cubicBezTo>
                    <a:pt x="801" y="910"/>
                    <a:pt x="1431" y="1085"/>
                    <a:pt x="1967" y="1458"/>
                  </a:cubicBezTo>
                  <a:cubicBezTo>
                    <a:pt x="2550" y="1854"/>
                    <a:pt x="3051" y="2367"/>
                    <a:pt x="3459" y="2949"/>
                  </a:cubicBezTo>
                  <a:cubicBezTo>
                    <a:pt x="4181" y="3975"/>
                    <a:pt x="4496" y="5071"/>
                    <a:pt x="4612" y="6283"/>
                  </a:cubicBezTo>
                  <a:cubicBezTo>
                    <a:pt x="4601" y="6283"/>
                    <a:pt x="4577" y="6283"/>
                    <a:pt x="4566" y="6294"/>
                  </a:cubicBezTo>
                  <a:cubicBezTo>
                    <a:pt x="3971" y="6457"/>
                    <a:pt x="3272" y="6679"/>
                    <a:pt x="2829" y="7122"/>
                  </a:cubicBezTo>
                  <a:cubicBezTo>
                    <a:pt x="2655" y="7307"/>
                    <a:pt x="2788" y="7655"/>
                    <a:pt x="3029" y="7655"/>
                  </a:cubicBezTo>
                  <a:cubicBezTo>
                    <a:pt x="3062" y="7655"/>
                    <a:pt x="3096" y="7648"/>
                    <a:pt x="3132" y="7634"/>
                  </a:cubicBezTo>
                  <a:cubicBezTo>
                    <a:pt x="3354" y="7553"/>
                    <a:pt x="3563" y="7448"/>
                    <a:pt x="3773" y="7343"/>
                  </a:cubicBezTo>
                  <a:lnTo>
                    <a:pt x="3773" y="7343"/>
                  </a:lnTo>
                  <a:lnTo>
                    <a:pt x="3365" y="7972"/>
                  </a:lnTo>
                  <a:cubicBezTo>
                    <a:pt x="3209" y="8207"/>
                    <a:pt x="3441" y="8474"/>
                    <a:pt x="3671" y="8474"/>
                  </a:cubicBezTo>
                  <a:cubicBezTo>
                    <a:pt x="3749" y="8474"/>
                    <a:pt x="3827" y="8443"/>
                    <a:pt x="3890" y="8369"/>
                  </a:cubicBezTo>
                  <a:cubicBezTo>
                    <a:pt x="3983" y="8252"/>
                    <a:pt x="4076" y="8136"/>
                    <a:pt x="4181" y="8019"/>
                  </a:cubicBezTo>
                  <a:cubicBezTo>
                    <a:pt x="4181" y="8136"/>
                    <a:pt x="4181" y="8252"/>
                    <a:pt x="4181" y="8357"/>
                  </a:cubicBezTo>
                  <a:cubicBezTo>
                    <a:pt x="4188" y="8547"/>
                    <a:pt x="4370" y="8687"/>
                    <a:pt x="4539" y="8687"/>
                  </a:cubicBezTo>
                  <a:cubicBezTo>
                    <a:pt x="4639" y="8687"/>
                    <a:pt x="4735" y="8637"/>
                    <a:pt x="4787" y="8520"/>
                  </a:cubicBezTo>
                  <a:cubicBezTo>
                    <a:pt x="4904" y="8287"/>
                    <a:pt x="4974" y="8054"/>
                    <a:pt x="5020" y="7809"/>
                  </a:cubicBezTo>
                  <a:cubicBezTo>
                    <a:pt x="5172" y="7961"/>
                    <a:pt x="5335" y="8101"/>
                    <a:pt x="5521" y="8217"/>
                  </a:cubicBezTo>
                  <a:cubicBezTo>
                    <a:pt x="5572" y="8251"/>
                    <a:pt x="5625" y="8265"/>
                    <a:pt x="5676" y="8265"/>
                  </a:cubicBezTo>
                  <a:cubicBezTo>
                    <a:pt x="5928" y="8265"/>
                    <a:pt x="6139" y="7912"/>
                    <a:pt x="5906" y="7728"/>
                  </a:cubicBezTo>
                  <a:cubicBezTo>
                    <a:pt x="5545" y="7436"/>
                    <a:pt x="5288" y="7087"/>
                    <a:pt x="5032" y="6714"/>
                  </a:cubicBezTo>
                  <a:cubicBezTo>
                    <a:pt x="5323" y="5257"/>
                    <a:pt x="4822" y="3672"/>
                    <a:pt x="4006" y="2483"/>
                  </a:cubicBezTo>
                  <a:cubicBezTo>
                    <a:pt x="3249" y="1388"/>
                    <a:pt x="1827" y="36"/>
                    <a:pt x="417" y="1"/>
                  </a:cubicBezTo>
                  <a:cubicBezTo>
                    <a:pt x="412" y="1"/>
                    <a:pt x="408" y="1"/>
                    <a:pt x="40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069" name="Google Shape;2069;p74"/>
            <p:cNvSpPr/>
            <p:nvPr/>
          </p:nvSpPr>
          <p:spPr>
            <a:xfrm>
              <a:off x="3323850" y="2690325"/>
              <a:ext cx="114725" cy="218850"/>
            </a:xfrm>
            <a:custGeom>
              <a:avLst/>
              <a:gdLst/>
              <a:ahLst/>
              <a:cxnLst/>
              <a:rect l="l" t="t" r="r" b="b"/>
              <a:pathLst>
                <a:path w="4589" h="8754" extrusionOk="0">
                  <a:moveTo>
                    <a:pt x="4338" y="0"/>
                  </a:moveTo>
                  <a:cubicBezTo>
                    <a:pt x="4275" y="0"/>
                    <a:pt x="4212" y="26"/>
                    <a:pt x="4173" y="85"/>
                  </a:cubicBezTo>
                  <a:cubicBezTo>
                    <a:pt x="3392" y="1285"/>
                    <a:pt x="2984" y="2730"/>
                    <a:pt x="2810" y="4141"/>
                  </a:cubicBezTo>
                  <a:cubicBezTo>
                    <a:pt x="2716" y="4933"/>
                    <a:pt x="2705" y="5726"/>
                    <a:pt x="2775" y="6518"/>
                  </a:cubicBezTo>
                  <a:cubicBezTo>
                    <a:pt x="2786" y="6658"/>
                    <a:pt x="2798" y="6809"/>
                    <a:pt x="2810" y="6949"/>
                  </a:cubicBezTo>
                  <a:cubicBezTo>
                    <a:pt x="2449" y="6655"/>
                    <a:pt x="1949" y="6482"/>
                    <a:pt x="1476" y="6482"/>
                  </a:cubicBezTo>
                  <a:cubicBezTo>
                    <a:pt x="865" y="6482"/>
                    <a:pt x="299" y="6772"/>
                    <a:pt x="141" y="7462"/>
                  </a:cubicBezTo>
                  <a:cubicBezTo>
                    <a:pt x="1" y="8126"/>
                    <a:pt x="502" y="8581"/>
                    <a:pt x="1108" y="8697"/>
                  </a:cubicBezTo>
                  <a:cubicBezTo>
                    <a:pt x="1306" y="8735"/>
                    <a:pt x="1510" y="8754"/>
                    <a:pt x="1715" y="8754"/>
                  </a:cubicBezTo>
                  <a:cubicBezTo>
                    <a:pt x="2392" y="8754"/>
                    <a:pt x="3085" y="8554"/>
                    <a:pt x="3649" y="8196"/>
                  </a:cubicBezTo>
                  <a:cubicBezTo>
                    <a:pt x="3824" y="8091"/>
                    <a:pt x="3777" y="7823"/>
                    <a:pt x="3625" y="7753"/>
                  </a:cubicBezTo>
                  <a:cubicBezTo>
                    <a:pt x="3684" y="7252"/>
                    <a:pt x="3486" y="6704"/>
                    <a:pt x="3451" y="6215"/>
                  </a:cubicBezTo>
                  <a:cubicBezTo>
                    <a:pt x="3404" y="5574"/>
                    <a:pt x="3416" y="4933"/>
                    <a:pt x="3474" y="4292"/>
                  </a:cubicBezTo>
                  <a:cubicBezTo>
                    <a:pt x="3602" y="2870"/>
                    <a:pt x="4045" y="1577"/>
                    <a:pt x="4534" y="248"/>
                  </a:cubicBezTo>
                  <a:cubicBezTo>
                    <a:pt x="4589" y="101"/>
                    <a:pt x="4463" y="0"/>
                    <a:pt x="43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070" name="Google Shape;2070;p74"/>
            <p:cNvSpPr/>
            <p:nvPr/>
          </p:nvSpPr>
          <p:spPr>
            <a:xfrm>
              <a:off x="3649100" y="2688075"/>
              <a:ext cx="122025" cy="216350"/>
            </a:xfrm>
            <a:custGeom>
              <a:avLst/>
              <a:gdLst/>
              <a:ahLst/>
              <a:cxnLst/>
              <a:rect l="l" t="t" r="r" b="b"/>
              <a:pathLst>
                <a:path w="4881" h="8654" extrusionOk="0">
                  <a:moveTo>
                    <a:pt x="253" y="0"/>
                  </a:moveTo>
                  <a:cubicBezTo>
                    <a:pt x="126" y="0"/>
                    <a:pt x="0" y="107"/>
                    <a:pt x="55" y="257"/>
                  </a:cubicBezTo>
                  <a:cubicBezTo>
                    <a:pt x="603" y="1562"/>
                    <a:pt x="1093" y="2844"/>
                    <a:pt x="1267" y="4266"/>
                  </a:cubicBezTo>
                  <a:cubicBezTo>
                    <a:pt x="1349" y="4895"/>
                    <a:pt x="1384" y="5547"/>
                    <a:pt x="1361" y="6188"/>
                  </a:cubicBezTo>
                  <a:cubicBezTo>
                    <a:pt x="1337" y="6678"/>
                    <a:pt x="1174" y="7226"/>
                    <a:pt x="1244" y="7715"/>
                  </a:cubicBezTo>
                  <a:cubicBezTo>
                    <a:pt x="1081" y="7797"/>
                    <a:pt x="1046" y="8065"/>
                    <a:pt x="1232" y="8170"/>
                  </a:cubicBezTo>
                  <a:cubicBezTo>
                    <a:pt x="1773" y="8482"/>
                    <a:pt x="2429" y="8654"/>
                    <a:pt x="3069" y="8654"/>
                  </a:cubicBezTo>
                  <a:cubicBezTo>
                    <a:pt x="3313" y="8654"/>
                    <a:pt x="3553" y="8629"/>
                    <a:pt x="3785" y="8578"/>
                  </a:cubicBezTo>
                  <a:cubicBezTo>
                    <a:pt x="4391" y="8438"/>
                    <a:pt x="4880" y="7960"/>
                    <a:pt x="4705" y="7319"/>
                  </a:cubicBezTo>
                  <a:cubicBezTo>
                    <a:pt x="4534" y="6653"/>
                    <a:pt x="3994" y="6374"/>
                    <a:pt x="3407" y="6374"/>
                  </a:cubicBezTo>
                  <a:cubicBezTo>
                    <a:pt x="2916" y="6374"/>
                    <a:pt x="2392" y="6570"/>
                    <a:pt x="2025" y="6899"/>
                  </a:cubicBezTo>
                  <a:cubicBezTo>
                    <a:pt x="2037" y="6748"/>
                    <a:pt x="2037" y="6596"/>
                    <a:pt x="2048" y="6457"/>
                  </a:cubicBezTo>
                  <a:cubicBezTo>
                    <a:pt x="2095" y="5664"/>
                    <a:pt x="2048" y="4872"/>
                    <a:pt x="1920" y="4091"/>
                  </a:cubicBezTo>
                  <a:cubicBezTo>
                    <a:pt x="1699" y="2681"/>
                    <a:pt x="1232" y="1259"/>
                    <a:pt x="417" y="82"/>
                  </a:cubicBezTo>
                  <a:cubicBezTo>
                    <a:pt x="375" y="25"/>
                    <a:pt x="314" y="0"/>
                    <a:pt x="25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071" name="Google Shape;2071;p74"/>
            <p:cNvSpPr/>
            <p:nvPr/>
          </p:nvSpPr>
          <p:spPr>
            <a:xfrm>
              <a:off x="3353000" y="1928700"/>
              <a:ext cx="636925" cy="812825"/>
            </a:xfrm>
            <a:custGeom>
              <a:avLst/>
              <a:gdLst/>
              <a:ahLst/>
              <a:cxnLst/>
              <a:rect l="l" t="t" r="r" b="b"/>
              <a:pathLst>
                <a:path w="25477" h="32513" extrusionOk="0">
                  <a:moveTo>
                    <a:pt x="11050" y="0"/>
                  </a:moveTo>
                  <a:cubicBezTo>
                    <a:pt x="8519" y="0"/>
                    <a:pt x="5898" y="1371"/>
                    <a:pt x="5221" y="3967"/>
                  </a:cubicBezTo>
                  <a:cubicBezTo>
                    <a:pt x="4161" y="8081"/>
                    <a:pt x="0" y="21250"/>
                    <a:pt x="443" y="26692"/>
                  </a:cubicBezTo>
                  <a:cubicBezTo>
                    <a:pt x="898" y="32135"/>
                    <a:pt x="6235" y="32030"/>
                    <a:pt x="10221" y="32403"/>
                  </a:cubicBezTo>
                  <a:cubicBezTo>
                    <a:pt x="10935" y="32472"/>
                    <a:pt x="11637" y="32512"/>
                    <a:pt x="12314" y="32512"/>
                  </a:cubicBezTo>
                  <a:cubicBezTo>
                    <a:pt x="15429" y="32512"/>
                    <a:pt x="18009" y="31649"/>
                    <a:pt x="18717" y="28662"/>
                  </a:cubicBezTo>
                  <a:cubicBezTo>
                    <a:pt x="19579" y="25038"/>
                    <a:pt x="20046" y="17008"/>
                    <a:pt x="21363" y="13185"/>
                  </a:cubicBezTo>
                  <a:cubicBezTo>
                    <a:pt x="22691" y="9374"/>
                    <a:pt x="25476" y="5738"/>
                    <a:pt x="22330" y="4153"/>
                  </a:cubicBezTo>
                  <a:cubicBezTo>
                    <a:pt x="19183" y="2568"/>
                    <a:pt x="15034" y="587"/>
                    <a:pt x="12202" y="98"/>
                  </a:cubicBezTo>
                  <a:cubicBezTo>
                    <a:pt x="11825" y="33"/>
                    <a:pt x="11439" y="0"/>
                    <a:pt x="1105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072" name="Google Shape;2072;p74"/>
            <p:cNvSpPr/>
            <p:nvPr/>
          </p:nvSpPr>
          <p:spPr>
            <a:xfrm>
              <a:off x="3508875" y="1928650"/>
              <a:ext cx="481050" cy="805475"/>
            </a:xfrm>
            <a:custGeom>
              <a:avLst/>
              <a:gdLst/>
              <a:ahLst/>
              <a:cxnLst/>
              <a:rect l="l" t="t" r="r" b="b"/>
              <a:pathLst>
                <a:path w="19242" h="32219" extrusionOk="0">
                  <a:moveTo>
                    <a:pt x="4815" y="1"/>
                  </a:moveTo>
                  <a:cubicBezTo>
                    <a:pt x="3014" y="1"/>
                    <a:pt x="1160" y="704"/>
                    <a:pt x="0" y="2046"/>
                  </a:cubicBezTo>
                  <a:cubicBezTo>
                    <a:pt x="1527" y="2221"/>
                    <a:pt x="3030" y="2570"/>
                    <a:pt x="4371" y="2908"/>
                  </a:cubicBezTo>
                  <a:cubicBezTo>
                    <a:pt x="6702" y="3514"/>
                    <a:pt x="9452" y="4132"/>
                    <a:pt x="11468" y="5472"/>
                  </a:cubicBezTo>
                  <a:cubicBezTo>
                    <a:pt x="13997" y="7162"/>
                    <a:pt x="13356" y="10355"/>
                    <a:pt x="12599" y="12861"/>
                  </a:cubicBezTo>
                  <a:cubicBezTo>
                    <a:pt x="12167" y="14271"/>
                    <a:pt x="11631" y="15646"/>
                    <a:pt x="11270" y="17080"/>
                  </a:cubicBezTo>
                  <a:cubicBezTo>
                    <a:pt x="10746" y="19096"/>
                    <a:pt x="10268" y="21124"/>
                    <a:pt x="9860" y="23152"/>
                  </a:cubicBezTo>
                  <a:cubicBezTo>
                    <a:pt x="9265" y="26147"/>
                    <a:pt x="8869" y="29177"/>
                    <a:pt x="8811" y="32218"/>
                  </a:cubicBezTo>
                  <a:cubicBezTo>
                    <a:pt x="10629" y="31764"/>
                    <a:pt x="11993" y="30715"/>
                    <a:pt x="12482" y="28664"/>
                  </a:cubicBezTo>
                  <a:cubicBezTo>
                    <a:pt x="13344" y="25040"/>
                    <a:pt x="13811" y="17010"/>
                    <a:pt x="15128" y="13187"/>
                  </a:cubicBezTo>
                  <a:cubicBezTo>
                    <a:pt x="16456" y="9376"/>
                    <a:pt x="19241" y="5740"/>
                    <a:pt x="16095" y="4155"/>
                  </a:cubicBezTo>
                  <a:cubicBezTo>
                    <a:pt x="12948" y="2570"/>
                    <a:pt x="8799" y="589"/>
                    <a:pt x="5967" y="100"/>
                  </a:cubicBezTo>
                  <a:cubicBezTo>
                    <a:pt x="5591" y="34"/>
                    <a:pt x="5204" y="1"/>
                    <a:pt x="481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073" name="Google Shape;2073;p74"/>
            <p:cNvSpPr/>
            <p:nvPr/>
          </p:nvSpPr>
          <p:spPr>
            <a:xfrm>
              <a:off x="3521100" y="1977450"/>
              <a:ext cx="309000" cy="123200"/>
            </a:xfrm>
            <a:custGeom>
              <a:avLst/>
              <a:gdLst/>
              <a:ahLst/>
              <a:cxnLst/>
              <a:rect l="l" t="t" r="r" b="b"/>
              <a:pathLst>
                <a:path w="12360" h="4928" extrusionOk="0">
                  <a:moveTo>
                    <a:pt x="71" y="1"/>
                  </a:moveTo>
                  <a:cubicBezTo>
                    <a:pt x="12" y="1"/>
                    <a:pt x="1" y="94"/>
                    <a:pt x="59" y="106"/>
                  </a:cubicBezTo>
                  <a:cubicBezTo>
                    <a:pt x="2203" y="420"/>
                    <a:pt x="4278" y="840"/>
                    <a:pt x="6306" y="1621"/>
                  </a:cubicBezTo>
                  <a:cubicBezTo>
                    <a:pt x="8415" y="2436"/>
                    <a:pt x="10280" y="3602"/>
                    <a:pt x="12121" y="4907"/>
                  </a:cubicBezTo>
                  <a:cubicBezTo>
                    <a:pt x="12141" y="4921"/>
                    <a:pt x="12162" y="4927"/>
                    <a:pt x="12182" y="4927"/>
                  </a:cubicBezTo>
                  <a:cubicBezTo>
                    <a:pt x="12279" y="4927"/>
                    <a:pt x="12359" y="4788"/>
                    <a:pt x="12273" y="4721"/>
                  </a:cubicBezTo>
                  <a:cubicBezTo>
                    <a:pt x="8986" y="1982"/>
                    <a:pt x="4360" y="164"/>
                    <a:pt x="71" y="1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074" name="Google Shape;2074;p74"/>
            <p:cNvSpPr/>
            <p:nvPr/>
          </p:nvSpPr>
          <p:spPr>
            <a:xfrm>
              <a:off x="3721550" y="2134500"/>
              <a:ext cx="120450" cy="570625"/>
            </a:xfrm>
            <a:custGeom>
              <a:avLst/>
              <a:gdLst/>
              <a:ahLst/>
              <a:cxnLst/>
              <a:rect l="l" t="t" r="r" b="b"/>
              <a:pathLst>
                <a:path w="4818" h="22825" extrusionOk="0">
                  <a:moveTo>
                    <a:pt x="4743" y="1"/>
                  </a:moveTo>
                  <a:cubicBezTo>
                    <a:pt x="4724" y="1"/>
                    <a:pt x="4706" y="11"/>
                    <a:pt x="4698" y="35"/>
                  </a:cubicBezTo>
                  <a:cubicBezTo>
                    <a:pt x="3124" y="3566"/>
                    <a:pt x="2064" y="7354"/>
                    <a:pt x="1318" y="11142"/>
                  </a:cubicBezTo>
                  <a:cubicBezTo>
                    <a:pt x="560" y="14894"/>
                    <a:pt x="1" y="18868"/>
                    <a:pt x="129" y="22703"/>
                  </a:cubicBezTo>
                  <a:cubicBezTo>
                    <a:pt x="129" y="22784"/>
                    <a:pt x="187" y="22825"/>
                    <a:pt x="246" y="22825"/>
                  </a:cubicBezTo>
                  <a:cubicBezTo>
                    <a:pt x="304" y="22825"/>
                    <a:pt x="362" y="22784"/>
                    <a:pt x="362" y="22703"/>
                  </a:cubicBezTo>
                  <a:cubicBezTo>
                    <a:pt x="584" y="18775"/>
                    <a:pt x="817" y="14918"/>
                    <a:pt x="1598" y="11048"/>
                  </a:cubicBezTo>
                  <a:cubicBezTo>
                    <a:pt x="2355" y="7296"/>
                    <a:pt x="3521" y="3683"/>
                    <a:pt x="4802" y="82"/>
                  </a:cubicBezTo>
                  <a:cubicBezTo>
                    <a:pt x="4818" y="36"/>
                    <a:pt x="4778" y="1"/>
                    <a:pt x="4743" y="1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075" name="Google Shape;2075;p74"/>
            <p:cNvSpPr/>
            <p:nvPr/>
          </p:nvSpPr>
          <p:spPr>
            <a:xfrm>
              <a:off x="3852400" y="2058675"/>
              <a:ext cx="81700" cy="59775"/>
            </a:xfrm>
            <a:custGeom>
              <a:avLst/>
              <a:gdLst/>
              <a:ahLst/>
              <a:cxnLst/>
              <a:rect l="l" t="t" r="r" b="b"/>
              <a:pathLst>
                <a:path w="3268" h="2391" extrusionOk="0">
                  <a:moveTo>
                    <a:pt x="3148" y="0"/>
                  </a:moveTo>
                  <a:cubicBezTo>
                    <a:pt x="3140" y="0"/>
                    <a:pt x="3132" y="1"/>
                    <a:pt x="3123" y="3"/>
                  </a:cubicBezTo>
                  <a:cubicBezTo>
                    <a:pt x="1923" y="260"/>
                    <a:pt x="746" y="1343"/>
                    <a:pt x="35" y="2287"/>
                  </a:cubicBezTo>
                  <a:cubicBezTo>
                    <a:pt x="0" y="2339"/>
                    <a:pt x="48" y="2391"/>
                    <a:pt x="95" y="2391"/>
                  </a:cubicBezTo>
                  <a:cubicBezTo>
                    <a:pt x="111" y="2391"/>
                    <a:pt x="127" y="2384"/>
                    <a:pt x="140" y="2369"/>
                  </a:cubicBezTo>
                  <a:cubicBezTo>
                    <a:pt x="594" y="1891"/>
                    <a:pt x="1072" y="1437"/>
                    <a:pt x="1620" y="1052"/>
                  </a:cubicBezTo>
                  <a:cubicBezTo>
                    <a:pt x="2121" y="703"/>
                    <a:pt x="2680" y="493"/>
                    <a:pt x="3193" y="166"/>
                  </a:cubicBezTo>
                  <a:cubicBezTo>
                    <a:pt x="3268" y="113"/>
                    <a:pt x="3235" y="0"/>
                    <a:pt x="3148" y="0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076" name="Google Shape;2076;p74"/>
            <p:cNvSpPr/>
            <p:nvPr/>
          </p:nvSpPr>
          <p:spPr>
            <a:xfrm>
              <a:off x="3595700" y="2170900"/>
              <a:ext cx="42375" cy="28125"/>
            </a:xfrm>
            <a:custGeom>
              <a:avLst/>
              <a:gdLst/>
              <a:ahLst/>
              <a:cxnLst/>
              <a:rect l="l" t="t" r="r" b="b"/>
              <a:pathLst>
                <a:path w="1695" h="1125" extrusionOk="0">
                  <a:moveTo>
                    <a:pt x="388" y="1"/>
                  </a:moveTo>
                  <a:cubicBezTo>
                    <a:pt x="379" y="1"/>
                    <a:pt x="370" y="4"/>
                    <a:pt x="362" y="13"/>
                  </a:cubicBezTo>
                  <a:cubicBezTo>
                    <a:pt x="0" y="351"/>
                    <a:pt x="233" y="992"/>
                    <a:pt x="676" y="1108"/>
                  </a:cubicBezTo>
                  <a:cubicBezTo>
                    <a:pt x="717" y="1119"/>
                    <a:pt x="760" y="1124"/>
                    <a:pt x="805" y="1124"/>
                  </a:cubicBezTo>
                  <a:cubicBezTo>
                    <a:pt x="1196" y="1124"/>
                    <a:pt x="1694" y="735"/>
                    <a:pt x="1527" y="327"/>
                  </a:cubicBezTo>
                  <a:cubicBezTo>
                    <a:pt x="1513" y="304"/>
                    <a:pt x="1489" y="294"/>
                    <a:pt x="1465" y="294"/>
                  </a:cubicBezTo>
                  <a:cubicBezTo>
                    <a:pt x="1428" y="294"/>
                    <a:pt x="1389" y="316"/>
                    <a:pt x="1376" y="351"/>
                  </a:cubicBezTo>
                  <a:cubicBezTo>
                    <a:pt x="1329" y="502"/>
                    <a:pt x="1329" y="630"/>
                    <a:pt x="1224" y="759"/>
                  </a:cubicBezTo>
                  <a:cubicBezTo>
                    <a:pt x="1116" y="867"/>
                    <a:pt x="975" y="942"/>
                    <a:pt x="829" y="942"/>
                  </a:cubicBezTo>
                  <a:cubicBezTo>
                    <a:pt x="801" y="942"/>
                    <a:pt x="774" y="939"/>
                    <a:pt x="746" y="933"/>
                  </a:cubicBezTo>
                  <a:cubicBezTo>
                    <a:pt x="362" y="852"/>
                    <a:pt x="280" y="374"/>
                    <a:pt x="420" y="71"/>
                  </a:cubicBezTo>
                  <a:cubicBezTo>
                    <a:pt x="437" y="36"/>
                    <a:pt x="415" y="1"/>
                    <a:pt x="388" y="1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077" name="Google Shape;2077;p74"/>
            <p:cNvSpPr/>
            <p:nvPr/>
          </p:nvSpPr>
          <p:spPr>
            <a:xfrm>
              <a:off x="3529550" y="2111750"/>
              <a:ext cx="44325" cy="75800"/>
            </a:xfrm>
            <a:custGeom>
              <a:avLst/>
              <a:gdLst/>
              <a:ahLst/>
              <a:cxnLst/>
              <a:rect l="l" t="t" r="r" b="b"/>
              <a:pathLst>
                <a:path w="1773" h="3032" extrusionOk="0">
                  <a:moveTo>
                    <a:pt x="1246" y="1"/>
                  </a:moveTo>
                  <a:cubicBezTo>
                    <a:pt x="906" y="1"/>
                    <a:pt x="471" y="566"/>
                    <a:pt x="246" y="1330"/>
                  </a:cubicBezTo>
                  <a:cubicBezTo>
                    <a:pt x="1" y="2157"/>
                    <a:pt x="94" y="2915"/>
                    <a:pt x="444" y="3020"/>
                  </a:cubicBezTo>
                  <a:cubicBezTo>
                    <a:pt x="471" y="3028"/>
                    <a:pt x="500" y="3032"/>
                    <a:pt x="529" y="3032"/>
                  </a:cubicBezTo>
                  <a:cubicBezTo>
                    <a:pt x="877" y="3032"/>
                    <a:pt x="1302" y="2467"/>
                    <a:pt x="1528" y="1703"/>
                  </a:cubicBezTo>
                  <a:cubicBezTo>
                    <a:pt x="1772" y="875"/>
                    <a:pt x="1679" y="118"/>
                    <a:pt x="1329" y="13"/>
                  </a:cubicBezTo>
                  <a:cubicBezTo>
                    <a:pt x="1302" y="5"/>
                    <a:pt x="1275" y="1"/>
                    <a:pt x="124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078" name="Google Shape;2078;p74"/>
            <p:cNvSpPr/>
            <p:nvPr/>
          </p:nvSpPr>
          <p:spPr>
            <a:xfrm>
              <a:off x="3491400" y="2194500"/>
              <a:ext cx="52450" cy="25100"/>
            </a:xfrm>
            <a:custGeom>
              <a:avLst/>
              <a:gdLst/>
              <a:ahLst/>
              <a:cxnLst/>
              <a:rect l="l" t="t" r="r" b="b"/>
              <a:pathLst>
                <a:path w="2098" h="1004" extrusionOk="0">
                  <a:moveTo>
                    <a:pt x="576" y="1"/>
                  </a:moveTo>
                  <a:cubicBezTo>
                    <a:pt x="303" y="1"/>
                    <a:pt x="106" y="75"/>
                    <a:pt x="70" y="211"/>
                  </a:cubicBezTo>
                  <a:cubicBezTo>
                    <a:pt x="0" y="432"/>
                    <a:pt x="385" y="747"/>
                    <a:pt x="921" y="910"/>
                  </a:cubicBezTo>
                  <a:cubicBezTo>
                    <a:pt x="1133" y="973"/>
                    <a:pt x="1337" y="1003"/>
                    <a:pt x="1511" y="1003"/>
                  </a:cubicBezTo>
                  <a:cubicBezTo>
                    <a:pt x="1785" y="1003"/>
                    <a:pt x="1985" y="929"/>
                    <a:pt x="2028" y="794"/>
                  </a:cubicBezTo>
                  <a:cubicBezTo>
                    <a:pt x="2098" y="560"/>
                    <a:pt x="1702" y="257"/>
                    <a:pt x="1166" y="94"/>
                  </a:cubicBezTo>
                  <a:cubicBezTo>
                    <a:pt x="953" y="31"/>
                    <a:pt x="749" y="1"/>
                    <a:pt x="57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079" name="Google Shape;2079;p74"/>
            <p:cNvSpPr/>
            <p:nvPr/>
          </p:nvSpPr>
          <p:spPr>
            <a:xfrm>
              <a:off x="3668250" y="2152550"/>
              <a:ext cx="44000" cy="75800"/>
            </a:xfrm>
            <a:custGeom>
              <a:avLst/>
              <a:gdLst/>
              <a:ahLst/>
              <a:cxnLst/>
              <a:rect l="l" t="t" r="r" b="b"/>
              <a:pathLst>
                <a:path w="1760" h="3032" extrusionOk="0">
                  <a:moveTo>
                    <a:pt x="1234" y="1"/>
                  </a:moveTo>
                  <a:cubicBezTo>
                    <a:pt x="895" y="1"/>
                    <a:pt x="471" y="566"/>
                    <a:pt x="245" y="1329"/>
                  </a:cubicBezTo>
                  <a:cubicBezTo>
                    <a:pt x="0" y="2157"/>
                    <a:pt x="82" y="2914"/>
                    <a:pt x="443" y="3019"/>
                  </a:cubicBezTo>
                  <a:cubicBezTo>
                    <a:pt x="470" y="3027"/>
                    <a:pt x="498" y="3031"/>
                    <a:pt x="526" y="3031"/>
                  </a:cubicBezTo>
                  <a:cubicBezTo>
                    <a:pt x="865" y="3031"/>
                    <a:pt x="1289" y="2466"/>
                    <a:pt x="1515" y="1702"/>
                  </a:cubicBezTo>
                  <a:cubicBezTo>
                    <a:pt x="1760" y="875"/>
                    <a:pt x="1678" y="117"/>
                    <a:pt x="1317" y="13"/>
                  </a:cubicBezTo>
                  <a:cubicBezTo>
                    <a:pt x="1290" y="4"/>
                    <a:pt x="1263" y="1"/>
                    <a:pt x="123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080" name="Google Shape;2080;p74"/>
            <p:cNvSpPr/>
            <p:nvPr/>
          </p:nvSpPr>
          <p:spPr>
            <a:xfrm>
              <a:off x="3661825" y="2244625"/>
              <a:ext cx="52175" cy="25075"/>
            </a:xfrm>
            <a:custGeom>
              <a:avLst/>
              <a:gdLst/>
              <a:ahLst/>
              <a:cxnLst/>
              <a:rect l="l" t="t" r="r" b="b"/>
              <a:pathLst>
                <a:path w="2087" h="1003" extrusionOk="0">
                  <a:moveTo>
                    <a:pt x="576" y="1"/>
                  </a:moveTo>
                  <a:cubicBezTo>
                    <a:pt x="302" y="1"/>
                    <a:pt x="102" y="75"/>
                    <a:pt x="59" y="210"/>
                  </a:cubicBezTo>
                  <a:cubicBezTo>
                    <a:pt x="1" y="443"/>
                    <a:pt x="385" y="746"/>
                    <a:pt x="922" y="910"/>
                  </a:cubicBezTo>
                  <a:cubicBezTo>
                    <a:pt x="1134" y="973"/>
                    <a:pt x="1338" y="1003"/>
                    <a:pt x="1512" y="1003"/>
                  </a:cubicBezTo>
                  <a:cubicBezTo>
                    <a:pt x="1786" y="1003"/>
                    <a:pt x="1986" y="929"/>
                    <a:pt x="2029" y="793"/>
                  </a:cubicBezTo>
                  <a:cubicBezTo>
                    <a:pt x="2087" y="572"/>
                    <a:pt x="1702" y="257"/>
                    <a:pt x="1166" y="94"/>
                  </a:cubicBezTo>
                  <a:cubicBezTo>
                    <a:pt x="954" y="30"/>
                    <a:pt x="750" y="1"/>
                    <a:pt x="57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081" name="Google Shape;2081;p74"/>
            <p:cNvSpPr/>
            <p:nvPr/>
          </p:nvSpPr>
          <p:spPr>
            <a:xfrm>
              <a:off x="3573250" y="1878575"/>
              <a:ext cx="143275" cy="35425"/>
            </a:xfrm>
            <a:custGeom>
              <a:avLst/>
              <a:gdLst/>
              <a:ahLst/>
              <a:cxnLst/>
              <a:rect l="l" t="t" r="r" b="b"/>
              <a:pathLst>
                <a:path w="5731" h="1417" extrusionOk="0">
                  <a:moveTo>
                    <a:pt x="1385" y="1"/>
                  </a:moveTo>
                  <a:cubicBezTo>
                    <a:pt x="935" y="1"/>
                    <a:pt x="490" y="37"/>
                    <a:pt x="59" y="110"/>
                  </a:cubicBezTo>
                  <a:cubicBezTo>
                    <a:pt x="1" y="122"/>
                    <a:pt x="13" y="226"/>
                    <a:pt x="83" y="226"/>
                  </a:cubicBezTo>
                  <a:cubicBezTo>
                    <a:pt x="322" y="211"/>
                    <a:pt x="556" y="204"/>
                    <a:pt x="785" y="204"/>
                  </a:cubicBezTo>
                  <a:cubicBezTo>
                    <a:pt x="2496" y="204"/>
                    <a:pt x="3945" y="622"/>
                    <a:pt x="5548" y="1404"/>
                  </a:cubicBezTo>
                  <a:cubicBezTo>
                    <a:pt x="5565" y="1413"/>
                    <a:pt x="5581" y="1417"/>
                    <a:pt x="5596" y="1417"/>
                  </a:cubicBezTo>
                  <a:cubicBezTo>
                    <a:pt x="5677" y="1417"/>
                    <a:pt x="5730" y="1299"/>
                    <a:pt x="5642" y="1240"/>
                  </a:cubicBezTo>
                  <a:cubicBezTo>
                    <a:pt x="4432" y="407"/>
                    <a:pt x="2884" y="1"/>
                    <a:pt x="1385" y="1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082" name="Google Shape;2082;p74"/>
            <p:cNvSpPr/>
            <p:nvPr/>
          </p:nvSpPr>
          <p:spPr>
            <a:xfrm>
              <a:off x="3345650" y="2179375"/>
              <a:ext cx="64850" cy="192400"/>
            </a:xfrm>
            <a:custGeom>
              <a:avLst/>
              <a:gdLst/>
              <a:ahLst/>
              <a:cxnLst/>
              <a:rect l="l" t="t" r="r" b="b"/>
              <a:pathLst>
                <a:path w="2594" h="7696" extrusionOk="0">
                  <a:moveTo>
                    <a:pt x="2516" y="0"/>
                  </a:moveTo>
                  <a:cubicBezTo>
                    <a:pt x="2495" y="0"/>
                    <a:pt x="2474" y="11"/>
                    <a:pt x="2462" y="35"/>
                  </a:cubicBezTo>
                  <a:cubicBezTo>
                    <a:pt x="1285" y="2401"/>
                    <a:pt x="516" y="4953"/>
                    <a:pt x="15" y="7552"/>
                  </a:cubicBezTo>
                  <a:cubicBezTo>
                    <a:pt x="1" y="7636"/>
                    <a:pt x="76" y="7695"/>
                    <a:pt x="145" y="7695"/>
                  </a:cubicBezTo>
                  <a:cubicBezTo>
                    <a:pt x="191" y="7695"/>
                    <a:pt x="234" y="7670"/>
                    <a:pt x="248" y="7610"/>
                  </a:cubicBezTo>
                  <a:cubicBezTo>
                    <a:pt x="737" y="5000"/>
                    <a:pt x="1565" y="2529"/>
                    <a:pt x="2579" y="82"/>
                  </a:cubicBezTo>
                  <a:cubicBezTo>
                    <a:pt x="2594" y="36"/>
                    <a:pt x="2555" y="0"/>
                    <a:pt x="2516" y="0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grpSp>
        <p:nvGrpSpPr>
          <p:cNvPr id="2083" name="Google Shape;2083;p74"/>
          <p:cNvGrpSpPr/>
          <p:nvPr/>
        </p:nvGrpSpPr>
        <p:grpSpPr>
          <a:xfrm>
            <a:off x="7139200" y="1286596"/>
            <a:ext cx="478200" cy="478200"/>
            <a:chOff x="4644063" y="-1164916"/>
            <a:chExt cx="478200" cy="478200"/>
          </a:xfrm>
        </p:grpSpPr>
        <p:sp>
          <p:nvSpPr>
            <p:cNvPr id="2084" name="Google Shape;2084;p74"/>
            <p:cNvSpPr/>
            <p:nvPr/>
          </p:nvSpPr>
          <p:spPr>
            <a:xfrm>
              <a:off x="4644063" y="-1164916"/>
              <a:ext cx="478200" cy="4782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085" name="Google Shape;2085;p74"/>
            <p:cNvSpPr/>
            <p:nvPr/>
          </p:nvSpPr>
          <p:spPr>
            <a:xfrm>
              <a:off x="4903506" y="-1158675"/>
              <a:ext cx="205919" cy="321289"/>
            </a:xfrm>
            <a:custGeom>
              <a:avLst/>
              <a:gdLst/>
              <a:ahLst/>
              <a:cxnLst/>
              <a:rect l="l" t="t" r="r" b="b"/>
              <a:pathLst>
                <a:path w="6479" h="10109" extrusionOk="0">
                  <a:moveTo>
                    <a:pt x="942" y="0"/>
                  </a:moveTo>
                  <a:cubicBezTo>
                    <a:pt x="892" y="0"/>
                    <a:pt x="840" y="5"/>
                    <a:pt x="787" y="11"/>
                  </a:cubicBezTo>
                  <a:cubicBezTo>
                    <a:pt x="144" y="1654"/>
                    <a:pt x="1" y="3321"/>
                    <a:pt x="548" y="5036"/>
                  </a:cubicBezTo>
                  <a:cubicBezTo>
                    <a:pt x="1477" y="7822"/>
                    <a:pt x="3406" y="9465"/>
                    <a:pt x="6264" y="10108"/>
                  </a:cubicBezTo>
                  <a:cubicBezTo>
                    <a:pt x="6454" y="9965"/>
                    <a:pt x="6478" y="9775"/>
                    <a:pt x="6431" y="9560"/>
                  </a:cubicBezTo>
                  <a:cubicBezTo>
                    <a:pt x="5216" y="9299"/>
                    <a:pt x="4097" y="8822"/>
                    <a:pt x="3144" y="8013"/>
                  </a:cubicBezTo>
                  <a:cubicBezTo>
                    <a:pt x="1239" y="6369"/>
                    <a:pt x="48" y="3488"/>
                    <a:pt x="1334" y="201"/>
                  </a:cubicBezTo>
                  <a:cubicBezTo>
                    <a:pt x="1227" y="41"/>
                    <a:pt x="1093" y="0"/>
                    <a:pt x="94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086" name="Google Shape;2086;p74"/>
            <p:cNvSpPr/>
            <p:nvPr/>
          </p:nvSpPr>
          <p:spPr>
            <a:xfrm>
              <a:off x="4656779" y="-1013016"/>
              <a:ext cx="231631" cy="318143"/>
            </a:xfrm>
            <a:custGeom>
              <a:avLst/>
              <a:gdLst/>
              <a:ahLst/>
              <a:cxnLst/>
              <a:rect l="l" t="t" r="r" b="b"/>
              <a:pathLst>
                <a:path w="7288" h="10010" extrusionOk="0">
                  <a:moveTo>
                    <a:pt x="215" y="0"/>
                  </a:moveTo>
                  <a:cubicBezTo>
                    <a:pt x="48" y="143"/>
                    <a:pt x="0" y="334"/>
                    <a:pt x="24" y="524"/>
                  </a:cubicBezTo>
                  <a:cubicBezTo>
                    <a:pt x="453" y="667"/>
                    <a:pt x="881" y="762"/>
                    <a:pt x="1310" y="929"/>
                  </a:cubicBezTo>
                  <a:cubicBezTo>
                    <a:pt x="4430" y="2167"/>
                    <a:pt x="6525" y="5978"/>
                    <a:pt x="4930" y="9812"/>
                  </a:cubicBezTo>
                  <a:cubicBezTo>
                    <a:pt x="5025" y="9964"/>
                    <a:pt x="5166" y="10010"/>
                    <a:pt x="5341" y="10010"/>
                  </a:cubicBezTo>
                  <a:cubicBezTo>
                    <a:pt x="5384" y="10010"/>
                    <a:pt x="5430" y="10007"/>
                    <a:pt x="5478" y="10002"/>
                  </a:cubicBezTo>
                  <a:cubicBezTo>
                    <a:pt x="7287" y="5454"/>
                    <a:pt x="4477" y="858"/>
                    <a:pt x="21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grpSp>
        <p:nvGrpSpPr>
          <p:cNvPr id="2087" name="Google Shape;2087;p74"/>
          <p:cNvGrpSpPr/>
          <p:nvPr/>
        </p:nvGrpSpPr>
        <p:grpSpPr>
          <a:xfrm>
            <a:off x="7850786" y="1446451"/>
            <a:ext cx="1038175" cy="1227921"/>
            <a:chOff x="7669736" y="1514548"/>
            <a:chExt cx="1132761" cy="1339794"/>
          </a:xfrm>
        </p:grpSpPr>
        <p:grpSp>
          <p:nvGrpSpPr>
            <p:cNvPr id="2088" name="Google Shape;2088;p74"/>
            <p:cNvGrpSpPr/>
            <p:nvPr/>
          </p:nvGrpSpPr>
          <p:grpSpPr>
            <a:xfrm>
              <a:off x="7669736" y="1514548"/>
              <a:ext cx="1132761" cy="1339794"/>
              <a:chOff x="8012594" y="2654153"/>
              <a:chExt cx="832606" cy="984781"/>
            </a:xfrm>
          </p:grpSpPr>
          <p:grpSp>
            <p:nvGrpSpPr>
              <p:cNvPr id="2089" name="Google Shape;2089;p74"/>
              <p:cNvGrpSpPr/>
              <p:nvPr/>
            </p:nvGrpSpPr>
            <p:grpSpPr>
              <a:xfrm>
                <a:off x="8012594" y="2654153"/>
                <a:ext cx="832606" cy="984781"/>
                <a:chOff x="7819807" y="1793466"/>
                <a:chExt cx="832606" cy="984781"/>
              </a:xfrm>
            </p:grpSpPr>
            <p:sp>
              <p:nvSpPr>
                <p:cNvPr id="2090" name="Google Shape;2090;p74"/>
                <p:cNvSpPr/>
                <p:nvPr/>
              </p:nvSpPr>
              <p:spPr>
                <a:xfrm>
                  <a:off x="7819807" y="1793466"/>
                  <a:ext cx="832606" cy="98478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6197" h="30985" extrusionOk="0">
                      <a:moveTo>
                        <a:pt x="8431" y="8266"/>
                      </a:moveTo>
                      <a:cubicBezTo>
                        <a:pt x="8550" y="8314"/>
                        <a:pt x="8765" y="8385"/>
                        <a:pt x="8979" y="8457"/>
                      </a:cubicBezTo>
                      <a:cubicBezTo>
                        <a:pt x="12884" y="9885"/>
                        <a:pt x="16814" y="11338"/>
                        <a:pt x="20743" y="12767"/>
                      </a:cubicBezTo>
                      <a:cubicBezTo>
                        <a:pt x="20815" y="12815"/>
                        <a:pt x="20886" y="12815"/>
                        <a:pt x="20934" y="12862"/>
                      </a:cubicBezTo>
                      <a:cubicBezTo>
                        <a:pt x="21196" y="13005"/>
                        <a:pt x="21601" y="13077"/>
                        <a:pt x="21410" y="13481"/>
                      </a:cubicBezTo>
                      <a:cubicBezTo>
                        <a:pt x="21335" y="13654"/>
                        <a:pt x="21220" y="13709"/>
                        <a:pt x="21093" y="13709"/>
                      </a:cubicBezTo>
                      <a:cubicBezTo>
                        <a:pt x="20939" y="13709"/>
                        <a:pt x="20767" y="13629"/>
                        <a:pt x="20624" y="13577"/>
                      </a:cubicBezTo>
                      <a:cubicBezTo>
                        <a:pt x="17123" y="12291"/>
                        <a:pt x="13623" y="10981"/>
                        <a:pt x="10146" y="9695"/>
                      </a:cubicBezTo>
                      <a:cubicBezTo>
                        <a:pt x="9479" y="9457"/>
                        <a:pt x="8812" y="9195"/>
                        <a:pt x="8145" y="8933"/>
                      </a:cubicBezTo>
                      <a:cubicBezTo>
                        <a:pt x="7979" y="8861"/>
                        <a:pt x="7860" y="8695"/>
                        <a:pt x="7955" y="8480"/>
                      </a:cubicBezTo>
                      <a:cubicBezTo>
                        <a:pt x="8026" y="8337"/>
                        <a:pt x="8169" y="8266"/>
                        <a:pt x="8431" y="8266"/>
                      </a:cubicBezTo>
                      <a:close/>
                      <a:moveTo>
                        <a:pt x="6883" y="12529"/>
                      </a:moveTo>
                      <a:cubicBezTo>
                        <a:pt x="7026" y="12576"/>
                        <a:pt x="7217" y="12648"/>
                        <a:pt x="7431" y="12719"/>
                      </a:cubicBezTo>
                      <a:cubicBezTo>
                        <a:pt x="11313" y="14148"/>
                        <a:pt x="15194" y="15577"/>
                        <a:pt x="19076" y="17006"/>
                      </a:cubicBezTo>
                      <a:cubicBezTo>
                        <a:pt x="19433" y="17149"/>
                        <a:pt x="20053" y="17173"/>
                        <a:pt x="19814" y="17744"/>
                      </a:cubicBezTo>
                      <a:cubicBezTo>
                        <a:pt x="19742" y="17916"/>
                        <a:pt x="19629" y="17974"/>
                        <a:pt x="19499" y="17974"/>
                      </a:cubicBezTo>
                      <a:cubicBezTo>
                        <a:pt x="19286" y="17974"/>
                        <a:pt x="19030" y="17818"/>
                        <a:pt x="18838" y="17744"/>
                      </a:cubicBezTo>
                      <a:cubicBezTo>
                        <a:pt x="14956" y="16315"/>
                        <a:pt x="11051" y="14886"/>
                        <a:pt x="7169" y="13434"/>
                      </a:cubicBezTo>
                      <a:cubicBezTo>
                        <a:pt x="6978" y="13362"/>
                        <a:pt x="6764" y="13267"/>
                        <a:pt x="6574" y="13172"/>
                      </a:cubicBezTo>
                      <a:cubicBezTo>
                        <a:pt x="6431" y="13100"/>
                        <a:pt x="6336" y="12957"/>
                        <a:pt x="6383" y="12815"/>
                      </a:cubicBezTo>
                      <a:cubicBezTo>
                        <a:pt x="6431" y="12600"/>
                        <a:pt x="6597" y="12529"/>
                        <a:pt x="6883" y="12529"/>
                      </a:cubicBezTo>
                      <a:close/>
                      <a:moveTo>
                        <a:pt x="5169" y="16982"/>
                      </a:moveTo>
                      <a:cubicBezTo>
                        <a:pt x="5359" y="17030"/>
                        <a:pt x="5621" y="17125"/>
                        <a:pt x="5859" y="17220"/>
                      </a:cubicBezTo>
                      <a:cubicBezTo>
                        <a:pt x="9670" y="18625"/>
                        <a:pt x="13480" y="20007"/>
                        <a:pt x="17314" y="21435"/>
                      </a:cubicBezTo>
                      <a:cubicBezTo>
                        <a:pt x="17576" y="21531"/>
                        <a:pt x="17862" y="21626"/>
                        <a:pt x="18124" y="21793"/>
                      </a:cubicBezTo>
                      <a:cubicBezTo>
                        <a:pt x="18243" y="21864"/>
                        <a:pt x="18267" y="22031"/>
                        <a:pt x="18219" y="22197"/>
                      </a:cubicBezTo>
                      <a:cubicBezTo>
                        <a:pt x="18156" y="22343"/>
                        <a:pt x="18057" y="22416"/>
                        <a:pt x="17922" y="22416"/>
                      </a:cubicBezTo>
                      <a:cubicBezTo>
                        <a:pt x="17903" y="22416"/>
                        <a:pt x="17883" y="22415"/>
                        <a:pt x="17862" y="22412"/>
                      </a:cubicBezTo>
                      <a:cubicBezTo>
                        <a:pt x="17695" y="22388"/>
                        <a:pt x="17504" y="22317"/>
                        <a:pt x="17338" y="22245"/>
                      </a:cubicBezTo>
                      <a:cubicBezTo>
                        <a:pt x="13385" y="20816"/>
                        <a:pt x="9431" y="19364"/>
                        <a:pt x="5478" y="17887"/>
                      </a:cubicBezTo>
                      <a:cubicBezTo>
                        <a:pt x="5264" y="17816"/>
                        <a:pt x="5050" y="17744"/>
                        <a:pt x="4883" y="17601"/>
                      </a:cubicBezTo>
                      <a:cubicBezTo>
                        <a:pt x="4740" y="17530"/>
                        <a:pt x="4716" y="17363"/>
                        <a:pt x="4764" y="17196"/>
                      </a:cubicBezTo>
                      <a:cubicBezTo>
                        <a:pt x="4811" y="17030"/>
                        <a:pt x="4978" y="17006"/>
                        <a:pt x="5169" y="16982"/>
                      </a:cubicBezTo>
                      <a:close/>
                      <a:moveTo>
                        <a:pt x="3597" y="21459"/>
                      </a:moveTo>
                      <a:cubicBezTo>
                        <a:pt x="3764" y="21507"/>
                        <a:pt x="3978" y="21578"/>
                        <a:pt x="4168" y="21674"/>
                      </a:cubicBezTo>
                      <a:cubicBezTo>
                        <a:pt x="8026" y="23079"/>
                        <a:pt x="11884" y="24507"/>
                        <a:pt x="15742" y="25936"/>
                      </a:cubicBezTo>
                      <a:cubicBezTo>
                        <a:pt x="16076" y="26055"/>
                        <a:pt x="16742" y="26079"/>
                        <a:pt x="16576" y="26603"/>
                      </a:cubicBezTo>
                      <a:cubicBezTo>
                        <a:pt x="16485" y="26857"/>
                        <a:pt x="16350" y="26941"/>
                        <a:pt x="16198" y="26941"/>
                      </a:cubicBezTo>
                      <a:cubicBezTo>
                        <a:pt x="15949" y="26941"/>
                        <a:pt x="15654" y="26716"/>
                        <a:pt x="15433" y="26627"/>
                      </a:cubicBezTo>
                      <a:cubicBezTo>
                        <a:pt x="11599" y="25246"/>
                        <a:pt x="7788" y="23817"/>
                        <a:pt x="3978" y="22412"/>
                      </a:cubicBezTo>
                      <a:cubicBezTo>
                        <a:pt x="3764" y="22340"/>
                        <a:pt x="3549" y="22269"/>
                        <a:pt x="3359" y="22174"/>
                      </a:cubicBezTo>
                      <a:cubicBezTo>
                        <a:pt x="3144" y="22078"/>
                        <a:pt x="3073" y="21912"/>
                        <a:pt x="3121" y="21721"/>
                      </a:cubicBezTo>
                      <a:cubicBezTo>
                        <a:pt x="3144" y="21483"/>
                        <a:pt x="3335" y="21459"/>
                        <a:pt x="3597" y="21459"/>
                      </a:cubicBezTo>
                      <a:close/>
                      <a:moveTo>
                        <a:pt x="9308" y="1"/>
                      </a:moveTo>
                      <a:cubicBezTo>
                        <a:pt x="9086" y="1"/>
                        <a:pt x="8937" y="144"/>
                        <a:pt x="8836" y="431"/>
                      </a:cubicBezTo>
                      <a:cubicBezTo>
                        <a:pt x="8788" y="598"/>
                        <a:pt x="8693" y="765"/>
                        <a:pt x="8622" y="931"/>
                      </a:cubicBezTo>
                      <a:cubicBezTo>
                        <a:pt x="7764" y="3313"/>
                        <a:pt x="6907" y="5694"/>
                        <a:pt x="6050" y="8076"/>
                      </a:cubicBezTo>
                      <a:cubicBezTo>
                        <a:pt x="4573" y="12100"/>
                        <a:pt x="3073" y="16101"/>
                        <a:pt x="1596" y="20126"/>
                      </a:cubicBezTo>
                      <a:cubicBezTo>
                        <a:pt x="1406" y="20602"/>
                        <a:pt x="1192" y="21078"/>
                        <a:pt x="1001" y="21578"/>
                      </a:cubicBezTo>
                      <a:cubicBezTo>
                        <a:pt x="811" y="22269"/>
                        <a:pt x="620" y="22960"/>
                        <a:pt x="263" y="23602"/>
                      </a:cubicBezTo>
                      <a:cubicBezTo>
                        <a:pt x="1" y="24627"/>
                        <a:pt x="1" y="24627"/>
                        <a:pt x="1001" y="24984"/>
                      </a:cubicBezTo>
                      <a:cubicBezTo>
                        <a:pt x="3716" y="26008"/>
                        <a:pt x="6455" y="26984"/>
                        <a:pt x="9169" y="28032"/>
                      </a:cubicBezTo>
                      <a:cubicBezTo>
                        <a:pt x="11741" y="28985"/>
                        <a:pt x="14385" y="29794"/>
                        <a:pt x="16862" y="30985"/>
                      </a:cubicBezTo>
                      <a:cubicBezTo>
                        <a:pt x="17171" y="30794"/>
                        <a:pt x="17243" y="30485"/>
                        <a:pt x="17385" y="30175"/>
                      </a:cubicBezTo>
                      <a:cubicBezTo>
                        <a:pt x="17766" y="29318"/>
                        <a:pt x="17933" y="28365"/>
                        <a:pt x="18409" y="27556"/>
                      </a:cubicBezTo>
                      <a:cubicBezTo>
                        <a:pt x="18838" y="26032"/>
                        <a:pt x="19433" y="24555"/>
                        <a:pt x="20029" y="23102"/>
                      </a:cubicBezTo>
                      <a:cubicBezTo>
                        <a:pt x="20196" y="22555"/>
                        <a:pt x="20338" y="22007"/>
                        <a:pt x="20624" y="21507"/>
                      </a:cubicBezTo>
                      <a:cubicBezTo>
                        <a:pt x="21315" y="19221"/>
                        <a:pt x="22244" y="17006"/>
                        <a:pt x="23053" y="14767"/>
                      </a:cubicBezTo>
                      <a:cubicBezTo>
                        <a:pt x="23982" y="12195"/>
                        <a:pt x="24935" y="9647"/>
                        <a:pt x="25863" y="7075"/>
                      </a:cubicBezTo>
                      <a:cubicBezTo>
                        <a:pt x="26197" y="6218"/>
                        <a:pt x="26173" y="6218"/>
                        <a:pt x="25339" y="5885"/>
                      </a:cubicBezTo>
                      <a:cubicBezTo>
                        <a:pt x="24768" y="5670"/>
                        <a:pt x="24220" y="5480"/>
                        <a:pt x="23649" y="5265"/>
                      </a:cubicBezTo>
                      <a:cubicBezTo>
                        <a:pt x="23512" y="5224"/>
                        <a:pt x="23367" y="5152"/>
                        <a:pt x="23232" y="5152"/>
                      </a:cubicBezTo>
                      <a:cubicBezTo>
                        <a:pt x="23133" y="5152"/>
                        <a:pt x="23039" y="5192"/>
                        <a:pt x="22958" y="5313"/>
                      </a:cubicBezTo>
                      <a:cubicBezTo>
                        <a:pt x="22791" y="5527"/>
                        <a:pt x="22672" y="5766"/>
                        <a:pt x="22791" y="6051"/>
                      </a:cubicBezTo>
                      <a:cubicBezTo>
                        <a:pt x="22887" y="6266"/>
                        <a:pt x="23006" y="6456"/>
                        <a:pt x="23077" y="6670"/>
                      </a:cubicBezTo>
                      <a:cubicBezTo>
                        <a:pt x="23244" y="7290"/>
                        <a:pt x="22934" y="7861"/>
                        <a:pt x="22339" y="8123"/>
                      </a:cubicBezTo>
                      <a:cubicBezTo>
                        <a:pt x="22155" y="8208"/>
                        <a:pt x="21970" y="8249"/>
                        <a:pt x="21790" y="8249"/>
                      </a:cubicBezTo>
                      <a:cubicBezTo>
                        <a:pt x="21362" y="8249"/>
                        <a:pt x="20964" y="8018"/>
                        <a:pt x="20696" y="7599"/>
                      </a:cubicBezTo>
                      <a:cubicBezTo>
                        <a:pt x="20362" y="7052"/>
                        <a:pt x="20457" y="6409"/>
                        <a:pt x="20981" y="5980"/>
                      </a:cubicBezTo>
                      <a:cubicBezTo>
                        <a:pt x="21196" y="5813"/>
                        <a:pt x="21458" y="5766"/>
                        <a:pt x="21672" y="5599"/>
                      </a:cubicBezTo>
                      <a:cubicBezTo>
                        <a:pt x="22220" y="5194"/>
                        <a:pt x="22125" y="4718"/>
                        <a:pt x="21482" y="4456"/>
                      </a:cubicBezTo>
                      <a:cubicBezTo>
                        <a:pt x="20481" y="4075"/>
                        <a:pt x="19457" y="3694"/>
                        <a:pt x="18457" y="3313"/>
                      </a:cubicBezTo>
                      <a:cubicBezTo>
                        <a:pt x="18329" y="3279"/>
                        <a:pt x="18213" y="3251"/>
                        <a:pt x="18111" y="3251"/>
                      </a:cubicBezTo>
                      <a:cubicBezTo>
                        <a:pt x="17927" y="3251"/>
                        <a:pt x="17787" y="3340"/>
                        <a:pt x="17695" y="3646"/>
                      </a:cubicBezTo>
                      <a:cubicBezTo>
                        <a:pt x="17600" y="3979"/>
                        <a:pt x="17719" y="4218"/>
                        <a:pt x="17814" y="4480"/>
                      </a:cubicBezTo>
                      <a:cubicBezTo>
                        <a:pt x="18171" y="5361"/>
                        <a:pt x="18028" y="5694"/>
                        <a:pt x="17076" y="6218"/>
                      </a:cubicBezTo>
                      <a:cubicBezTo>
                        <a:pt x="16914" y="6237"/>
                        <a:pt x="16766" y="6247"/>
                        <a:pt x="16633" y="6247"/>
                      </a:cubicBezTo>
                      <a:cubicBezTo>
                        <a:pt x="15943" y="6247"/>
                        <a:pt x="15616" y="5983"/>
                        <a:pt x="15456" y="5385"/>
                      </a:cubicBezTo>
                      <a:cubicBezTo>
                        <a:pt x="15266" y="4670"/>
                        <a:pt x="15599" y="4146"/>
                        <a:pt x="16433" y="3789"/>
                      </a:cubicBezTo>
                      <a:cubicBezTo>
                        <a:pt x="16576" y="3741"/>
                        <a:pt x="16719" y="3694"/>
                        <a:pt x="16838" y="3646"/>
                      </a:cubicBezTo>
                      <a:cubicBezTo>
                        <a:pt x="16814" y="3336"/>
                        <a:pt x="16981" y="3003"/>
                        <a:pt x="16862" y="2693"/>
                      </a:cubicBezTo>
                      <a:cubicBezTo>
                        <a:pt x="15790" y="2479"/>
                        <a:pt x="14837" y="1979"/>
                        <a:pt x="13813" y="1646"/>
                      </a:cubicBezTo>
                      <a:cubicBezTo>
                        <a:pt x="13645" y="1604"/>
                        <a:pt x="13476" y="1512"/>
                        <a:pt x="13318" y="1512"/>
                      </a:cubicBezTo>
                      <a:cubicBezTo>
                        <a:pt x="13207" y="1512"/>
                        <a:pt x="13101" y="1556"/>
                        <a:pt x="13004" y="1693"/>
                      </a:cubicBezTo>
                      <a:cubicBezTo>
                        <a:pt x="12837" y="1955"/>
                        <a:pt x="12765" y="2217"/>
                        <a:pt x="12956" y="2527"/>
                      </a:cubicBezTo>
                      <a:cubicBezTo>
                        <a:pt x="13123" y="2813"/>
                        <a:pt x="13242" y="3122"/>
                        <a:pt x="13194" y="3479"/>
                      </a:cubicBezTo>
                      <a:cubicBezTo>
                        <a:pt x="13099" y="4027"/>
                        <a:pt x="12623" y="4480"/>
                        <a:pt x="12051" y="4551"/>
                      </a:cubicBezTo>
                      <a:cubicBezTo>
                        <a:pt x="11982" y="4563"/>
                        <a:pt x="11913" y="4568"/>
                        <a:pt x="11845" y="4568"/>
                      </a:cubicBezTo>
                      <a:cubicBezTo>
                        <a:pt x="11351" y="4568"/>
                        <a:pt x="10903" y="4273"/>
                        <a:pt x="10694" y="3813"/>
                      </a:cubicBezTo>
                      <a:cubicBezTo>
                        <a:pt x="10455" y="3289"/>
                        <a:pt x="10598" y="2693"/>
                        <a:pt x="11051" y="2312"/>
                      </a:cubicBezTo>
                      <a:cubicBezTo>
                        <a:pt x="11075" y="2289"/>
                        <a:pt x="11098" y="2265"/>
                        <a:pt x="11122" y="2241"/>
                      </a:cubicBezTo>
                      <a:cubicBezTo>
                        <a:pt x="12456" y="1241"/>
                        <a:pt x="12456" y="1241"/>
                        <a:pt x="10956" y="550"/>
                      </a:cubicBezTo>
                      <a:cubicBezTo>
                        <a:pt x="10908" y="526"/>
                        <a:pt x="10860" y="455"/>
                        <a:pt x="10789" y="407"/>
                      </a:cubicBezTo>
                      <a:cubicBezTo>
                        <a:pt x="10767" y="409"/>
                        <a:pt x="10745" y="409"/>
                        <a:pt x="10723" y="409"/>
                      </a:cubicBezTo>
                      <a:cubicBezTo>
                        <a:pt x="10323" y="409"/>
                        <a:pt x="9983" y="209"/>
                        <a:pt x="9622" y="74"/>
                      </a:cubicBezTo>
                      <a:cubicBezTo>
                        <a:pt x="9504" y="25"/>
                        <a:pt x="9400" y="1"/>
                        <a:pt x="9308" y="1"/>
                      </a:cubicBez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</a:p>
              </p:txBody>
            </p:sp>
            <p:sp>
              <p:nvSpPr>
                <p:cNvPr id="2091" name="Google Shape;2091;p74"/>
                <p:cNvSpPr/>
                <p:nvPr/>
              </p:nvSpPr>
              <p:spPr>
                <a:xfrm>
                  <a:off x="7917442" y="2475486"/>
                  <a:ext cx="434499" cy="17426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671" h="5483" extrusionOk="0">
                      <a:moveTo>
                        <a:pt x="525" y="0"/>
                      </a:moveTo>
                      <a:cubicBezTo>
                        <a:pt x="263" y="0"/>
                        <a:pt x="72" y="24"/>
                        <a:pt x="49" y="262"/>
                      </a:cubicBezTo>
                      <a:cubicBezTo>
                        <a:pt x="1" y="453"/>
                        <a:pt x="72" y="619"/>
                        <a:pt x="287" y="715"/>
                      </a:cubicBezTo>
                      <a:cubicBezTo>
                        <a:pt x="477" y="810"/>
                        <a:pt x="692" y="881"/>
                        <a:pt x="906" y="953"/>
                      </a:cubicBezTo>
                      <a:cubicBezTo>
                        <a:pt x="4716" y="2382"/>
                        <a:pt x="8527" y="3787"/>
                        <a:pt x="12361" y="5168"/>
                      </a:cubicBezTo>
                      <a:cubicBezTo>
                        <a:pt x="12582" y="5257"/>
                        <a:pt x="12877" y="5482"/>
                        <a:pt x="13126" y="5482"/>
                      </a:cubicBezTo>
                      <a:cubicBezTo>
                        <a:pt x="13278" y="5482"/>
                        <a:pt x="13413" y="5398"/>
                        <a:pt x="13504" y="5144"/>
                      </a:cubicBezTo>
                      <a:cubicBezTo>
                        <a:pt x="13670" y="4620"/>
                        <a:pt x="13004" y="4596"/>
                        <a:pt x="12670" y="4477"/>
                      </a:cubicBezTo>
                      <a:cubicBezTo>
                        <a:pt x="8812" y="3048"/>
                        <a:pt x="4954" y="1620"/>
                        <a:pt x="1096" y="215"/>
                      </a:cubicBezTo>
                      <a:cubicBezTo>
                        <a:pt x="906" y="119"/>
                        <a:pt x="692" y="48"/>
                        <a:pt x="525" y="0"/>
                      </a:cubicBez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</a:p>
              </p:txBody>
            </p:sp>
            <p:sp>
              <p:nvSpPr>
                <p:cNvPr id="2092" name="Google Shape;2092;p74"/>
                <p:cNvSpPr/>
                <p:nvPr/>
              </p:nvSpPr>
              <p:spPr>
                <a:xfrm>
                  <a:off x="8021149" y="2191637"/>
                  <a:ext cx="435992" cy="17311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718" h="5447" extrusionOk="0">
                      <a:moveTo>
                        <a:pt x="548" y="1"/>
                      </a:moveTo>
                      <a:cubicBezTo>
                        <a:pt x="262" y="1"/>
                        <a:pt x="96" y="72"/>
                        <a:pt x="48" y="287"/>
                      </a:cubicBezTo>
                      <a:cubicBezTo>
                        <a:pt x="1" y="429"/>
                        <a:pt x="96" y="572"/>
                        <a:pt x="239" y="644"/>
                      </a:cubicBezTo>
                      <a:cubicBezTo>
                        <a:pt x="429" y="739"/>
                        <a:pt x="643" y="834"/>
                        <a:pt x="834" y="906"/>
                      </a:cubicBezTo>
                      <a:cubicBezTo>
                        <a:pt x="4716" y="2358"/>
                        <a:pt x="8621" y="3787"/>
                        <a:pt x="12503" y="5216"/>
                      </a:cubicBezTo>
                      <a:cubicBezTo>
                        <a:pt x="12695" y="5290"/>
                        <a:pt x="12951" y="5446"/>
                        <a:pt x="13164" y="5446"/>
                      </a:cubicBezTo>
                      <a:cubicBezTo>
                        <a:pt x="13294" y="5446"/>
                        <a:pt x="13407" y="5388"/>
                        <a:pt x="13479" y="5216"/>
                      </a:cubicBezTo>
                      <a:cubicBezTo>
                        <a:pt x="13718" y="4645"/>
                        <a:pt x="13098" y="4621"/>
                        <a:pt x="12741" y="4478"/>
                      </a:cubicBezTo>
                      <a:cubicBezTo>
                        <a:pt x="8859" y="3049"/>
                        <a:pt x="4978" y="1620"/>
                        <a:pt x="1096" y="191"/>
                      </a:cubicBezTo>
                      <a:cubicBezTo>
                        <a:pt x="882" y="120"/>
                        <a:pt x="691" y="48"/>
                        <a:pt x="548" y="1"/>
                      </a:cubicBez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</a:p>
              </p:txBody>
            </p:sp>
            <p:sp>
              <p:nvSpPr>
                <p:cNvPr id="2093" name="Google Shape;2093;p74"/>
                <p:cNvSpPr/>
                <p:nvPr/>
              </p:nvSpPr>
              <p:spPr>
                <a:xfrm>
                  <a:off x="7969693" y="2333196"/>
                  <a:ext cx="430685" cy="17273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551" h="5435" extrusionOk="0">
                      <a:moveTo>
                        <a:pt x="453" y="0"/>
                      </a:moveTo>
                      <a:cubicBezTo>
                        <a:pt x="262" y="24"/>
                        <a:pt x="95" y="48"/>
                        <a:pt x="48" y="214"/>
                      </a:cubicBezTo>
                      <a:cubicBezTo>
                        <a:pt x="0" y="381"/>
                        <a:pt x="24" y="548"/>
                        <a:pt x="167" y="619"/>
                      </a:cubicBezTo>
                      <a:cubicBezTo>
                        <a:pt x="334" y="762"/>
                        <a:pt x="548" y="834"/>
                        <a:pt x="762" y="905"/>
                      </a:cubicBezTo>
                      <a:cubicBezTo>
                        <a:pt x="4715" y="2382"/>
                        <a:pt x="8669" y="3834"/>
                        <a:pt x="12622" y="5263"/>
                      </a:cubicBezTo>
                      <a:cubicBezTo>
                        <a:pt x="12788" y="5335"/>
                        <a:pt x="12979" y="5406"/>
                        <a:pt x="13146" y="5430"/>
                      </a:cubicBezTo>
                      <a:cubicBezTo>
                        <a:pt x="13167" y="5433"/>
                        <a:pt x="13187" y="5434"/>
                        <a:pt x="13206" y="5434"/>
                      </a:cubicBezTo>
                      <a:cubicBezTo>
                        <a:pt x="13341" y="5434"/>
                        <a:pt x="13440" y="5361"/>
                        <a:pt x="13503" y="5215"/>
                      </a:cubicBezTo>
                      <a:cubicBezTo>
                        <a:pt x="13551" y="5049"/>
                        <a:pt x="13527" y="4882"/>
                        <a:pt x="13408" y="4811"/>
                      </a:cubicBezTo>
                      <a:cubicBezTo>
                        <a:pt x="13146" y="4644"/>
                        <a:pt x="12860" y="4549"/>
                        <a:pt x="12598" y="4453"/>
                      </a:cubicBezTo>
                      <a:cubicBezTo>
                        <a:pt x="8764" y="3025"/>
                        <a:pt x="4954" y="1643"/>
                        <a:pt x="1143" y="238"/>
                      </a:cubicBezTo>
                      <a:cubicBezTo>
                        <a:pt x="905" y="143"/>
                        <a:pt x="643" y="48"/>
                        <a:pt x="453" y="0"/>
                      </a:cubicBez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</a:p>
              </p:txBody>
            </p:sp>
            <p:sp>
              <p:nvSpPr>
                <p:cNvPr id="2094" name="Google Shape;2094;p74"/>
                <p:cNvSpPr/>
                <p:nvPr/>
              </p:nvSpPr>
              <p:spPr>
                <a:xfrm>
                  <a:off x="8069585" y="2056180"/>
                  <a:ext cx="436755" cy="17302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742" h="5444" extrusionOk="0">
                      <a:moveTo>
                        <a:pt x="572" y="0"/>
                      </a:moveTo>
                      <a:cubicBezTo>
                        <a:pt x="310" y="0"/>
                        <a:pt x="167" y="71"/>
                        <a:pt x="96" y="214"/>
                      </a:cubicBezTo>
                      <a:cubicBezTo>
                        <a:pt x="1" y="429"/>
                        <a:pt x="120" y="595"/>
                        <a:pt x="286" y="667"/>
                      </a:cubicBezTo>
                      <a:cubicBezTo>
                        <a:pt x="953" y="929"/>
                        <a:pt x="1620" y="1191"/>
                        <a:pt x="2287" y="1429"/>
                      </a:cubicBezTo>
                      <a:cubicBezTo>
                        <a:pt x="5764" y="2715"/>
                        <a:pt x="9264" y="4025"/>
                        <a:pt x="12765" y="5311"/>
                      </a:cubicBezTo>
                      <a:cubicBezTo>
                        <a:pt x="12908" y="5363"/>
                        <a:pt x="13080" y="5443"/>
                        <a:pt x="13234" y="5443"/>
                      </a:cubicBezTo>
                      <a:cubicBezTo>
                        <a:pt x="13361" y="5443"/>
                        <a:pt x="13476" y="5388"/>
                        <a:pt x="13551" y="5215"/>
                      </a:cubicBezTo>
                      <a:cubicBezTo>
                        <a:pt x="13742" y="4811"/>
                        <a:pt x="13337" y="4739"/>
                        <a:pt x="13075" y="4596"/>
                      </a:cubicBezTo>
                      <a:cubicBezTo>
                        <a:pt x="13027" y="4549"/>
                        <a:pt x="12956" y="4549"/>
                        <a:pt x="12884" y="4501"/>
                      </a:cubicBezTo>
                      <a:cubicBezTo>
                        <a:pt x="8955" y="3072"/>
                        <a:pt x="5025" y="1619"/>
                        <a:pt x="1120" y="191"/>
                      </a:cubicBezTo>
                      <a:cubicBezTo>
                        <a:pt x="906" y="119"/>
                        <a:pt x="691" y="48"/>
                        <a:pt x="572" y="0"/>
                      </a:cubicBez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</a:p>
              </p:txBody>
            </p:sp>
          </p:grpSp>
          <p:grpSp>
            <p:nvGrpSpPr>
              <p:cNvPr id="2095" name="Google Shape;2095;p74"/>
              <p:cNvGrpSpPr/>
              <p:nvPr/>
            </p:nvGrpSpPr>
            <p:grpSpPr>
              <a:xfrm rot="1068299">
                <a:off x="8381766" y="2929605"/>
                <a:ext cx="213351" cy="106676"/>
                <a:chOff x="5251475" y="2319800"/>
                <a:chExt cx="282050" cy="141025"/>
              </a:xfrm>
            </p:grpSpPr>
            <p:sp>
              <p:nvSpPr>
                <p:cNvPr id="2096" name="Google Shape;2096;p74"/>
                <p:cNvSpPr/>
                <p:nvPr/>
              </p:nvSpPr>
              <p:spPr>
                <a:xfrm>
                  <a:off x="5282925" y="2319800"/>
                  <a:ext cx="41125" cy="964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45" h="3858" extrusionOk="0">
                      <a:moveTo>
                        <a:pt x="828" y="0"/>
                      </a:moveTo>
                      <a:cubicBezTo>
                        <a:pt x="374" y="0"/>
                        <a:pt x="1" y="863"/>
                        <a:pt x="1" y="1935"/>
                      </a:cubicBezTo>
                      <a:cubicBezTo>
                        <a:pt x="1" y="2995"/>
                        <a:pt x="374" y="3858"/>
                        <a:pt x="828" y="3858"/>
                      </a:cubicBezTo>
                      <a:cubicBezTo>
                        <a:pt x="1283" y="3858"/>
                        <a:pt x="1644" y="2995"/>
                        <a:pt x="1644" y="1935"/>
                      </a:cubicBezTo>
                      <a:cubicBezTo>
                        <a:pt x="1644" y="863"/>
                        <a:pt x="1283" y="0"/>
                        <a:pt x="828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</a:p>
              </p:txBody>
            </p:sp>
            <p:sp>
              <p:nvSpPr>
                <p:cNvPr id="2097" name="Google Shape;2097;p74"/>
                <p:cNvSpPr/>
                <p:nvPr/>
              </p:nvSpPr>
              <p:spPr>
                <a:xfrm>
                  <a:off x="5251475" y="2434600"/>
                  <a:ext cx="62950" cy="262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518" h="1049" extrusionOk="0">
                      <a:moveTo>
                        <a:pt x="1259" y="0"/>
                      </a:moveTo>
                      <a:cubicBezTo>
                        <a:pt x="571" y="0"/>
                        <a:pt x="0" y="245"/>
                        <a:pt x="0" y="525"/>
                      </a:cubicBezTo>
                      <a:cubicBezTo>
                        <a:pt x="0" y="816"/>
                        <a:pt x="571" y="1049"/>
                        <a:pt x="1259" y="1049"/>
                      </a:cubicBezTo>
                      <a:cubicBezTo>
                        <a:pt x="1958" y="1049"/>
                        <a:pt x="2518" y="816"/>
                        <a:pt x="2518" y="525"/>
                      </a:cubicBezTo>
                      <a:cubicBezTo>
                        <a:pt x="2518" y="245"/>
                        <a:pt x="1958" y="0"/>
                        <a:pt x="1259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</a:p>
              </p:txBody>
            </p:sp>
            <p:sp>
              <p:nvSpPr>
                <p:cNvPr id="2098" name="Google Shape;2098;p74"/>
                <p:cNvSpPr/>
                <p:nvPr/>
              </p:nvSpPr>
              <p:spPr>
                <a:xfrm>
                  <a:off x="5356950" y="2382475"/>
                  <a:ext cx="66150" cy="676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646" h="2704" extrusionOk="0">
                      <a:moveTo>
                        <a:pt x="534" y="0"/>
                      </a:moveTo>
                      <a:cubicBezTo>
                        <a:pt x="486" y="0"/>
                        <a:pt x="437" y="33"/>
                        <a:pt x="431" y="92"/>
                      </a:cubicBezTo>
                      <a:cubicBezTo>
                        <a:pt x="326" y="885"/>
                        <a:pt x="0" y="2644"/>
                        <a:pt x="1282" y="2703"/>
                      </a:cubicBezTo>
                      <a:cubicBezTo>
                        <a:pt x="1298" y="2704"/>
                        <a:pt x="1314" y="2704"/>
                        <a:pt x="1330" y="2704"/>
                      </a:cubicBezTo>
                      <a:cubicBezTo>
                        <a:pt x="1753" y="2704"/>
                        <a:pt x="2129" y="2409"/>
                        <a:pt x="2331" y="2038"/>
                      </a:cubicBezTo>
                      <a:cubicBezTo>
                        <a:pt x="2646" y="1491"/>
                        <a:pt x="2529" y="803"/>
                        <a:pt x="2413" y="209"/>
                      </a:cubicBezTo>
                      <a:cubicBezTo>
                        <a:pt x="2399" y="135"/>
                        <a:pt x="2347" y="103"/>
                        <a:pt x="2291" y="103"/>
                      </a:cubicBezTo>
                      <a:cubicBezTo>
                        <a:pt x="2206" y="103"/>
                        <a:pt x="2112" y="178"/>
                        <a:pt x="2133" y="290"/>
                      </a:cubicBezTo>
                      <a:cubicBezTo>
                        <a:pt x="2214" y="756"/>
                        <a:pt x="2331" y="1293"/>
                        <a:pt x="2156" y="1759"/>
                      </a:cubicBezTo>
                      <a:cubicBezTo>
                        <a:pt x="2021" y="2100"/>
                        <a:pt x="1693" y="2407"/>
                        <a:pt x="1336" y="2407"/>
                      </a:cubicBezTo>
                      <a:cubicBezTo>
                        <a:pt x="1230" y="2407"/>
                        <a:pt x="1121" y="2380"/>
                        <a:pt x="1014" y="2318"/>
                      </a:cubicBezTo>
                      <a:cubicBezTo>
                        <a:pt x="268" y="1875"/>
                        <a:pt x="676" y="780"/>
                        <a:pt x="629" y="92"/>
                      </a:cubicBezTo>
                      <a:cubicBezTo>
                        <a:pt x="624" y="30"/>
                        <a:pt x="579" y="0"/>
                        <a:pt x="534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</a:p>
              </p:txBody>
            </p:sp>
            <p:sp>
              <p:nvSpPr>
                <p:cNvPr id="2099" name="Google Shape;2099;p74"/>
                <p:cNvSpPr/>
                <p:nvPr/>
              </p:nvSpPr>
              <p:spPr>
                <a:xfrm>
                  <a:off x="5460950" y="2319800"/>
                  <a:ext cx="41100" cy="964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44" h="3858" extrusionOk="0">
                      <a:moveTo>
                        <a:pt x="828" y="0"/>
                      </a:moveTo>
                      <a:cubicBezTo>
                        <a:pt x="374" y="0"/>
                        <a:pt x="1" y="863"/>
                        <a:pt x="1" y="1935"/>
                      </a:cubicBezTo>
                      <a:cubicBezTo>
                        <a:pt x="1" y="2995"/>
                        <a:pt x="374" y="3858"/>
                        <a:pt x="828" y="3858"/>
                      </a:cubicBezTo>
                      <a:cubicBezTo>
                        <a:pt x="1283" y="3858"/>
                        <a:pt x="1644" y="2995"/>
                        <a:pt x="1644" y="1935"/>
                      </a:cubicBezTo>
                      <a:cubicBezTo>
                        <a:pt x="1644" y="863"/>
                        <a:pt x="1283" y="0"/>
                        <a:pt x="828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</a:p>
              </p:txBody>
            </p:sp>
            <p:sp>
              <p:nvSpPr>
                <p:cNvPr id="2100" name="Google Shape;2100;p74"/>
                <p:cNvSpPr/>
                <p:nvPr/>
              </p:nvSpPr>
              <p:spPr>
                <a:xfrm>
                  <a:off x="5470575" y="2434600"/>
                  <a:ext cx="62950" cy="262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518" h="1049" extrusionOk="0">
                      <a:moveTo>
                        <a:pt x="1259" y="0"/>
                      </a:moveTo>
                      <a:cubicBezTo>
                        <a:pt x="560" y="0"/>
                        <a:pt x="0" y="245"/>
                        <a:pt x="0" y="525"/>
                      </a:cubicBezTo>
                      <a:cubicBezTo>
                        <a:pt x="0" y="816"/>
                        <a:pt x="560" y="1049"/>
                        <a:pt x="1259" y="1049"/>
                      </a:cubicBezTo>
                      <a:cubicBezTo>
                        <a:pt x="1958" y="1049"/>
                        <a:pt x="2518" y="816"/>
                        <a:pt x="2518" y="525"/>
                      </a:cubicBezTo>
                      <a:cubicBezTo>
                        <a:pt x="2518" y="245"/>
                        <a:pt x="1958" y="0"/>
                        <a:pt x="1259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</a:p>
              </p:txBody>
            </p:sp>
          </p:grpSp>
        </p:grpSp>
        <p:grpSp>
          <p:nvGrpSpPr>
            <p:cNvPr id="2101" name="Google Shape;2101;p74"/>
            <p:cNvGrpSpPr/>
            <p:nvPr/>
          </p:nvGrpSpPr>
          <p:grpSpPr>
            <a:xfrm rot="1267221">
              <a:off x="7822985" y="2098818"/>
              <a:ext cx="684197" cy="539017"/>
              <a:chOff x="7503552" y="1938580"/>
              <a:chExt cx="502825" cy="396131"/>
            </a:xfrm>
          </p:grpSpPr>
          <p:sp>
            <p:nvSpPr>
              <p:cNvPr id="2102" name="Google Shape;2102;p74"/>
              <p:cNvSpPr/>
              <p:nvPr/>
            </p:nvSpPr>
            <p:spPr>
              <a:xfrm>
                <a:off x="7503552" y="1938580"/>
                <a:ext cx="478210" cy="8136"/>
              </a:xfrm>
              <a:custGeom>
                <a:avLst/>
                <a:gdLst/>
                <a:ahLst/>
                <a:cxnLst/>
                <a:rect l="l" t="t" r="r" b="b"/>
                <a:pathLst>
                  <a:path w="13223" h="464" extrusionOk="0">
                    <a:moveTo>
                      <a:pt x="0" y="0"/>
                    </a:moveTo>
                    <a:cubicBezTo>
                      <a:pt x="4322" y="868"/>
                      <a:pt x="8815" y="225"/>
                      <a:pt x="13223" y="225"/>
                    </a:cubicBezTo>
                  </a:path>
                </a:pathLst>
              </a:custGeom>
              <a:noFill/>
              <a:ln w="19050" cap="rnd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2103" name="Google Shape;2103;p74"/>
              <p:cNvSpPr/>
              <p:nvPr/>
            </p:nvSpPr>
            <p:spPr>
              <a:xfrm>
                <a:off x="7519449" y="2033684"/>
                <a:ext cx="478210" cy="8136"/>
              </a:xfrm>
              <a:custGeom>
                <a:avLst/>
                <a:gdLst/>
                <a:ahLst/>
                <a:cxnLst/>
                <a:rect l="l" t="t" r="r" b="b"/>
                <a:pathLst>
                  <a:path w="13223" h="464" extrusionOk="0">
                    <a:moveTo>
                      <a:pt x="0" y="0"/>
                    </a:moveTo>
                    <a:cubicBezTo>
                      <a:pt x="4322" y="868"/>
                      <a:pt x="8815" y="225"/>
                      <a:pt x="13223" y="225"/>
                    </a:cubicBezTo>
                  </a:path>
                </a:pathLst>
              </a:custGeom>
              <a:noFill/>
              <a:ln w="19050" cap="rnd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2104" name="Google Shape;2104;p74"/>
              <p:cNvSpPr/>
              <p:nvPr/>
            </p:nvSpPr>
            <p:spPr>
              <a:xfrm>
                <a:off x="7528168" y="2141280"/>
                <a:ext cx="478210" cy="8136"/>
              </a:xfrm>
              <a:custGeom>
                <a:avLst/>
                <a:gdLst/>
                <a:ahLst/>
                <a:cxnLst/>
                <a:rect l="l" t="t" r="r" b="b"/>
                <a:pathLst>
                  <a:path w="13223" h="464" extrusionOk="0">
                    <a:moveTo>
                      <a:pt x="0" y="0"/>
                    </a:moveTo>
                    <a:cubicBezTo>
                      <a:pt x="4322" y="868"/>
                      <a:pt x="8815" y="225"/>
                      <a:pt x="13223" y="225"/>
                    </a:cubicBezTo>
                  </a:path>
                </a:pathLst>
              </a:custGeom>
              <a:noFill/>
              <a:ln w="19050" cap="rnd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2105" name="Google Shape;2105;p74"/>
              <p:cNvSpPr/>
              <p:nvPr/>
            </p:nvSpPr>
            <p:spPr>
              <a:xfrm>
                <a:off x="7507565" y="2231136"/>
                <a:ext cx="478210" cy="8136"/>
              </a:xfrm>
              <a:custGeom>
                <a:avLst/>
                <a:gdLst/>
                <a:ahLst/>
                <a:cxnLst/>
                <a:rect l="l" t="t" r="r" b="b"/>
                <a:pathLst>
                  <a:path w="13223" h="464" extrusionOk="0">
                    <a:moveTo>
                      <a:pt x="0" y="0"/>
                    </a:moveTo>
                    <a:cubicBezTo>
                      <a:pt x="4322" y="868"/>
                      <a:pt x="8815" y="225"/>
                      <a:pt x="13223" y="225"/>
                    </a:cubicBezTo>
                  </a:path>
                </a:pathLst>
              </a:custGeom>
              <a:noFill/>
              <a:ln w="19050" cap="rnd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2106" name="Google Shape;2106;p74"/>
              <p:cNvSpPr/>
              <p:nvPr/>
            </p:nvSpPr>
            <p:spPr>
              <a:xfrm>
                <a:off x="7519150" y="2326575"/>
                <a:ext cx="478210" cy="8136"/>
              </a:xfrm>
              <a:custGeom>
                <a:avLst/>
                <a:gdLst/>
                <a:ahLst/>
                <a:cxnLst/>
                <a:rect l="l" t="t" r="r" b="b"/>
                <a:pathLst>
                  <a:path w="13223" h="464" extrusionOk="0">
                    <a:moveTo>
                      <a:pt x="0" y="0"/>
                    </a:moveTo>
                    <a:cubicBezTo>
                      <a:pt x="4322" y="868"/>
                      <a:pt x="8815" y="225"/>
                      <a:pt x="13223" y="225"/>
                    </a:cubicBezTo>
                  </a:path>
                </a:pathLst>
              </a:custGeom>
              <a:noFill/>
              <a:ln w="19050" cap="rnd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</p:grpSp>
      </p:grpSp>
      <p:sp>
        <p:nvSpPr>
          <p:cNvPr id="93" name="Google Shape;2113;p75"/>
          <p:cNvSpPr txBox="1"/>
          <p:nvPr/>
        </p:nvSpPr>
        <p:spPr>
          <a:xfrm>
            <a:off x="1469576" y="1244550"/>
            <a:ext cx="6033347" cy="74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Paytone One"/>
              <a:buNone/>
              <a:defRPr sz="5300" b="0" i="0" u="none" strike="noStrike" cap="none">
                <a:solidFill>
                  <a:schemeClr val="dk2"/>
                </a:solidFill>
                <a:latin typeface="Paytone One"/>
                <a:ea typeface="Paytone One"/>
                <a:cs typeface="Paytone One"/>
                <a:sym typeface="Paytone One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Bebas Neue" panose="020B0606020202050201"/>
              <a:buNone/>
              <a:defRPr sz="3600" b="0" i="0" u="none" strike="noStrike" cap="none">
                <a:solidFill>
                  <a:schemeClr val="dk1"/>
                </a:solidFill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Bebas Neue" panose="020B0606020202050201"/>
              <a:buNone/>
              <a:defRPr sz="3600" b="0" i="0" u="none" strike="noStrike" cap="none">
                <a:solidFill>
                  <a:schemeClr val="dk1"/>
                </a:solidFill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Bebas Neue" panose="020B0606020202050201"/>
              <a:buNone/>
              <a:defRPr sz="3600" b="0" i="0" u="none" strike="noStrike" cap="none">
                <a:solidFill>
                  <a:schemeClr val="dk1"/>
                </a:solidFill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Bebas Neue" panose="020B0606020202050201"/>
              <a:buNone/>
              <a:defRPr sz="3600" b="0" i="0" u="none" strike="noStrike" cap="none">
                <a:solidFill>
                  <a:schemeClr val="dk1"/>
                </a:solidFill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Bebas Neue" panose="020B0606020202050201"/>
              <a:buNone/>
              <a:defRPr sz="3600" b="0" i="0" u="none" strike="noStrike" cap="none">
                <a:solidFill>
                  <a:schemeClr val="dk1"/>
                </a:solidFill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Bebas Neue" panose="020B0606020202050201"/>
              <a:buNone/>
              <a:defRPr sz="3600" b="0" i="0" u="none" strike="noStrike" cap="none">
                <a:solidFill>
                  <a:schemeClr val="dk1"/>
                </a:solidFill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Bebas Neue" panose="020B0606020202050201"/>
              <a:buNone/>
              <a:defRPr sz="3600" b="0" i="0" u="none" strike="noStrike" cap="none">
                <a:solidFill>
                  <a:schemeClr val="dk1"/>
                </a:solidFill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Bebas Neue" panose="020B0606020202050201"/>
              <a:buNone/>
              <a:defRPr sz="3600" b="0" i="0" u="none" strike="noStrike" cap="none">
                <a:solidFill>
                  <a:schemeClr val="dk1"/>
                </a:solidFill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9pPr>
          </a:lstStyle>
          <a:p>
            <a:pPr algn="l"/>
            <a:r>
              <a:rPr lang="en-US" sz="3200" dirty="0" smtClean="0"/>
              <a:t>It depends on your measuring  instrument.</a:t>
            </a:r>
            <a:endParaRPr lang="en-US" sz="3200" dirty="0"/>
          </a:p>
        </p:txBody>
      </p:sp>
      <p:sp>
        <p:nvSpPr>
          <p:cNvPr id="2" name="TextBox 1"/>
          <p:cNvSpPr txBox="1"/>
          <p:nvPr/>
        </p:nvSpPr>
        <p:spPr>
          <a:xfrm>
            <a:off x="107504" y="2273667"/>
            <a:ext cx="6369051" cy="230832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en-US" sz="2400" dirty="0"/>
              <a:t> How </a:t>
            </a:r>
            <a:r>
              <a:rPr lang="en-US" sz="2400" dirty="0" smtClean="0"/>
              <a:t>well it has been made and calibrated.</a:t>
            </a:r>
            <a:endParaRPr lang="en-US" sz="2400" dirty="0" smtClean="0"/>
          </a:p>
          <a:p>
            <a:pPr marL="457200" indent="-457200">
              <a:buFont typeface="+mj-lt"/>
              <a:buAutoNum type="arabicPeriod"/>
            </a:pPr>
            <a:r>
              <a:rPr lang="en-US" sz="2400" dirty="0" smtClean="0"/>
              <a:t>How well the scale has been constructed.</a:t>
            </a:r>
            <a:endParaRPr lang="en-US" sz="2400" dirty="0" smtClean="0"/>
          </a:p>
          <a:p>
            <a:r>
              <a:rPr lang="en-US" sz="2400" b="1" u="sng" dirty="0" smtClean="0">
                <a:solidFill>
                  <a:srgbClr val="FF0000"/>
                </a:solidFill>
              </a:rPr>
              <a:t>Example:</a:t>
            </a:r>
            <a:endParaRPr lang="en-US" sz="2400" b="1" u="sng" dirty="0" smtClean="0">
              <a:solidFill>
                <a:srgbClr val="FF0000"/>
              </a:solidFill>
            </a:endParaRPr>
          </a:p>
          <a:p>
            <a:r>
              <a:rPr lang="en-US" sz="2000" dirty="0" smtClean="0"/>
              <a:t>The stop watch that measures by seconds cannot  </a:t>
            </a:r>
            <a:endParaRPr lang="en-US" sz="2000" dirty="0" smtClean="0"/>
          </a:p>
          <a:p>
            <a:r>
              <a:rPr lang="en-US" sz="2000" dirty="0" smtClean="0"/>
              <a:t>be used in measuring the </a:t>
            </a:r>
            <a:r>
              <a:rPr lang="en-US" sz="2000" dirty="0"/>
              <a:t>tenth of second.</a:t>
            </a:r>
            <a:endParaRPr lang="en-US" sz="2000" dirty="0"/>
          </a:p>
          <a:p>
            <a:endParaRPr lang="en-US" sz="1800" dirty="0" smtClean="0"/>
          </a:p>
          <a:p>
            <a:endParaRPr lang="en-US" dirty="0"/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75239" y="1956077"/>
            <a:ext cx="2529487" cy="27759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7" name="Google Shape;2017;p74"/>
          <p:cNvSpPr/>
          <p:nvPr/>
        </p:nvSpPr>
        <p:spPr>
          <a:xfrm>
            <a:off x="5339243" y="2095516"/>
            <a:ext cx="1074821" cy="1316272"/>
          </a:xfrm>
          <a:custGeom>
            <a:avLst/>
            <a:gdLst/>
            <a:ahLst/>
            <a:cxnLst/>
            <a:rect l="l" t="t" r="r" b="b"/>
            <a:pathLst>
              <a:path w="33818" h="41415" extrusionOk="0">
                <a:moveTo>
                  <a:pt x="25840" y="1"/>
                </a:moveTo>
                <a:lnTo>
                  <a:pt x="25840" y="1"/>
                </a:lnTo>
                <a:cubicBezTo>
                  <a:pt x="23244" y="4454"/>
                  <a:pt x="20958" y="8812"/>
                  <a:pt x="18362" y="13218"/>
                </a:cubicBezTo>
                <a:cubicBezTo>
                  <a:pt x="17171" y="10170"/>
                  <a:pt x="16099" y="7336"/>
                  <a:pt x="14980" y="4454"/>
                </a:cubicBezTo>
                <a:cubicBezTo>
                  <a:pt x="14623" y="4740"/>
                  <a:pt x="14671" y="5026"/>
                  <a:pt x="14623" y="5264"/>
                </a:cubicBezTo>
                <a:cubicBezTo>
                  <a:pt x="14051" y="8169"/>
                  <a:pt x="13504" y="11075"/>
                  <a:pt x="12932" y="13980"/>
                </a:cubicBezTo>
                <a:cubicBezTo>
                  <a:pt x="12815" y="14537"/>
                  <a:pt x="12770" y="14761"/>
                  <a:pt x="12541" y="14761"/>
                </a:cubicBezTo>
                <a:cubicBezTo>
                  <a:pt x="12398" y="14761"/>
                  <a:pt x="12184" y="14674"/>
                  <a:pt x="11837" y="14528"/>
                </a:cubicBezTo>
                <a:cubicBezTo>
                  <a:pt x="9503" y="13575"/>
                  <a:pt x="7145" y="12622"/>
                  <a:pt x="4788" y="11646"/>
                </a:cubicBezTo>
                <a:cubicBezTo>
                  <a:pt x="4508" y="11546"/>
                  <a:pt x="4244" y="11362"/>
                  <a:pt x="3928" y="11362"/>
                </a:cubicBezTo>
                <a:cubicBezTo>
                  <a:pt x="3867" y="11362"/>
                  <a:pt x="3805" y="11369"/>
                  <a:pt x="3740" y="11384"/>
                </a:cubicBezTo>
                <a:cubicBezTo>
                  <a:pt x="3763" y="11646"/>
                  <a:pt x="3930" y="11789"/>
                  <a:pt x="4073" y="11979"/>
                </a:cubicBezTo>
                <a:cubicBezTo>
                  <a:pt x="5740" y="14075"/>
                  <a:pt x="7407" y="16195"/>
                  <a:pt x="9074" y="18314"/>
                </a:cubicBezTo>
                <a:cubicBezTo>
                  <a:pt x="9717" y="19148"/>
                  <a:pt x="9717" y="19148"/>
                  <a:pt x="8931" y="19791"/>
                </a:cubicBezTo>
                <a:cubicBezTo>
                  <a:pt x="6240" y="22005"/>
                  <a:pt x="3525" y="24196"/>
                  <a:pt x="858" y="26411"/>
                </a:cubicBezTo>
                <a:cubicBezTo>
                  <a:pt x="549" y="26673"/>
                  <a:pt x="144" y="26840"/>
                  <a:pt x="1" y="27292"/>
                </a:cubicBezTo>
                <a:cubicBezTo>
                  <a:pt x="73" y="27314"/>
                  <a:pt x="143" y="27322"/>
                  <a:pt x="212" y="27322"/>
                </a:cubicBezTo>
                <a:cubicBezTo>
                  <a:pt x="369" y="27322"/>
                  <a:pt x="518" y="27278"/>
                  <a:pt x="668" y="27244"/>
                </a:cubicBezTo>
                <a:cubicBezTo>
                  <a:pt x="3930" y="26482"/>
                  <a:pt x="7169" y="25697"/>
                  <a:pt x="10408" y="24958"/>
                </a:cubicBezTo>
                <a:cubicBezTo>
                  <a:pt x="10651" y="24904"/>
                  <a:pt x="10830" y="24871"/>
                  <a:pt x="10960" y="24871"/>
                </a:cubicBezTo>
                <a:cubicBezTo>
                  <a:pt x="11286" y="24871"/>
                  <a:pt x="11289" y="25082"/>
                  <a:pt x="11170" y="25697"/>
                </a:cubicBezTo>
                <a:cubicBezTo>
                  <a:pt x="10479" y="29483"/>
                  <a:pt x="9789" y="33270"/>
                  <a:pt x="9098" y="37080"/>
                </a:cubicBezTo>
                <a:cubicBezTo>
                  <a:pt x="8836" y="38509"/>
                  <a:pt x="8598" y="39938"/>
                  <a:pt x="8336" y="41366"/>
                </a:cubicBezTo>
                <a:cubicBezTo>
                  <a:pt x="8431" y="41390"/>
                  <a:pt x="8503" y="41414"/>
                  <a:pt x="8574" y="41414"/>
                </a:cubicBezTo>
                <a:cubicBezTo>
                  <a:pt x="11289" y="37437"/>
                  <a:pt x="13980" y="33460"/>
                  <a:pt x="16790" y="29340"/>
                </a:cubicBezTo>
                <a:cubicBezTo>
                  <a:pt x="18671" y="33365"/>
                  <a:pt x="20457" y="37199"/>
                  <a:pt x="22267" y="41057"/>
                </a:cubicBezTo>
                <a:lnTo>
                  <a:pt x="22482" y="40985"/>
                </a:lnTo>
                <a:cubicBezTo>
                  <a:pt x="22482" y="36627"/>
                  <a:pt x="22339" y="32246"/>
                  <a:pt x="22053" y="27792"/>
                </a:cubicBezTo>
                <a:lnTo>
                  <a:pt x="22053" y="27792"/>
                </a:lnTo>
                <a:cubicBezTo>
                  <a:pt x="26078" y="28911"/>
                  <a:pt x="29936" y="30007"/>
                  <a:pt x="33817" y="31079"/>
                </a:cubicBezTo>
                <a:cubicBezTo>
                  <a:pt x="33698" y="30674"/>
                  <a:pt x="33484" y="30412"/>
                  <a:pt x="33270" y="30174"/>
                </a:cubicBezTo>
                <a:cubicBezTo>
                  <a:pt x="30698" y="27411"/>
                  <a:pt x="28102" y="24649"/>
                  <a:pt x="25530" y="21886"/>
                </a:cubicBezTo>
                <a:cubicBezTo>
                  <a:pt x="24839" y="21148"/>
                  <a:pt x="24720" y="21196"/>
                  <a:pt x="25554" y="20410"/>
                </a:cubicBezTo>
                <a:cubicBezTo>
                  <a:pt x="28126" y="18076"/>
                  <a:pt x="30674" y="15695"/>
                  <a:pt x="33246" y="13337"/>
                </a:cubicBezTo>
                <a:cubicBezTo>
                  <a:pt x="33389" y="13194"/>
                  <a:pt x="33651" y="13123"/>
                  <a:pt x="33460" y="12765"/>
                </a:cubicBezTo>
                <a:lnTo>
                  <a:pt x="33460" y="12765"/>
                </a:lnTo>
                <a:cubicBezTo>
                  <a:pt x="31936" y="13099"/>
                  <a:pt x="30412" y="13432"/>
                  <a:pt x="28888" y="13766"/>
                </a:cubicBezTo>
                <a:cubicBezTo>
                  <a:pt x="27126" y="14147"/>
                  <a:pt x="25363" y="14551"/>
                  <a:pt x="23625" y="14932"/>
                </a:cubicBezTo>
                <a:cubicBezTo>
                  <a:pt x="23444" y="14971"/>
                  <a:pt x="23306" y="14994"/>
                  <a:pt x="23204" y="14994"/>
                </a:cubicBezTo>
                <a:cubicBezTo>
                  <a:pt x="22931" y="14994"/>
                  <a:pt x="22912" y="14829"/>
                  <a:pt x="22982" y="14361"/>
                </a:cubicBezTo>
                <a:cubicBezTo>
                  <a:pt x="23006" y="14266"/>
                  <a:pt x="23029" y="14194"/>
                  <a:pt x="23029" y="14123"/>
                </a:cubicBezTo>
                <a:cubicBezTo>
                  <a:pt x="23815" y="10432"/>
                  <a:pt x="24601" y="6740"/>
                  <a:pt x="25363" y="3049"/>
                </a:cubicBezTo>
                <a:cubicBezTo>
                  <a:pt x="25530" y="2120"/>
                  <a:pt x="25863" y="1215"/>
                  <a:pt x="25840" y="1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2019" name="Google Shape;2019;p74"/>
          <p:cNvSpPr txBox="1">
            <a:spLocks noGrp="1"/>
          </p:cNvSpPr>
          <p:nvPr>
            <p:ph type="title"/>
          </p:nvPr>
        </p:nvSpPr>
        <p:spPr>
          <a:xfrm>
            <a:off x="1801588" y="-29029"/>
            <a:ext cx="5130112" cy="971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4400" dirty="0" smtClean="0"/>
              <a:t>Accuracy</a:t>
            </a:r>
            <a:endParaRPr sz="4400" dirty="0">
              <a:solidFill>
                <a:schemeClr val="accent1"/>
              </a:solidFill>
            </a:endParaRPr>
          </a:p>
        </p:txBody>
      </p:sp>
      <p:grpSp>
        <p:nvGrpSpPr>
          <p:cNvPr id="2022" name="Google Shape;2022;p74"/>
          <p:cNvGrpSpPr/>
          <p:nvPr/>
        </p:nvGrpSpPr>
        <p:grpSpPr>
          <a:xfrm>
            <a:off x="7746044" y="3175453"/>
            <a:ext cx="1495621" cy="1291831"/>
            <a:chOff x="5614619" y="2740966"/>
            <a:chExt cx="1495621" cy="1291831"/>
          </a:xfrm>
        </p:grpSpPr>
        <p:sp>
          <p:nvSpPr>
            <p:cNvPr id="2023" name="Google Shape;2023;p74"/>
            <p:cNvSpPr/>
            <p:nvPr/>
          </p:nvSpPr>
          <p:spPr>
            <a:xfrm>
              <a:off x="5614619" y="3232736"/>
              <a:ext cx="233570" cy="259568"/>
            </a:xfrm>
            <a:custGeom>
              <a:avLst/>
              <a:gdLst/>
              <a:ahLst/>
              <a:cxnLst/>
              <a:rect l="l" t="t" r="r" b="b"/>
              <a:pathLst>
                <a:path w="7349" h="8167" extrusionOk="0">
                  <a:moveTo>
                    <a:pt x="2648" y="0"/>
                  </a:moveTo>
                  <a:cubicBezTo>
                    <a:pt x="2113" y="0"/>
                    <a:pt x="1614" y="173"/>
                    <a:pt x="1262" y="512"/>
                  </a:cubicBezTo>
                  <a:cubicBezTo>
                    <a:pt x="453" y="1275"/>
                    <a:pt x="0" y="2275"/>
                    <a:pt x="96" y="3394"/>
                  </a:cubicBezTo>
                  <a:cubicBezTo>
                    <a:pt x="286" y="5466"/>
                    <a:pt x="1644" y="7442"/>
                    <a:pt x="3882" y="8038"/>
                  </a:cubicBezTo>
                  <a:cubicBezTo>
                    <a:pt x="4194" y="8124"/>
                    <a:pt x="4508" y="8167"/>
                    <a:pt x="4812" y="8167"/>
                  </a:cubicBezTo>
                  <a:cubicBezTo>
                    <a:pt x="6181" y="8167"/>
                    <a:pt x="7348" y="7306"/>
                    <a:pt x="7192" y="5728"/>
                  </a:cubicBezTo>
                  <a:cubicBezTo>
                    <a:pt x="7002" y="3513"/>
                    <a:pt x="6002" y="1751"/>
                    <a:pt x="4192" y="489"/>
                  </a:cubicBezTo>
                  <a:cubicBezTo>
                    <a:pt x="3712" y="161"/>
                    <a:pt x="3164" y="0"/>
                    <a:pt x="264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024" name="Google Shape;2024;p74"/>
            <p:cNvSpPr/>
            <p:nvPr/>
          </p:nvSpPr>
          <p:spPr>
            <a:xfrm>
              <a:off x="5985489" y="3413038"/>
              <a:ext cx="243740" cy="219522"/>
            </a:xfrm>
            <a:custGeom>
              <a:avLst/>
              <a:gdLst/>
              <a:ahLst/>
              <a:cxnLst/>
              <a:rect l="l" t="t" r="r" b="b"/>
              <a:pathLst>
                <a:path w="7669" h="6907" extrusionOk="0">
                  <a:moveTo>
                    <a:pt x="2579" y="0"/>
                  </a:moveTo>
                  <a:cubicBezTo>
                    <a:pt x="1203" y="0"/>
                    <a:pt x="0" y="1093"/>
                    <a:pt x="0" y="2436"/>
                  </a:cubicBezTo>
                  <a:cubicBezTo>
                    <a:pt x="0" y="3151"/>
                    <a:pt x="215" y="3960"/>
                    <a:pt x="643" y="4675"/>
                  </a:cubicBezTo>
                  <a:cubicBezTo>
                    <a:pt x="1361" y="5791"/>
                    <a:pt x="2761" y="6906"/>
                    <a:pt x="4274" y="6906"/>
                  </a:cubicBezTo>
                  <a:cubicBezTo>
                    <a:pt x="4569" y="6906"/>
                    <a:pt x="4869" y="6864"/>
                    <a:pt x="5168" y="6770"/>
                  </a:cubicBezTo>
                  <a:cubicBezTo>
                    <a:pt x="6859" y="6247"/>
                    <a:pt x="7669" y="4794"/>
                    <a:pt x="6930" y="3198"/>
                  </a:cubicBezTo>
                  <a:cubicBezTo>
                    <a:pt x="6168" y="1627"/>
                    <a:pt x="4954" y="483"/>
                    <a:pt x="3215" y="79"/>
                  </a:cubicBezTo>
                  <a:cubicBezTo>
                    <a:pt x="3002" y="25"/>
                    <a:pt x="2789" y="0"/>
                    <a:pt x="2579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025" name="Google Shape;2025;p74"/>
            <p:cNvSpPr/>
            <p:nvPr/>
          </p:nvSpPr>
          <p:spPr>
            <a:xfrm>
              <a:off x="5884071" y="2740966"/>
              <a:ext cx="218759" cy="222064"/>
            </a:xfrm>
            <a:custGeom>
              <a:avLst/>
              <a:gdLst/>
              <a:ahLst/>
              <a:cxnLst/>
              <a:rect l="l" t="t" r="r" b="b"/>
              <a:pathLst>
                <a:path w="6883" h="6987" extrusionOk="0">
                  <a:moveTo>
                    <a:pt x="3502" y="0"/>
                  </a:moveTo>
                  <a:cubicBezTo>
                    <a:pt x="2862" y="0"/>
                    <a:pt x="2233" y="161"/>
                    <a:pt x="1643" y="482"/>
                  </a:cubicBezTo>
                  <a:cubicBezTo>
                    <a:pt x="643" y="1030"/>
                    <a:pt x="0" y="2364"/>
                    <a:pt x="381" y="3340"/>
                  </a:cubicBezTo>
                  <a:cubicBezTo>
                    <a:pt x="1000" y="4983"/>
                    <a:pt x="2120" y="6174"/>
                    <a:pt x="3811" y="6793"/>
                  </a:cubicBezTo>
                  <a:cubicBezTo>
                    <a:pt x="4163" y="6925"/>
                    <a:pt x="4487" y="6986"/>
                    <a:pt x="4780" y="6986"/>
                  </a:cubicBezTo>
                  <a:cubicBezTo>
                    <a:pt x="5817" y="6986"/>
                    <a:pt x="6485" y="6218"/>
                    <a:pt x="6764" y="5031"/>
                  </a:cubicBezTo>
                  <a:cubicBezTo>
                    <a:pt x="6811" y="4769"/>
                    <a:pt x="6764" y="4507"/>
                    <a:pt x="6764" y="4269"/>
                  </a:cubicBezTo>
                  <a:cubicBezTo>
                    <a:pt x="6883" y="3435"/>
                    <a:pt x="6645" y="2673"/>
                    <a:pt x="6311" y="1959"/>
                  </a:cubicBezTo>
                  <a:cubicBezTo>
                    <a:pt x="5882" y="1006"/>
                    <a:pt x="5239" y="220"/>
                    <a:pt x="4144" y="54"/>
                  </a:cubicBezTo>
                  <a:cubicBezTo>
                    <a:pt x="3930" y="18"/>
                    <a:pt x="3715" y="0"/>
                    <a:pt x="350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026" name="Google Shape;2026;p74"/>
            <p:cNvSpPr/>
            <p:nvPr/>
          </p:nvSpPr>
          <p:spPr>
            <a:xfrm>
              <a:off x="6513046" y="3075190"/>
              <a:ext cx="249779" cy="202200"/>
            </a:xfrm>
            <a:custGeom>
              <a:avLst/>
              <a:gdLst/>
              <a:ahLst/>
              <a:cxnLst/>
              <a:rect l="l" t="t" r="r" b="b"/>
              <a:pathLst>
                <a:path w="7859" h="6362" extrusionOk="0">
                  <a:moveTo>
                    <a:pt x="2811" y="0"/>
                  </a:moveTo>
                  <a:cubicBezTo>
                    <a:pt x="2016" y="0"/>
                    <a:pt x="1274" y="376"/>
                    <a:pt x="715" y="1064"/>
                  </a:cubicBezTo>
                  <a:cubicBezTo>
                    <a:pt x="0" y="1945"/>
                    <a:pt x="0" y="3064"/>
                    <a:pt x="810" y="4160"/>
                  </a:cubicBezTo>
                  <a:cubicBezTo>
                    <a:pt x="1874" y="5571"/>
                    <a:pt x="3275" y="6353"/>
                    <a:pt x="5057" y="6353"/>
                  </a:cubicBezTo>
                  <a:cubicBezTo>
                    <a:pt x="5109" y="6353"/>
                    <a:pt x="5162" y="6352"/>
                    <a:pt x="5215" y="6351"/>
                  </a:cubicBezTo>
                  <a:cubicBezTo>
                    <a:pt x="5358" y="6351"/>
                    <a:pt x="5512" y="6361"/>
                    <a:pt x="5662" y="6361"/>
                  </a:cubicBezTo>
                  <a:cubicBezTo>
                    <a:pt x="5737" y="6361"/>
                    <a:pt x="5811" y="6359"/>
                    <a:pt x="5882" y="6351"/>
                  </a:cubicBezTo>
                  <a:cubicBezTo>
                    <a:pt x="7240" y="6255"/>
                    <a:pt x="7859" y="5303"/>
                    <a:pt x="7454" y="4041"/>
                  </a:cubicBezTo>
                  <a:cubicBezTo>
                    <a:pt x="6883" y="2278"/>
                    <a:pt x="5668" y="1040"/>
                    <a:pt x="4001" y="278"/>
                  </a:cubicBezTo>
                  <a:cubicBezTo>
                    <a:pt x="3602" y="90"/>
                    <a:pt x="3200" y="0"/>
                    <a:pt x="281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027" name="Google Shape;2027;p74"/>
            <p:cNvSpPr/>
            <p:nvPr/>
          </p:nvSpPr>
          <p:spPr>
            <a:xfrm>
              <a:off x="6376795" y="3405887"/>
              <a:ext cx="229470" cy="191839"/>
            </a:xfrm>
            <a:custGeom>
              <a:avLst/>
              <a:gdLst/>
              <a:ahLst/>
              <a:cxnLst/>
              <a:rect l="l" t="t" r="r" b="b"/>
              <a:pathLst>
                <a:path w="7220" h="6036" extrusionOk="0">
                  <a:moveTo>
                    <a:pt x="2204" y="1"/>
                  </a:moveTo>
                  <a:cubicBezTo>
                    <a:pt x="1854" y="1"/>
                    <a:pt x="1482" y="140"/>
                    <a:pt x="1144" y="280"/>
                  </a:cubicBezTo>
                  <a:cubicBezTo>
                    <a:pt x="477" y="566"/>
                    <a:pt x="1" y="1399"/>
                    <a:pt x="96" y="2114"/>
                  </a:cubicBezTo>
                  <a:cubicBezTo>
                    <a:pt x="429" y="4424"/>
                    <a:pt x="1858" y="5829"/>
                    <a:pt x="4049" y="6019"/>
                  </a:cubicBezTo>
                  <a:cubicBezTo>
                    <a:pt x="4166" y="6030"/>
                    <a:pt x="4282" y="6036"/>
                    <a:pt x="4395" y="6036"/>
                  </a:cubicBezTo>
                  <a:cubicBezTo>
                    <a:pt x="5995" y="6036"/>
                    <a:pt x="7220" y="4946"/>
                    <a:pt x="6597" y="2923"/>
                  </a:cubicBezTo>
                  <a:cubicBezTo>
                    <a:pt x="6168" y="1518"/>
                    <a:pt x="4478" y="42"/>
                    <a:pt x="2406" y="18"/>
                  </a:cubicBezTo>
                  <a:cubicBezTo>
                    <a:pt x="2340" y="6"/>
                    <a:pt x="2272" y="1"/>
                    <a:pt x="2204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028" name="Google Shape;2028;p74"/>
            <p:cNvSpPr/>
            <p:nvPr/>
          </p:nvSpPr>
          <p:spPr>
            <a:xfrm>
              <a:off x="6099715" y="3104208"/>
              <a:ext cx="178713" cy="173119"/>
            </a:xfrm>
            <a:custGeom>
              <a:avLst/>
              <a:gdLst/>
              <a:ahLst/>
              <a:cxnLst/>
              <a:rect l="l" t="t" r="r" b="b"/>
              <a:pathLst>
                <a:path w="5623" h="5447" extrusionOk="0">
                  <a:moveTo>
                    <a:pt x="2987" y="1"/>
                  </a:moveTo>
                  <a:cubicBezTo>
                    <a:pt x="2618" y="1"/>
                    <a:pt x="2239" y="92"/>
                    <a:pt x="1860" y="246"/>
                  </a:cubicBezTo>
                  <a:cubicBezTo>
                    <a:pt x="955" y="651"/>
                    <a:pt x="336" y="1246"/>
                    <a:pt x="193" y="2318"/>
                  </a:cubicBezTo>
                  <a:cubicBezTo>
                    <a:pt x="0" y="3988"/>
                    <a:pt x="1926" y="5447"/>
                    <a:pt x="3441" y="5447"/>
                  </a:cubicBezTo>
                  <a:cubicBezTo>
                    <a:pt x="3611" y="5447"/>
                    <a:pt x="3776" y="5428"/>
                    <a:pt x="3932" y="5390"/>
                  </a:cubicBezTo>
                  <a:cubicBezTo>
                    <a:pt x="5051" y="5080"/>
                    <a:pt x="5623" y="4390"/>
                    <a:pt x="5623" y="3342"/>
                  </a:cubicBezTo>
                  <a:cubicBezTo>
                    <a:pt x="5623" y="2127"/>
                    <a:pt x="5170" y="1246"/>
                    <a:pt x="4384" y="556"/>
                  </a:cubicBezTo>
                  <a:cubicBezTo>
                    <a:pt x="3950" y="162"/>
                    <a:pt x="3477" y="1"/>
                    <a:pt x="298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029" name="Google Shape;2029;p74"/>
            <p:cNvSpPr/>
            <p:nvPr/>
          </p:nvSpPr>
          <p:spPr>
            <a:xfrm>
              <a:off x="5900121" y="3798306"/>
              <a:ext cx="164125" cy="145564"/>
            </a:xfrm>
            <a:custGeom>
              <a:avLst/>
              <a:gdLst/>
              <a:ahLst/>
              <a:cxnLst/>
              <a:rect l="l" t="t" r="r" b="b"/>
              <a:pathLst>
                <a:path w="5164" h="4580" extrusionOk="0">
                  <a:moveTo>
                    <a:pt x="2026" y="0"/>
                  </a:moveTo>
                  <a:cubicBezTo>
                    <a:pt x="859" y="0"/>
                    <a:pt x="0" y="1133"/>
                    <a:pt x="424" y="2341"/>
                  </a:cubicBezTo>
                  <a:cubicBezTo>
                    <a:pt x="877" y="3626"/>
                    <a:pt x="1758" y="4460"/>
                    <a:pt x="3187" y="4579"/>
                  </a:cubicBezTo>
                  <a:cubicBezTo>
                    <a:pt x="4020" y="4484"/>
                    <a:pt x="4639" y="4079"/>
                    <a:pt x="5163" y="3460"/>
                  </a:cubicBezTo>
                  <a:cubicBezTo>
                    <a:pt x="5139" y="3222"/>
                    <a:pt x="5163" y="3007"/>
                    <a:pt x="5115" y="2793"/>
                  </a:cubicBezTo>
                  <a:cubicBezTo>
                    <a:pt x="4806" y="1340"/>
                    <a:pt x="3901" y="412"/>
                    <a:pt x="2472" y="54"/>
                  </a:cubicBezTo>
                  <a:cubicBezTo>
                    <a:pt x="2320" y="18"/>
                    <a:pt x="2171" y="0"/>
                    <a:pt x="2026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030" name="Google Shape;2030;p74"/>
            <p:cNvSpPr/>
            <p:nvPr/>
          </p:nvSpPr>
          <p:spPr>
            <a:xfrm>
              <a:off x="6873301" y="3460045"/>
              <a:ext cx="236939" cy="186690"/>
            </a:xfrm>
            <a:custGeom>
              <a:avLst/>
              <a:gdLst/>
              <a:ahLst/>
              <a:cxnLst/>
              <a:rect l="l" t="t" r="r" b="b"/>
              <a:pathLst>
                <a:path w="7455" h="5874" extrusionOk="0">
                  <a:moveTo>
                    <a:pt x="3176" y="1"/>
                  </a:moveTo>
                  <a:cubicBezTo>
                    <a:pt x="2331" y="1"/>
                    <a:pt x="1547" y="476"/>
                    <a:pt x="882" y="1434"/>
                  </a:cubicBezTo>
                  <a:cubicBezTo>
                    <a:pt x="1" y="2648"/>
                    <a:pt x="239" y="3982"/>
                    <a:pt x="1501" y="4815"/>
                  </a:cubicBezTo>
                  <a:cubicBezTo>
                    <a:pt x="2644" y="5577"/>
                    <a:pt x="3954" y="5815"/>
                    <a:pt x="5311" y="5863"/>
                  </a:cubicBezTo>
                  <a:cubicBezTo>
                    <a:pt x="5438" y="5863"/>
                    <a:pt x="5565" y="5874"/>
                    <a:pt x="5685" y="5874"/>
                  </a:cubicBezTo>
                  <a:cubicBezTo>
                    <a:pt x="5745" y="5874"/>
                    <a:pt x="5804" y="5871"/>
                    <a:pt x="5859" y="5863"/>
                  </a:cubicBezTo>
                  <a:cubicBezTo>
                    <a:pt x="7026" y="5768"/>
                    <a:pt x="7455" y="5268"/>
                    <a:pt x="7336" y="4101"/>
                  </a:cubicBezTo>
                  <a:cubicBezTo>
                    <a:pt x="7288" y="3863"/>
                    <a:pt x="7217" y="3601"/>
                    <a:pt x="7121" y="3363"/>
                  </a:cubicBezTo>
                  <a:cubicBezTo>
                    <a:pt x="6764" y="2338"/>
                    <a:pt x="6074" y="1576"/>
                    <a:pt x="5264" y="886"/>
                  </a:cubicBezTo>
                  <a:cubicBezTo>
                    <a:pt x="4549" y="297"/>
                    <a:pt x="3844" y="1"/>
                    <a:pt x="317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031" name="Google Shape;2031;p74"/>
            <p:cNvSpPr/>
            <p:nvPr/>
          </p:nvSpPr>
          <p:spPr>
            <a:xfrm>
              <a:off x="6360141" y="3860981"/>
              <a:ext cx="180938" cy="171816"/>
            </a:xfrm>
            <a:custGeom>
              <a:avLst/>
              <a:gdLst/>
              <a:ahLst/>
              <a:cxnLst/>
              <a:rect l="l" t="t" r="r" b="b"/>
              <a:pathLst>
                <a:path w="5693" h="5406" extrusionOk="0">
                  <a:moveTo>
                    <a:pt x="2939" y="1"/>
                  </a:moveTo>
                  <a:cubicBezTo>
                    <a:pt x="2400" y="1"/>
                    <a:pt x="1842" y="186"/>
                    <a:pt x="1310" y="559"/>
                  </a:cubicBezTo>
                  <a:cubicBezTo>
                    <a:pt x="310" y="1250"/>
                    <a:pt x="1" y="2393"/>
                    <a:pt x="477" y="3512"/>
                  </a:cubicBezTo>
                  <a:cubicBezTo>
                    <a:pt x="943" y="4665"/>
                    <a:pt x="2131" y="5406"/>
                    <a:pt x="3447" y="5406"/>
                  </a:cubicBezTo>
                  <a:cubicBezTo>
                    <a:pt x="3544" y="5406"/>
                    <a:pt x="3641" y="5402"/>
                    <a:pt x="3739" y="5393"/>
                  </a:cubicBezTo>
                  <a:cubicBezTo>
                    <a:pt x="5049" y="5298"/>
                    <a:pt x="5692" y="4607"/>
                    <a:pt x="5692" y="3298"/>
                  </a:cubicBezTo>
                  <a:cubicBezTo>
                    <a:pt x="5692" y="2321"/>
                    <a:pt x="5287" y="1321"/>
                    <a:pt x="4597" y="678"/>
                  </a:cubicBezTo>
                  <a:cubicBezTo>
                    <a:pt x="4109" y="228"/>
                    <a:pt x="3535" y="1"/>
                    <a:pt x="2939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032" name="Google Shape;2032;p74"/>
            <p:cNvSpPr/>
            <p:nvPr/>
          </p:nvSpPr>
          <p:spPr>
            <a:xfrm>
              <a:off x="6799121" y="3820808"/>
              <a:ext cx="156720" cy="160819"/>
            </a:xfrm>
            <a:custGeom>
              <a:avLst/>
              <a:gdLst/>
              <a:ahLst/>
              <a:cxnLst/>
              <a:rect l="l" t="t" r="r" b="b"/>
              <a:pathLst>
                <a:path w="4931" h="5060" extrusionOk="0">
                  <a:moveTo>
                    <a:pt x="2551" y="0"/>
                  </a:moveTo>
                  <a:cubicBezTo>
                    <a:pt x="2088" y="0"/>
                    <a:pt x="1601" y="147"/>
                    <a:pt x="1144" y="442"/>
                  </a:cubicBezTo>
                  <a:cubicBezTo>
                    <a:pt x="215" y="1013"/>
                    <a:pt x="1" y="1894"/>
                    <a:pt x="525" y="2966"/>
                  </a:cubicBezTo>
                  <a:cubicBezTo>
                    <a:pt x="954" y="3895"/>
                    <a:pt x="1692" y="4490"/>
                    <a:pt x="2621" y="4895"/>
                  </a:cubicBezTo>
                  <a:cubicBezTo>
                    <a:pt x="2887" y="5005"/>
                    <a:pt x="3137" y="5059"/>
                    <a:pt x="3368" y="5059"/>
                  </a:cubicBezTo>
                  <a:cubicBezTo>
                    <a:pt x="3986" y="5059"/>
                    <a:pt x="4469" y="4677"/>
                    <a:pt x="4764" y="3966"/>
                  </a:cubicBezTo>
                  <a:cubicBezTo>
                    <a:pt x="4883" y="3633"/>
                    <a:pt x="4907" y="3300"/>
                    <a:pt x="4907" y="2966"/>
                  </a:cubicBezTo>
                  <a:cubicBezTo>
                    <a:pt x="4931" y="2156"/>
                    <a:pt x="4597" y="1442"/>
                    <a:pt x="4145" y="799"/>
                  </a:cubicBezTo>
                  <a:cubicBezTo>
                    <a:pt x="3749" y="266"/>
                    <a:pt x="3172" y="0"/>
                    <a:pt x="255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grpSp>
        <p:nvGrpSpPr>
          <p:cNvPr id="2083" name="Google Shape;2083;p74"/>
          <p:cNvGrpSpPr/>
          <p:nvPr/>
        </p:nvGrpSpPr>
        <p:grpSpPr>
          <a:xfrm>
            <a:off x="7139200" y="1286596"/>
            <a:ext cx="478200" cy="478200"/>
            <a:chOff x="4644063" y="-1164916"/>
            <a:chExt cx="478200" cy="478200"/>
          </a:xfrm>
        </p:grpSpPr>
        <p:sp>
          <p:nvSpPr>
            <p:cNvPr id="2084" name="Google Shape;2084;p74"/>
            <p:cNvSpPr/>
            <p:nvPr/>
          </p:nvSpPr>
          <p:spPr>
            <a:xfrm>
              <a:off x="4644063" y="-1164916"/>
              <a:ext cx="478200" cy="4782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085" name="Google Shape;2085;p74"/>
            <p:cNvSpPr/>
            <p:nvPr/>
          </p:nvSpPr>
          <p:spPr>
            <a:xfrm>
              <a:off x="4903506" y="-1158675"/>
              <a:ext cx="205919" cy="321289"/>
            </a:xfrm>
            <a:custGeom>
              <a:avLst/>
              <a:gdLst/>
              <a:ahLst/>
              <a:cxnLst/>
              <a:rect l="l" t="t" r="r" b="b"/>
              <a:pathLst>
                <a:path w="6479" h="10109" extrusionOk="0">
                  <a:moveTo>
                    <a:pt x="942" y="0"/>
                  </a:moveTo>
                  <a:cubicBezTo>
                    <a:pt x="892" y="0"/>
                    <a:pt x="840" y="5"/>
                    <a:pt x="787" y="11"/>
                  </a:cubicBezTo>
                  <a:cubicBezTo>
                    <a:pt x="144" y="1654"/>
                    <a:pt x="1" y="3321"/>
                    <a:pt x="548" y="5036"/>
                  </a:cubicBezTo>
                  <a:cubicBezTo>
                    <a:pt x="1477" y="7822"/>
                    <a:pt x="3406" y="9465"/>
                    <a:pt x="6264" y="10108"/>
                  </a:cubicBezTo>
                  <a:cubicBezTo>
                    <a:pt x="6454" y="9965"/>
                    <a:pt x="6478" y="9775"/>
                    <a:pt x="6431" y="9560"/>
                  </a:cubicBezTo>
                  <a:cubicBezTo>
                    <a:pt x="5216" y="9299"/>
                    <a:pt x="4097" y="8822"/>
                    <a:pt x="3144" y="8013"/>
                  </a:cubicBezTo>
                  <a:cubicBezTo>
                    <a:pt x="1239" y="6369"/>
                    <a:pt x="48" y="3488"/>
                    <a:pt x="1334" y="201"/>
                  </a:cubicBezTo>
                  <a:cubicBezTo>
                    <a:pt x="1227" y="41"/>
                    <a:pt x="1093" y="0"/>
                    <a:pt x="94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086" name="Google Shape;2086;p74"/>
            <p:cNvSpPr/>
            <p:nvPr/>
          </p:nvSpPr>
          <p:spPr>
            <a:xfrm>
              <a:off x="4656779" y="-1013016"/>
              <a:ext cx="231631" cy="318143"/>
            </a:xfrm>
            <a:custGeom>
              <a:avLst/>
              <a:gdLst/>
              <a:ahLst/>
              <a:cxnLst/>
              <a:rect l="l" t="t" r="r" b="b"/>
              <a:pathLst>
                <a:path w="7288" h="10010" extrusionOk="0">
                  <a:moveTo>
                    <a:pt x="215" y="0"/>
                  </a:moveTo>
                  <a:cubicBezTo>
                    <a:pt x="48" y="143"/>
                    <a:pt x="0" y="334"/>
                    <a:pt x="24" y="524"/>
                  </a:cubicBezTo>
                  <a:cubicBezTo>
                    <a:pt x="453" y="667"/>
                    <a:pt x="881" y="762"/>
                    <a:pt x="1310" y="929"/>
                  </a:cubicBezTo>
                  <a:cubicBezTo>
                    <a:pt x="4430" y="2167"/>
                    <a:pt x="6525" y="5978"/>
                    <a:pt x="4930" y="9812"/>
                  </a:cubicBezTo>
                  <a:cubicBezTo>
                    <a:pt x="5025" y="9964"/>
                    <a:pt x="5166" y="10010"/>
                    <a:pt x="5341" y="10010"/>
                  </a:cubicBezTo>
                  <a:cubicBezTo>
                    <a:pt x="5384" y="10010"/>
                    <a:pt x="5430" y="10007"/>
                    <a:pt x="5478" y="10002"/>
                  </a:cubicBezTo>
                  <a:cubicBezTo>
                    <a:pt x="7287" y="5454"/>
                    <a:pt x="4477" y="858"/>
                    <a:pt x="21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sp>
        <p:nvSpPr>
          <p:cNvPr id="93" name="Google Shape;2113;p75"/>
          <p:cNvSpPr txBox="1"/>
          <p:nvPr/>
        </p:nvSpPr>
        <p:spPr>
          <a:xfrm>
            <a:off x="54859" y="1107370"/>
            <a:ext cx="6033347" cy="74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Paytone One"/>
              <a:buNone/>
              <a:defRPr sz="5300" b="0" i="0" u="none" strike="noStrike" cap="none">
                <a:solidFill>
                  <a:schemeClr val="dk2"/>
                </a:solidFill>
                <a:latin typeface="Paytone One"/>
                <a:ea typeface="Paytone One"/>
                <a:cs typeface="Paytone One"/>
                <a:sym typeface="Paytone One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Bebas Neue" panose="020B0606020202050201"/>
              <a:buNone/>
              <a:defRPr sz="3600" b="0" i="0" u="none" strike="noStrike" cap="none">
                <a:solidFill>
                  <a:schemeClr val="dk1"/>
                </a:solidFill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Bebas Neue" panose="020B0606020202050201"/>
              <a:buNone/>
              <a:defRPr sz="3600" b="0" i="0" u="none" strike="noStrike" cap="none">
                <a:solidFill>
                  <a:schemeClr val="dk1"/>
                </a:solidFill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Bebas Neue" panose="020B0606020202050201"/>
              <a:buNone/>
              <a:defRPr sz="3600" b="0" i="0" u="none" strike="noStrike" cap="none">
                <a:solidFill>
                  <a:schemeClr val="dk1"/>
                </a:solidFill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Bebas Neue" panose="020B0606020202050201"/>
              <a:buNone/>
              <a:defRPr sz="3600" b="0" i="0" u="none" strike="noStrike" cap="none">
                <a:solidFill>
                  <a:schemeClr val="dk1"/>
                </a:solidFill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Bebas Neue" panose="020B0606020202050201"/>
              <a:buNone/>
              <a:defRPr sz="3600" b="0" i="0" u="none" strike="noStrike" cap="none">
                <a:solidFill>
                  <a:schemeClr val="dk1"/>
                </a:solidFill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Bebas Neue" panose="020B0606020202050201"/>
              <a:buNone/>
              <a:defRPr sz="3600" b="0" i="0" u="none" strike="noStrike" cap="none">
                <a:solidFill>
                  <a:schemeClr val="dk1"/>
                </a:solidFill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Bebas Neue" panose="020B0606020202050201"/>
              <a:buNone/>
              <a:defRPr sz="3600" b="0" i="0" u="none" strike="noStrike" cap="none">
                <a:solidFill>
                  <a:schemeClr val="dk1"/>
                </a:solidFill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Bebas Neue" panose="020B0606020202050201"/>
              <a:buNone/>
              <a:defRPr sz="3600" b="0" i="0" u="none" strike="noStrike" cap="none">
                <a:solidFill>
                  <a:schemeClr val="dk1"/>
                </a:solidFill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9pPr>
          </a:lstStyle>
          <a:p>
            <a:pPr algn="l"/>
            <a:r>
              <a:rPr lang="en-US" sz="3200" dirty="0" smtClean="0"/>
              <a:t>It depends on your measuring  instrument.</a:t>
            </a:r>
            <a:endParaRPr lang="en-US" sz="3200" dirty="0"/>
          </a:p>
        </p:txBody>
      </p:sp>
      <p:sp>
        <p:nvSpPr>
          <p:cNvPr id="2" name="TextBox 1"/>
          <p:cNvSpPr txBox="1"/>
          <p:nvPr/>
        </p:nvSpPr>
        <p:spPr>
          <a:xfrm>
            <a:off x="195503" y="1756639"/>
            <a:ext cx="8477001" cy="34778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 smtClean="0"/>
              <a:t>3. How </a:t>
            </a:r>
            <a:r>
              <a:rPr lang="en-US" sz="2400" dirty="0" smtClean="0"/>
              <a:t>well you use the instrument.</a:t>
            </a:r>
            <a:endParaRPr lang="en-US" sz="2400" dirty="0" smtClean="0"/>
          </a:p>
          <a:p>
            <a:r>
              <a:rPr lang="en-US" sz="2400" b="1" u="sng" dirty="0" smtClean="0">
                <a:solidFill>
                  <a:srgbClr val="FF0000"/>
                </a:solidFill>
              </a:rPr>
              <a:t>Example:</a:t>
            </a:r>
            <a:endParaRPr lang="en-US" sz="2400" b="1" u="sng" dirty="0" smtClean="0">
              <a:solidFill>
                <a:srgbClr val="FF0000"/>
              </a:solidFill>
            </a:endParaRPr>
          </a:p>
          <a:p>
            <a:pPr marL="457200" indent="-457200">
              <a:buFont typeface="+mj-lt"/>
              <a:buAutoNum type="alphaLcParenR"/>
            </a:pPr>
            <a:r>
              <a:rPr lang="en-US" sz="2000" dirty="0" smtClean="0"/>
              <a:t>Placing both ends of a ruler is important.</a:t>
            </a:r>
            <a:endParaRPr lang="en-US" sz="2000" dirty="0" smtClean="0"/>
          </a:p>
          <a:p>
            <a:pPr marL="457200" indent="-457200">
              <a:buFont typeface="+mj-lt"/>
              <a:buAutoNum type="alphaLcParenR"/>
            </a:pPr>
            <a:r>
              <a:rPr lang="en-US" sz="2000" dirty="0" smtClean="0"/>
              <a:t>Resetting the stopwatch before repeating the timing.</a:t>
            </a:r>
            <a:endParaRPr lang="en-US" sz="2000" dirty="0" smtClean="0"/>
          </a:p>
          <a:p>
            <a:pPr marL="457200" indent="-457200">
              <a:buFont typeface="+mj-lt"/>
              <a:buAutoNum type="alphaLcParenR"/>
            </a:pPr>
            <a:r>
              <a:rPr lang="en-US" sz="2000" dirty="0" smtClean="0"/>
              <a:t>Balance must be set on zero before any masses is put on it.</a:t>
            </a:r>
            <a:endParaRPr lang="en-US" sz="2000" dirty="0" smtClean="0"/>
          </a:p>
          <a:p>
            <a:pPr marL="457200" indent="-457200">
              <a:buFont typeface="+mj-lt"/>
              <a:buAutoNum type="alphaLcParenR"/>
            </a:pPr>
            <a:r>
              <a:rPr lang="en-US" sz="2000" dirty="0" smtClean="0"/>
              <a:t>Balance must be put on a stable place.</a:t>
            </a:r>
            <a:endParaRPr lang="en-US" sz="2000" dirty="0" smtClean="0"/>
          </a:p>
          <a:p>
            <a:pPr marL="457200" indent="-457200">
              <a:buFont typeface="+mj-lt"/>
              <a:buAutoNum type="alphaLcParenR"/>
            </a:pPr>
            <a:r>
              <a:rPr lang="en-US" sz="2000" dirty="0" smtClean="0"/>
              <a:t>Balance with a scale must be measured at the position of the pointer.</a:t>
            </a:r>
            <a:endParaRPr lang="en-US" sz="2000" dirty="0" smtClean="0"/>
          </a:p>
          <a:p>
            <a:pPr marL="457200" indent="-457200">
              <a:buFont typeface="+mj-lt"/>
              <a:buAutoNum type="alphaLcParenR"/>
            </a:pPr>
            <a:r>
              <a:rPr lang="en-US" sz="2000" dirty="0" smtClean="0"/>
              <a:t>Graduated cylinder must be seen with the eyes in the same level </a:t>
            </a:r>
            <a:endParaRPr lang="en-US" sz="2000" dirty="0" smtClean="0"/>
          </a:p>
          <a:p>
            <a:r>
              <a:rPr lang="en-US" sz="2000" dirty="0"/>
              <a:t> </a:t>
            </a:r>
            <a:r>
              <a:rPr lang="en-US" sz="2000" dirty="0" smtClean="0"/>
              <a:t>      with the level of the liquid.</a:t>
            </a:r>
            <a:endParaRPr lang="en-US" sz="2000" dirty="0"/>
          </a:p>
          <a:p>
            <a:pPr marL="342900" indent="-342900">
              <a:buFont typeface="+mj-lt"/>
              <a:buAutoNum type="alphaLcParenR"/>
            </a:pPr>
            <a:endParaRPr lang="en-US" sz="1800" dirty="0" smtClean="0"/>
          </a:p>
          <a:p>
            <a:endParaRPr lang="en-US" dirty="0"/>
          </a:p>
        </p:txBody>
      </p:sp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95925" y="915078"/>
            <a:ext cx="3648075" cy="187318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7" name="Google Shape;2017;p74"/>
          <p:cNvSpPr/>
          <p:nvPr/>
        </p:nvSpPr>
        <p:spPr>
          <a:xfrm>
            <a:off x="5339243" y="2095516"/>
            <a:ext cx="1074821" cy="1316272"/>
          </a:xfrm>
          <a:custGeom>
            <a:avLst/>
            <a:gdLst/>
            <a:ahLst/>
            <a:cxnLst/>
            <a:rect l="l" t="t" r="r" b="b"/>
            <a:pathLst>
              <a:path w="33818" h="41415" extrusionOk="0">
                <a:moveTo>
                  <a:pt x="25840" y="1"/>
                </a:moveTo>
                <a:lnTo>
                  <a:pt x="25840" y="1"/>
                </a:lnTo>
                <a:cubicBezTo>
                  <a:pt x="23244" y="4454"/>
                  <a:pt x="20958" y="8812"/>
                  <a:pt x="18362" y="13218"/>
                </a:cubicBezTo>
                <a:cubicBezTo>
                  <a:pt x="17171" y="10170"/>
                  <a:pt x="16099" y="7336"/>
                  <a:pt x="14980" y="4454"/>
                </a:cubicBezTo>
                <a:cubicBezTo>
                  <a:pt x="14623" y="4740"/>
                  <a:pt x="14671" y="5026"/>
                  <a:pt x="14623" y="5264"/>
                </a:cubicBezTo>
                <a:cubicBezTo>
                  <a:pt x="14051" y="8169"/>
                  <a:pt x="13504" y="11075"/>
                  <a:pt x="12932" y="13980"/>
                </a:cubicBezTo>
                <a:cubicBezTo>
                  <a:pt x="12815" y="14537"/>
                  <a:pt x="12770" y="14761"/>
                  <a:pt x="12541" y="14761"/>
                </a:cubicBezTo>
                <a:cubicBezTo>
                  <a:pt x="12398" y="14761"/>
                  <a:pt x="12184" y="14674"/>
                  <a:pt x="11837" y="14528"/>
                </a:cubicBezTo>
                <a:cubicBezTo>
                  <a:pt x="9503" y="13575"/>
                  <a:pt x="7145" y="12622"/>
                  <a:pt x="4788" y="11646"/>
                </a:cubicBezTo>
                <a:cubicBezTo>
                  <a:pt x="4508" y="11546"/>
                  <a:pt x="4244" y="11362"/>
                  <a:pt x="3928" y="11362"/>
                </a:cubicBezTo>
                <a:cubicBezTo>
                  <a:pt x="3867" y="11362"/>
                  <a:pt x="3805" y="11369"/>
                  <a:pt x="3740" y="11384"/>
                </a:cubicBezTo>
                <a:cubicBezTo>
                  <a:pt x="3763" y="11646"/>
                  <a:pt x="3930" y="11789"/>
                  <a:pt x="4073" y="11979"/>
                </a:cubicBezTo>
                <a:cubicBezTo>
                  <a:pt x="5740" y="14075"/>
                  <a:pt x="7407" y="16195"/>
                  <a:pt x="9074" y="18314"/>
                </a:cubicBezTo>
                <a:cubicBezTo>
                  <a:pt x="9717" y="19148"/>
                  <a:pt x="9717" y="19148"/>
                  <a:pt x="8931" y="19791"/>
                </a:cubicBezTo>
                <a:cubicBezTo>
                  <a:pt x="6240" y="22005"/>
                  <a:pt x="3525" y="24196"/>
                  <a:pt x="858" y="26411"/>
                </a:cubicBezTo>
                <a:cubicBezTo>
                  <a:pt x="549" y="26673"/>
                  <a:pt x="144" y="26840"/>
                  <a:pt x="1" y="27292"/>
                </a:cubicBezTo>
                <a:cubicBezTo>
                  <a:pt x="73" y="27314"/>
                  <a:pt x="143" y="27322"/>
                  <a:pt x="212" y="27322"/>
                </a:cubicBezTo>
                <a:cubicBezTo>
                  <a:pt x="369" y="27322"/>
                  <a:pt x="518" y="27278"/>
                  <a:pt x="668" y="27244"/>
                </a:cubicBezTo>
                <a:cubicBezTo>
                  <a:pt x="3930" y="26482"/>
                  <a:pt x="7169" y="25697"/>
                  <a:pt x="10408" y="24958"/>
                </a:cubicBezTo>
                <a:cubicBezTo>
                  <a:pt x="10651" y="24904"/>
                  <a:pt x="10830" y="24871"/>
                  <a:pt x="10960" y="24871"/>
                </a:cubicBezTo>
                <a:cubicBezTo>
                  <a:pt x="11286" y="24871"/>
                  <a:pt x="11289" y="25082"/>
                  <a:pt x="11170" y="25697"/>
                </a:cubicBezTo>
                <a:cubicBezTo>
                  <a:pt x="10479" y="29483"/>
                  <a:pt x="9789" y="33270"/>
                  <a:pt x="9098" y="37080"/>
                </a:cubicBezTo>
                <a:cubicBezTo>
                  <a:pt x="8836" y="38509"/>
                  <a:pt x="8598" y="39938"/>
                  <a:pt x="8336" y="41366"/>
                </a:cubicBezTo>
                <a:cubicBezTo>
                  <a:pt x="8431" y="41390"/>
                  <a:pt x="8503" y="41414"/>
                  <a:pt x="8574" y="41414"/>
                </a:cubicBezTo>
                <a:cubicBezTo>
                  <a:pt x="11289" y="37437"/>
                  <a:pt x="13980" y="33460"/>
                  <a:pt x="16790" y="29340"/>
                </a:cubicBezTo>
                <a:cubicBezTo>
                  <a:pt x="18671" y="33365"/>
                  <a:pt x="20457" y="37199"/>
                  <a:pt x="22267" y="41057"/>
                </a:cubicBezTo>
                <a:lnTo>
                  <a:pt x="22482" y="40985"/>
                </a:lnTo>
                <a:cubicBezTo>
                  <a:pt x="22482" y="36627"/>
                  <a:pt x="22339" y="32246"/>
                  <a:pt x="22053" y="27792"/>
                </a:cubicBezTo>
                <a:lnTo>
                  <a:pt x="22053" y="27792"/>
                </a:lnTo>
                <a:cubicBezTo>
                  <a:pt x="26078" y="28911"/>
                  <a:pt x="29936" y="30007"/>
                  <a:pt x="33817" y="31079"/>
                </a:cubicBezTo>
                <a:cubicBezTo>
                  <a:pt x="33698" y="30674"/>
                  <a:pt x="33484" y="30412"/>
                  <a:pt x="33270" y="30174"/>
                </a:cubicBezTo>
                <a:cubicBezTo>
                  <a:pt x="30698" y="27411"/>
                  <a:pt x="28102" y="24649"/>
                  <a:pt x="25530" y="21886"/>
                </a:cubicBezTo>
                <a:cubicBezTo>
                  <a:pt x="24839" y="21148"/>
                  <a:pt x="24720" y="21196"/>
                  <a:pt x="25554" y="20410"/>
                </a:cubicBezTo>
                <a:cubicBezTo>
                  <a:pt x="28126" y="18076"/>
                  <a:pt x="30674" y="15695"/>
                  <a:pt x="33246" y="13337"/>
                </a:cubicBezTo>
                <a:cubicBezTo>
                  <a:pt x="33389" y="13194"/>
                  <a:pt x="33651" y="13123"/>
                  <a:pt x="33460" y="12765"/>
                </a:cubicBezTo>
                <a:lnTo>
                  <a:pt x="33460" y="12765"/>
                </a:lnTo>
                <a:cubicBezTo>
                  <a:pt x="31936" y="13099"/>
                  <a:pt x="30412" y="13432"/>
                  <a:pt x="28888" y="13766"/>
                </a:cubicBezTo>
                <a:cubicBezTo>
                  <a:pt x="27126" y="14147"/>
                  <a:pt x="25363" y="14551"/>
                  <a:pt x="23625" y="14932"/>
                </a:cubicBezTo>
                <a:cubicBezTo>
                  <a:pt x="23444" y="14971"/>
                  <a:pt x="23306" y="14994"/>
                  <a:pt x="23204" y="14994"/>
                </a:cubicBezTo>
                <a:cubicBezTo>
                  <a:pt x="22931" y="14994"/>
                  <a:pt x="22912" y="14829"/>
                  <a:pt x="22982" y="14361"/>
                </a:cubicBezTo>
                <a:cubicBezTo>
                  <a:pt x="23006" y="14266"/>
                  <a:pt x="23029" y="14194"/>
                  <a:pt x="23029" y="14123"/>
                </a:cubicBezTo>
                <a:cubicBezTo>
                  <a:pt x="23815" y="10432"/>
                  <a:pt x="24601" y="6740"/>
                  <a:pt x="25363" y="3049"/>
                </a:cubicBezTo>
                <a:cubicBezTo>
                  <a:pt x="25530" y="2120"/>
                  <a:pt x="25863" y="1215"/>
                  <a:pt x="25840" y="1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2018" name="Google Shape;2018;p74"/>
          <p:cNvSpPr/>
          <p:nvPr/>
        </p:nvSpPr>
        <p:spPr>
          <a:xfrm>
            <a:off x="7137558" y="173243"/>
            <a:ext cx="1248700" cy="1270172"/>
          </a:xfrm>
          <a:custGeom>
            <a:avLst/>
            <a:gdLst/>
            <a:ahLst/>
            <a:cxnLst/>
            <a:rect l="l" t="t" r="r" b="b"/>
            <a:pathLst>
              <a:path w="5623" h="5447" extrusionOk="0">
                <a:moveTo>
                  <a:pt x="2987" y="1"/>
                </a:moveTo>
                <a:cubicBezTo>
                  <a:pt x="2618" y="1"/>
                  <a:pt x="2239" y="92"/>
                  <a:pt x="1860" y="246"/>
                </a:cubicBezTo>
                <a:cubicBezTo>
                  <a:pt x="955" y="651"/>
                  <a:pt x="336" y="1246"/>
                  <a:pt x="193" y="2318"/>
                </a:cubicBezTo>
                <a:cubicBezTo>
                  <a:pt x="0" y="3988"/>
                  <a:pt x="1926" y="5447"/>
                  <a:pt x="3441" y="5447"/>
                </a:cubicBezTo>
                <a:cubicBezTo>
                  <a:pt x="3611" y="5447"/>
                  <a:pt x="3776" y="5428"/>
                  <a:pt x="3932" y="5390"/>
                </a:cubicBezTo>
                <a:cubicBezTo>
                  <a:pt x="5051" y="5080"/>
                  <a:pt x="5623" y="4390"/>
                  <a:pt x="5623" y="3342"/>
                </a:cubicBezTo>
                <a:cubicBezTo>
                  <a:pt x="5623" y="2127"/>
                  <a:pt x="5170" y="1246"/>
                  <a:pt x="4384" y="556"/>
                </a:cubicBezTo>
                <a:cubicBezTo>
                  <a:pt x="3950" y="162"/>
                  <a:pt x="3477" y="1"/>
                  <a:pt x="2987" y="1"/>
                </a:cubicBezTo>
                <a:close/>
              </a:path>
            </a:pathLst>
          </a:custGeom>
          <a:solidFill>
            <a:schemeClr val="accent5">
              <a:alpha val="3095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2019" name="Google Shape;2019;p74"/>
          <p:cNvSpPr txBox="1">
            <a:spLocks noGrp="1"/>
          </p:cNvSpPr>
          <p:nvPr>
            <p:ph type="title"/>
          </p:nvPr>
        </p:nvSpPr>
        <p:spPr>
          <a:xfrm>
            <a:off x="2074709" y="445092"/>
            <a:ext cx="5130112" cy="971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4400" dirty="0" smtClean="0"/>
              <a:t>Precision</a:t>
            </a:r>
            <a:endParaRPr sz="4400" dirty="0">
              <a:solidFill>
                <a:schemeClr val="accent1"/>
              </a:solidFill>
            </a:endParaRPr>
          </a:p>
        </p:txBody>
      </p:sp>
      <p:sp>
        <p:nvSpPr>
          <p:cNvPr id="2021" name="Google Shape;2021;p74"/>
          <p:cNvSpPr txBox="1">
            <a:spLocks noGrp="1"/>
          </p:cNvSpPr>
          <p:nvPr>
            <p:ph type="title" idx="2"/>
          </p:nvPr>
        </p:nvSpPr>
        <p:spPr>
          <a:xfrm>
            <a:off x="7195508" y="387430"/>
            <a:ext cx="11328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 smtClean="0"/>
              <a:t>02</a:t>
            </a:r>
            <a:endParaRPr dirty="0"/>
          </a:p>
        </p:txBody>
      </p:sp>
      <p:grpSp>
        <p:nvGrpSpPr>
          <p:cNvPr id="2022" name="Google Shape;2022;p74"/>
          <p:cNvGrpSpPr/>
          <p:nvPr/>
        </p:nvGrpSpPr>
        <p:grpSpPr>
          <a:xfrm>
            <a:off x="7746044" y="3175453"/>
            <a:ext cx="1495621" cy="1291831"/>
            <a:chOff x="5614619" y="2740966"/>
            <a:chExt cx="1495621" cy="1291831"/>
          </a:xfrm>
        </p:grpSpPr>
        <p:sp>
          <p:nvSpPr>
            <p:cNvPr id="2023" name="Google Shape;2023;p74"/>
            <p:cNvSpPr/>
            <p:nvPr/>
          </p:nvSpPr>
          <p:spPr>
            <a:xfrm>
              <a:off x="5614619" y="3232736"/>
              <a:ext cx="233570" cy="259568"/>
            </a:xfrm>
            <a:custGeom>
              <a:avLst/>
              <a:gdLst/>
              <a:ahLst/>
              <a:cxnLst/>
              <a:rect l="l" t="t" r="r" b="b"/>
              <a:pathLst>
                <a:path w="7349" h="8167" extrusionOk="0">
                  <a:moveTo>
                    <a:pt x="2648" y="0"/>
                  </a:moveTo>
                  <a:cubicBezTo>
                    <a:pt x="2113" y="0"/>
                    <a:pt x="1614" y="173"/>
                    <a:pt x="1262" y="512"/>
                  </a:cubicBezTo>
                  <a:cubicBezTo>
                    <a:pt x="453" y="1275"/>
                    <a:pt x="0" y="2275"/>
                    <a:pt x="96" y="3394"/>
                  </a:cubicBezTo>
                  <a:cubicBezTo>
                    <a:pt x="286" y="5466"/>
                    <a:pt x="1644" y="7442"/>
                    <a:pt x="3882" y="8038"/>
                  </a:cubicBezTo>
                  <a:cubicBezTo>
                    <a:pt x="4194" y="8124"/>
                    <a:pt x="4508" y="8167"/>
                    <a:pt x="4812" y="8167"/>
                  </a:cubicBezTo>
                  <a:cubicBezTo>
                    <a:pt x="6181" y="8167"/>
                    <a:pt x="7348" y="7306"/>
                    <a:pt x="7192" y="5728"/>
                  </a:cubicBezTo>
                  <a:cubicBezTo>
                    <a:pt x="7002" y="3513"/>
                    <a:pt x="6002" y="1751"/>
                    <a:pt x="4192" y="489"/>
                  </a:cubicBezTo>
                  <a:cubicBezTo>
                    <a:pt x="3712" y="161"/>
                    <a:pt x="3164" y="0"/>
                    <a:pt x="264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024" name="Google Shape;2024;p74"/>
            <p:cNvSpPr/>
            <p:nvPr/>
          </p:nvSpPr>
          <p:spPr>
            <a:xfrm>
              <a:off x="5985489" y="3413038"/>
              <a:ext cx="243740" cy="219522"/>
            </a:xfrm>
            <a:custGeom>
              <a:avLst/>
              <a:gdLst/>
              <a:ahLst/>
              <a:cxnLst/>
              <a:rect l="l" t="t" r="r" b="b"/>
              <a:pathLst>
                <a:path w="7669" h="6907" extrusionOk="0">
                  <a:moveTo>
                    <a:pt x="2579" y="0"/>
                  </a:moveTo>
                  <a:cubicBezTo>
                    <a:pt x="1203" y="0"/>
                    <a:pt x="0" y="1093"/>
                    <a:pt x="0" y="2436"/>
                  </a:cubicBezTo>
                  <a:cubicBezTo>
                    <a:pt x="0" y="3151"/>
                    <a:pt x="215" y="3960"/>
                    <a:pt x="643" y="4675"/>
                  </a:cubicBezTo>
                  <a:cubicBezTo>
                    <a:pt x="1361" y="5791"/>
                    <a:pt x="2761" y="6906"/>
                    <a:pt x="4274" y="6906"/>
                  </a:cubicBezTo>
                  <a:cubicBezTo>
                    <a:pt x="4569" y="6906"/>
                    <a:pt x="4869" y="6864"/>
                    <a:pt x="5168" y="6770"/>
                  </a:cubicBezTo>
                  <a:cubicBezTo>
                    <a:pt x="6859" y="6247"/>
                    <a:pt x="7669" y="4794"/>
                    <a:pt x="6930" y="3198"/>
                  </a:cubicBezTo>
                  <a:cubicBezTo>
                    <a:pt x="6168" y="1627"/>
                    <a:pt x="4954" y="483"/>
                    <a:pt x="3215" y="79"/>
                  </a:cubicBezTo>
                  <a:cubicBezTo>
                    <a:pt x="3002" y="25"/>
                    <a:pt x="2789" y="0"/>
                    <a:pt x="2579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025" name="Google Shape;2025;p74"/>
            <p:cNvSpPr/>
            <p:nvPr/>
          </p:nvSpPr>
          <p:spPr>
            <a:xfrm>
              <a:off x="5884071" y="2740966"/>
              <a:ext cx="218759" cy="222064"/>
            </a:xfrm>
            <a:custGeom>
              <a:avLst/>
              <a:gdLst/>
              <a:ahLst/>
              <a:cxnLst/>
              <a:rect l="l" t="t" r="r" b="b"/>
              <a:pathLst>
                <a:path w="6883" h="6987" extrusionOk="0">
                  <a:moveTo>
                    <a:pt x="3502" y="0"/>
                  </a:moveTo>
                  <a:cubicBezTo>
                    <a:pt x="2862" y="0"/>
                    <a:pt x="2233" y="161"/>
                    <a:pt x="1643" y="482"/>
                  </a:cubicBezTo>
                  <a:cubicBezTo>
                    <a:pt x="643" y="1030"/>
                    <a:pt x="0" y="2364"/>
                    <a:pt x="381" y="3340"/>
                  </a:cubicBezTo>
                  <a:cubicBezTo>
                    <a:pt x="1000" y="4983"/>
                    <a:pt x="2120" y="6174"/>
                    <a:pt x="3811" y="6793"/>
                  </a:cubicBezTo>
                  <a:cubicBezTo>
                    <a:pt x="4163" y="6925"/>
                    <a:pt x="4487" y="6986"/>
                    <a:pt x="4780" y="6986"/>
                  </a:cubicBezTo>
                  <a:cubicBezTo>
                    <a:pt x="5817" y="6986"/>
                    <a:pt x="6485" y="6218"/>
                    <a:pt x="6764" y="5031"/>
                  </a:cubicBezTo>
                  <a:cubicBezTo>
                    <a:pt x="6811" y="4769"/>
                    <a:pt x="6764" y="4507"/>
                    <a:pt x="6764" y="4269"/>
                  </a:cubicBezTo>
                  <a:cubicBezTo>
                    <a:pt x="6883" y="3435"/>
                    <a:pt x="6645" y="2673"/>
                    <a:pt x="6311" y="1959"/>
                  </a:cubicBezTo>
                  <a:cubicBezTo>
                    <a:pt x="5882" y="1006"/>
                    <a:pt x="5239" y="220"/>
                    <a:pt x="4144" y="54"/>
                  </a:cubicBezTo>
                  <a:cubicBezTo>
                    <a:pt x="3930" y="18"/>
                    <a:pt x="3715" y="0"/>
                    <a:pt x="350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026" name="Google Shape;2026;p74"/>
            <p:cNvSpPr/>
            <p:nvPr/>
          </p:nvSpPr>
          <p:spPr>
            <a:xfrm>
              <a:off x="6513046" y="3075190"/>
              <a:ext cx="249779" cy="202200"/>
            </a:xfrm>
            <a:custGeom>
              <a:avLst/>
              <a:gdLst/>
              <a:ahLst/>
              <a:cxnLst/>
              <a:rect l="l" t="t" r="r" b="b"/>
              <a:pathLst>
                <a:path w="7859" h="6362" extrusionOk="0">
                  <a:moveTo>
                    <a:pt x="2811" y="0"/>
                  </a:moveTo>
                  <a:cubicBezTo>
                    <a:pt x="2016" y="0"/>
                    <a:pt x="1274" y="376"/>
                    <a:pt x="715" y="1064"/>
                  </a:cubicBezTo>
                  <a:cubicBezTo>
                    <a:pt x="0" y="1945"/>
                    <a:pt x="0" y="3064"/>
                    <a:pt x="810" y="4160"/>
                  </a:cubicBezTo>
                  <a:cubicBezTo>
                    <a:pt x="1874" y="5571"/>
                    <a:pt x="3275" y="6353"/>
                    <a:pt x="5057" y="6353"/>
                  </a:cubicBezTo>
                  <a:cubicBezTo>
                    <a:pt x="5109" y="6353"/>
                    <a:pt x="5162" y="6352"/>
                    <a:pt x="5215" y="6351"/>
                  </a:cubicBezTo>
                  <a:cubicBezTo>
                    <a:pt x="5358" y="6351"/>
                    <a:pt x="5512" y="6361"/>
                    <a:pt x="5662" y="6361"/>
                  </a:cubicBezTo>
                  <a:cubicBezTo>
                    <a:pt x="5737" y="6361"/>
                    <a:pt x="5811" y="6359"/>
                    <a:pt x="5882" y="6351"/>
                  </a:cubicBezTo>
                  <a:cubicBezTo>
                    <a:pt x="7240" y="6255"/>
                    <a:pt x="7859" y="5303"/>
                    <a:pt x="7454" y="4041"/>
                  </a:cubicBezTo>
                  <a:cubicBezTo>
                    <a:pt x="6883" y="2278"/>
                    <a:pt x="5668" y="1040"/>
                    <a:pt x="4001" y="278"/>
                  </a:cubicBezTo>
                  <a:cubicBezTo>
                    <a:pt x="3602" y="90"/>
                    <a:pt x="3200" y="0"/>
                    <a:pt x="281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027" name="Google Shape;2027;p74"/>
            <p:cNvSpPr/>
            <p:nvPr/>
          </p:nvSpPr>
          <p:spPr>
            <a:xfrm>
              <a:off x="6376795" y="3405887"/>
              <a:ext cx="229470" cy="191839"/>
            </a:xfrm>
            <a:custGeom>
              <a:avLst/>
              <a:gdLst/>
              <a:ahLst/>
              <a:cxnLst/>
              <a:rect l="l" t="t" r="r" b="b"/>
              <a:pathLst>
                <a:path w="7220" h="6036" extrusionOk="0">
                  <a:moveTo>
                    <a:pt x="2204" y="1"/>
                  </a:moveTo>
                  <a:cubicBezTo>
                    <a:pt x="1854" y="1"/>
                    <a:pt x="1482" y="140"/>
                    <a:pt x="1144" y="280"/>
                  </a:cubicBezTo>
                  <a:cubicBezTo>
                    <a:pt x="477" y="566"/>
                    <a:pt x="1" y="1399"/>
                    <a:pt x="96" y="2114"/>
                  </a:cubicBezTo>
                  <a:cubicBezTo>
                    <a:pt x="429" y="4424"/>
                    <a:pt x="1858" y="5829"/>
                    <a:pt x="4049" y="6019"/>
                  </a:cubicBezTo>
                  <a:cubicBezTo>
                    <a:pt x="4166" y="6030"/>
                    <a:pt x="4282" y="6036"/>
                    <a:pt x="4395" y="6036"/>
                  </a:cubicBezTo>
                  <a:cubicBezTo>
                    <a:pt x="5995" y="6036"/>
                    <a:pt x="7220" y="4946"/>
                    <a:pt x="6597" y="2923"/>
                  </a:cubicBezTo>
                  <a:cubicBezTo>
                    <a:pt x="6168" y="1518"/>
                    <a:pt x="4478" y="42"/>
                    <a:pt x="2406" y="18"/>
                  </a:cubicBezTo>
                  <a:cubicBezTo>
                    <a:pt x="2340" y="6"/>
                    <a:pt x="2272" y="1"/>
                    <a:pt x="2204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028" name="Google Shape;2028;p74"/>
            <p:cNvSpPr/>
            <p:nvPr/>
          </p:nvSpPr>
          <p:spPr>
            <a:xfrm>
              <a:off x="6099715" y="3104208"/>
              <a:ext cx="178713" cy="173119"/>
            </a:xfrm>
            <a:custGeom>
              <a:avLst/>
              <a:gdLst/>
              <a:ahLst/>
              <a:cxnLst/>
              <a:rect l="l" t="t" r="r" b="b"/>
              <a:pathLst>
                <a:path w="5623" h="5447" extrusionOk="0">
                  <a:moveTo>
                    <a:pt x="2987" y="1"/>
                  </a:moveTo>
                  <a:cubicBezTo>
                    <a:pt x="2618" y="1"/>
                    <a:pt x="2239" y="92"/>
                    <a:pt x="1860" y="246"/>
                  </a:cubicBezTo>
                  <a:cubicBezTo>
                    <a:pt x="955" y="651"/>
                    <a:pt x="336" y="1246"/>
                    <a:pt x="193" y="2318"/>
                  </a:cubicBezTo>
                  <a:cubicBezTo>
                    <a:pt x="0" y="3988"/>
                    <a:pt x="1926" y="5447"/>
                    <a:pt x="3441" y="5447"/>
                  </a:cubicBezTo>
                  <a:cubicBezTo>
                    <a:pt x="3611" y="5447"/>
                    <a:pt x="3776" y="5428"/>
                    <a:pt x="3932" y="5390"/>
                  </a:cubicBezTo>
                  <a:cubicBezTo>
                    <a:pt x="5051" y="5080"/>
                    <a:pt x="5623" y="4390"/>
                    <a:pt x="5623" y="3342"/>
                  </a:cubicBezTo>
                  <a:cubicBezTo>
                    <a:pt x="5623" y="2127"/>
                    <a:pt x="5170" y="1246"/>
                    <a:pt x="4384" y="556"/>
                  </a:cubicBezTo>
                  <a:cubicBezTo>
                    <a:pt x="3950" y="162"/>
                    <a:pt x="3477" y="1"/>
                    <a:pt x="298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029" name="Google Shape;2029;p74"/>
            <p:cNvSpPr/>
            <p:nvPr/>
          </p:nvSpPr>
          <p:spPr>
            <a:xfrm>
              <a:off x="5900121" y="3798306"/>
              <a:ext cx="164125" cy="145564"/>
            </a:xfrm>
            <a:custGeom>
              <a:avLst/>
              <a:gdLst/>
              <a:ahLst/>
              <a:cxnLst/>
              <a:rect l="l" t="t" r="r" b="b"/>
              <a:pathLst>
                <a:path w="5164" h="4580" extrusionOk="0">
                  <a:moveTo>
                    <a:pt x="2026" y="0"/>
                  </a:moveTo>
                  <a:cubicBezTo>
                    <a:pt x="859" y="0"/>
                    <a:pt x="0" y="1133"/>
                    <a:pt x="424" y="2341"/>
                  </a:cubicBezTo>
                  <a:cubicBezTo>
                    <a:pt x="877" y="3626"/>
                    <a:pt x="1758" y="4460"/>
                    <a:pt x="3187" y="4579"/>
                  </a:cubicBezTo>
                  <a:cubicBezTo>
                    <a:pt x="4020" y="4484"/>
                    <a:pt x="4639" y="4079"/>
                    <a:pt x="5163" y="3460"/>
                  </a:cubicBezTo>
                  <a:cubicBezTo>
                    <a:pt x="5139" y="3222"/>
                    <a:pt x="5163" y="3007"/>
                    <a:pt x="5115" y="2793"/>
                  </a:cubicBezTo>
                  <a:cubicBezTo>
                    <a:pt x="4806" y="1340"/>
                    <a:pt x="3901" y="412"/>
                    <a:pt x="2472" y="54"/>
                  </a:cubicBezTo>
                  <a:cubicBezTo>
                    <a:pt x="2320" y="18"/>
                    <a:pt x="2171" y="0"/>
                    <a:pt x="2026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030" name="Google Shape;2030;p74"/>
            <p:cNvSpPr/>
            <p:nvPr/>
          </p:nvSpPr>
          <p:spPr>
            <a:xfrm>
              <a:off x="6873301" y="3460045"/>
              <a:ext cx="236939" cy="186690"/>
            </a:xfrm>
            <a:custGeom>
              <a:avLst/>
              <a:gdLst/>
              <a:ahLst/>
              <a:cxnLst/>
              <a:rect l="l" t="t" r="r" b="b"/>
              <a:pathLst>
                <a:path w="7455" h="5874" extrusionOk="0">
                  <a:moveTo>
                    <a:pt x="3176" y="1"/>
                  </a:moveTo>
                  <a:cubicBezTo>
                    <a:pt x="2331" y="1"/>
                    <a:pt x="1547" y="476"/>
                    <a:pt x="882" y="1434"/>
                  </a:cubicBezTo>
                  <a:cubicBezTo>
                    <a:pt x="1" y="2648"/>
                    <a:pt x="239" y="3982"/>
                    <a:pt x="1501" y="4815"/>
                  </a:cubicBezTo>
                  <a:cubicBezTo>
                    <a:pt x="2644" y="5577"/>
                    <a:pt x="3954" y="5815"/>
                    <a:pt x="5311" y="5863"/>
                  </a:cubicBezTo>
                  <a:cubicBezTo>
                    <a:pt x="5438" y="5863"/>
                    <a:pt x="5565" y="5874"/>
                    <a:pt x="5685" y="5874"/>
                  </a:cubicBezTo>
                  <a:cubicBezTo>
                    <a:pt x="5745" y="5874"/>
                    <a:pt x="5804" y="5871"/>
                    <a:pt x="5859" y="5863"/>
                  </a:cubicBezTo>
                  <a:cubicBezTo>
                    <a:pt x="7026" y="5768"/>
                    <a:pt x="7455" y="5268"/>
                    <a:pt x="7336" y="4101"/>
                  </a:cubicBezTo>
                  <a:cubicBezTo>
                    <a:pt x="7288" y="3863"/>
                    <a:pt x="7217" y="3601"/>
                    <a:pt x="7121" y="3363"/>
                  </a:cubicBezTo>
                  <a:cubicBezTo>
                    <a:pt x="6764" y="2338"/>
                    <a:pt x="6074" y="1576"/>
                    <a:pt x="5264" y="886"/>
                  </a:cubicBezTo>
                  <a:cubicBezTo>
                    <a:pt x="4549" y="297"/>
                    <a:pt x="3844" y="1"/>
                    <a:pt x="317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031" name="Google Shape;2031;p74"/>
            <p:cNvSpPr/>
            <p:nvPr/>
          </p:nvSpPr>
          <p:spPr>
            <a:xfrm>
              <a:off x="6360141" y="3860981"/>
              <a:ext cx="180938" cy="171816"/>
            </a:xfrm>
            <a:custGeom>
              <a:avLst/>
              <a:gdLst/>
              <a:ahLst/>
              <a:cxnLst/>
              <a:rect l="l" t="t" r="r" b="b"/>
              <a:pathLst>
                <a:path w="5693" h="5406" extrusionOk="0">
                  <a:moveTo>
                    <a:pt x="2939" y="1"/>
                  </a:moveTo>
                  <a:cubicBezTo>
                    <a:pt x="2400" y="1"/>
                    <a:pt x="1842" y="186"/>
                    <a:pt x="1310" y="559"/>
                  </a:cubicBezTo>
                  <a:cubicBezTo>
                    <a:pt x="310" y="1250"/>
                    <a:pt x="1" y="2393"/>
                    <a:pt x="477" y="3512"/>
                  </a:cubicBezTo>
                  <a:cubicBezTo>
                    <a:pt x="943" y="4665"/>
                    <a:pt x="2131" y="5406"/>
                    <a:pt x="3447" y="5406"/>
                  </a:cubicBezTo>
                  <a:cubicBezTo>
                    <a:pt x="3544" y="5406"/>
                    <a:pt x="3641" y="5402"/>
                    <a:pt x="3739" y="5393"/>
                  </a:cubicBezTo>
                  <a:cubicBezTo>
                    <a:pt x="5049" y="5298"/>
                    <a:pt x="5692" y="4607"/>
                    <a:pt x="5692" y="3298"/>
                  </a:cubicBezTo>
                  <a:cubicBezTo>
                    <a:pt x="5692" y="2321"/>
                    <a:pt x="5287" y="1321"/>
                    <a:pt x="4597" y="678"/>
                  </a:cubicBezTo>
                  <a:cubicBezTo>
                    <a:pt x="4109" y="228"/>
                    <a:pt x="3535" y="1"/>
                    <a:pt x="2939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032" name="Google Shape;2032;p74"/>
            <p:cNvSpPr/>
            <p:nvPr/>
          </p:nvSpPr>
          <p:spPr>
            <a:xfrm>
              <a:off x="6799121" y="3820808"/>
              <a:ext cx="156720" cy="160819"/>
            </a:xfrm>
            <a:custGeom>
              <a:avLst/>
              <a:gdLst/>
              <a:ahLst/>
              <a:cxnLst/>
              <a:rect l="l" t="t" r="r" b="b"/>
              <a:pathLst>
                <a:path w="4931" h="5060" extrusionOk="0">
                  <a:moveTo>
                    <a:pt x="2551" y="0"/>
                  </a:moveTo>
                  <a:cubicBezTo>
                    <a:pt x="2088" y="0"/>
                    <a:pt x="1601" y="147"/>
                    <a:pt x="1144" y="442"/>
                  </a:cubicBezTo>
                  <a:cubicBezTo>
                    <a:pt x="215" y="1013"/>
                    <a:pt x="1" y="1894"/>
                    <a:pt x="525" y="2966"/>
                  </a:cubicBezTo>
                  <a:cubicBezTo>
                    <a:pt x="954" y="3895"/>
                    <a:pt x="1692" y="4490"/>
                    <a:pt x="2621" y="4895"/>
                  </a:cubicBezTo>
                  <a:cubicBezTo>
                    <a:pt x="2887" y="5005"/>
                    <a:pt x="3137" y="5059"/>
                    <a:pt x="3368" y="5059"/>
                  </a:cubicBezTo>
                  <a:cubicBezTo>
                    <a:pt x="3986" y="5059"/>
                    <a:pt x="4469" y="4677"/>
                    <a:pt x="4764" y="3966"/>
                  </a:cubicBezTo>
                  <a:cubicBezTo>
                    <a:pt x="4883" y="3633"/>
                    <a:pt x="4907" y="3300"/>
                    <a:pt x="4907" y="2966"/>
                  </a:cubicBezTo>
                  <a:cubicBezTo>
                    <a:pt x="4931" y="2156"/>
                    <a:pt x="4597" y="1442"/>
                    <a:pt x="4145" y="799"/>
                  </a:cubicBezTo>
                  <a:cubicBezTo>
                    <a:pt x="3749" y="266"/>
                    <a:pt x="3172" y="0"/>
                    <a:pt x="255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grpSp>
        <p:nvGrpSpPr>
          <p:cNvPr id="2033" name="Google Shape;2033;p74"/>
          <p:cNvGrpSpPr/>
          <p:nvPr/>
        </p:nvGrpSpPr>
        <p:grpSpPr>
          <a:xfrm>
            <a:off x="182944" y="33042"/>
            <a:ext cx="1891765" cy="1602604"/>
            <a:chOff x="5806500" y="2591150"/>
            <a:chExt cx="1404950" cy="1190200"/>
          </a:xfrm>
        </p:grpSpPr>
        <p:sp>
          <p:nvSpPr>
            <p:cNvPr id="2034" name="Google Shape;2034;p74"/>
            <p:cNvSpPr/>
            <p:nvPr/>
          </p:nvSpPr>
          <p:spPr>
            <a:xfrm>
              <a:off x="6178275" y="3511600"/>
              <a:ext cx="141600" cy="269750"/>
            </a:xfrm>
            <a:custGeom>
              <a:avLst/>
              <a:gdLst/>
              <a:ahLst/>
              <a:cxnLst/>
              <a:rect l="l" t="t" r="r" b="b"/>
              <a:pathLst>
                <a:path w="5664" h="10790" extrusionOk="0">
                  <a:moveTo>
                    <a:pt x="5358" y="1"/>
                  </a:moveTo>
                  <a:cubicBezTo>
                    <a:pt x="5279" y="1"/>
                    <a:pt x="5199" y="34"/>
                    <a:pt x="5152" y="110"/>
                  </a:cubicBezTo>
                  <a:cubicBezTo>
                    <a:pt x="4184" y="1590"/>
                    <a:pt x="3683" y="3373"/>
                    <a:pt x="3473" y="5110"/>
                  </a:cubicBezTo>
                  <a:cubicBezTo>
                    <a:pt x="3345" y="6077"/>
                    <a:pt x="3334" y="7056"/>
                    <a:pt x="3427" y="8035"/>
                  </a:cubicBezTo>
                  <a:cubicBezTo>
                    <a:pt x="3438" y="8210"/>
                    <a:pt x="3450" y="8396"/>
                    <a:pt x="3462" y="8583"/>
                  </a:cubicBezTo>
                  <a:cubicBezTo>
                    <a:pt x="3020" y="8212"/>
                    <a:pt x="2403" y="7996"/>
                    <a:pt x="1819" y="7996"/>
                  </a:cubicBezTo>
                  <a:cubicBezTo>
                    <a:pt x="1065" y="7996"/>
                    <a:pt x="366" y="8357"/>
                    <a:pt x="175" y="9212"/>
                  </a:cubicBezTo>
                  <a:cubicBezTo>
                    <a:pt x="0" y="10016"/>
                    <a:pt x="630" y="10576"/>
                    <a:pt x="1364" y="10715"/>
                  </a:cubicBezTo>
                  <a:cubicBezTo>
                    <a:pt x="1617" y="10766"/>
                    <a:pt x="1877" y="10790"/>
                    <a:pt x="2138" y="10790"/>
                  </a:cubicBezTo>
                  <a:cubicBezTo>
                    <a:pt x="2971" y="10790"/>
                    <a:pt x="3816" y="10544"/>
                    <a:pt x="4499" y="10109"/>
                  </a:cubicBezTo>
                  <a:cubicBezTo>
                    <a:pt x="4720" y="9970"/>
                    <a:pt x="4662" y="9655"/>
                    <a:pt x="4464" y="9550"/>
                  </a:cubicBezTo>
                  <a:cubicBezTo>
                    <a:pt x="4534" y="8944"/>
                    <a:pt x="4301" y="8268"/>
                    <a:pt x="4254" y="7674"/>
                  </a:cubicBezTo>
                  <a:cubicBezTo>
                    <a:pt x="4196" y="6881"/>
                    <a:pt x="4208" y="6089"/>
                    <a:pt x="4277" y="5296"/>
                  </a:cubicBezTo>
                  <a:cubicBezTo>
                    <a:pt x="4441" y="3537"/>
                    <a:pt x="4988" y="1940"/>
                    <a:pt x="5594" y="308"/>
                  </a:cubicBezTo>
                  <a:cubicBezTo>
                    <a:pt x="5663" y="124"/>
                    <a:pt x="5511" y="1"/>
                    <a:pt x="535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035" name="Google Shape;2035;p74"/>
            <p:cNvSpPr/>
            <p:nvPr/>
          </p:nvSpPr>
          <p:spPr>
            <a:xfrm>
              <a:off x="6579250" y="3508975"/>
              <a:ext cx="150575" cy="266700"/>
            </a:xfrm>
            <a:custGeom>
              <a:avLst/>
              <a:gdLst/>
              <a:ahLst/>
              <a:cxnLst/>
              <a:rect l="l" t="t" r="r" b="b"/>
              <a:pathLst>
                <a:path w="6023" h="10668" extrusionOk="0">
                  <a:moveTo>
                    <a:pt x="319" y="0"/>
                  </a:moveTo>
                  <a:cubicBezTo>
                    <a:pt x="160" y="0"/>
                    <a:pt x="1" y="128"/>
                    <a:pt x="79" y="308"/>
                  </a:cubicBezTo>
                  <a:cubicBezTo>
                    <a:pt x="743" y="1928"/>
                    <a:pt x="1350" y="3502"/>
                    <a:pt x="1571" y="5250"/>
                  </a:cubicBezTo>
                  <a:cubicBezTo>
                    <a:pt x="1664" y="6031"/>
                    <a:pt x="1711" y="6835"/>
                    <a:pt x="1676" y="7627"/>
                  </a:cubicBezTo>
                  <a:cubicBezTo>
                    <a:pt x="1653" y="8222"/>
                    <a:pt x="1443" y="8909"/>
                    <a:pt x="1536" y="9515"/>
                  </a:cubicBezTo>
                  <a:cubicBezTo>
                    <a:pt x="1338" y="9620"/>
                    <a:pt x="1291" y="9935"/>
                    <a:pt x="1524" y="10075"/>
                  </a:cubicBezTo>
                  <a:cubicBezTo>
                    <a:pt x="2182" y="10457"/>
                    <a:pt x="2976" y="10668"/>
                    <a:pt x="3758" y="10668"/>
                  </a:cubicBezTo>
                  <a:cubicBezTo>
                    <a:pt x="4071" y="10668"/>
                    <a:pt x="4383" y="10634"/>
                    <a:pt x="4683" y="10564"/>
                  </a:cubicBezTo>
                  <a:cubicBezTo>
                    <a:pt x="5417" y="10401"/>
                    <a:pt x="6023" y="9818"/>
                    <a:pt x="5813" y="9014"/>
                  </a:cubicBezTo>
                  <a:cubicBezTo>
                    <a:pt x="5598" y="8197"/>
                    <a:pt x="4932" y="7855"/>
                    <a:pt x="4210" y="7855"/>
                  </a:cubicBezTo>
                  <a:cubicBezTo>
                    <a:pt x="3602" y="7855"/>
                    <a:pt x="2956" y="8097"/>
                    <a:pt x="2503" y="8501"/>
                  </a:cubicBezTo>
                  <a:cubicBezTo>
                    <a:pt x="2515" y="8315"/>
                    <a:pt x="2515" y="8140"/>
                    <a:pt x="2527" y="7954"/>
                  </a:cubicBezTo>
                  <a:cubicBezTo>
                    <a:pt x="2585" y="6986"/>
                    <a:pt x="2527" y="6007"/>
                    <a:pt x="2375" y="5040"/>
                  </a:cubicBezTo>
                  <a:cubicBezTo>
                    <a:pt x="2107" y="3304"/>
                    <a:pt x="1536" y="1544"/>
                    <a:pt x="522" y="99"/>
                  </a:cubicBezTo>
                  <a:cubicBezTo>
                    <a:pt x="473" y="30"/>
                    <a:pt x="396" y="0"/>
                    <a:pt x="31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036" name="Google Shape;2036;p74"/>
            <p:cNvSpPr/>
            <p:nvPr/>
          </p:nvSpPr>
          <p:spPr>
            <a:xfrm>
              <a:off x="5834325" y="2628600"/>
              <a:ext cx="180500" cy="280175"/>
            </a:xfrm>
            <a:custGeom>
              <a:avLst/>
              <a:gdLst/>
              <a:ahLst/>
              <a:cxnLst/>
              <a:rect l="l" t="t" r="r" b="b"/>
              <a:pathLst>
                <a:path w="7220" h="11207" extrusionOk="0">
                  <a:moveTo>
                    <a:pt x="3026" y="0"/>
                  </a:moveTo>
                  <a:cubicBezTo>
                    <a:pt x="2810" y="0"/>
                    <a:pt x="2599" y="143"/>
                    <a:pt x="2594" y="433"/>
                  </a:cubicBezTo>
                  <a:lnTo>
                    <a:pt x="2582" y="1179"/>
                  </a:lnTo>
                  <a:cubicBezTo>
                    <a:pt x="2535" y="1074"/>
                    <a:pt x="2489" y="946"/>
                    <a:pt x="2454" y="829"/>
                  </a:cubicBezTo>
                  <a:cubicBezTo>
                    <a:pt x="2393" y="609"/>
                    <a:pt x="2222" y="513"/>
                    <a:pt x="2047" y="513"/>
                  </a:cubicBezTo>
                  <a:cubicBezTo>
                    <a:pt x="1787" y="513"/>
                    <a:pt x="1519" y="727"/>
                    <a:pt x="1603" y="1062"/>
                  </a:cubicBezTo>
                  <a:lnTo>
                    <a:pt x="1848" y="1948"/>
                  </a:lnTo>
                  <a:cubicBezTo>
                    <a:pt x="1521" y="1750"/>
                    <a:pt x="1207" y="1563"/>
                    <a:pt x="880" y="1365"/>
                  </a:cubicBezTo>
                  <a:cubicBezTo>
                    <a:pt x="811" y="1324"/>
                    <a:pt x="738" y="1305"/>
                    <a:pt x="668" y="1305"/>
                  </a:cubicBezTo>
                  <a:cubicBezTo>
                    <a:pt x="307" y="1305"/>
                    <a:pt x="1" y="1793"/>
                    <a:pt x="333" y="2076"/>
                  </a:cubicBezTo>
                  <a:cubicBezTo>
                    <a:pt x="939" y="2577"/>
                    <a:pt x="1603" y="3137"/>
                    <a:pt x="2361" y="3370"/>
                  </a:cubicBezTo>
                  <a:cubicBezTo>
                    <a:pt x="1941" y="6376"/>
                    <a:pt x="3852" y="9558"/>
                    <a:pt x="6311" y="11131"/>
                  </a:cubicBezTo>
                  <a:cubicBezTo>
                    <a:pt x="6394" y="11184"/>
                    <a:pt x="6476" y="11207"/>
                    <a:pt x="6553" y="11207"/>
                  </a:cubicBezTo>
                  <a:cubicBezTo>
                    <a:pt x="6953" y="11207"/>
                    <a:pt x="7219" y="10589"/>
                    <a:pt x="6789" y="10316"/>
                  </a:cubicBezTo>
                  <a:cubicBezTo>
                    <a:pt x="4085" y="8591"/>
                    <a:pt x="3141" y="5829"/>
                    <a:pt x="3071" y="2799"/>
                  </a:cubicBezTo>
                  <a:cubicBezTo>
                    <a:pt x="3246" y="2764"/>
                    <a:pt x="3409" y="2601"/>
                    <a:pt x="3444" y="2414"/>
                  </a:cubicBezTo>
                  <a:cubicBezTo>
                    <a:pt x="3677" y="2204"/>
                    <a:pt x="3922" y="2030"/>
                    <a:pt x="4202" y="1878"/>
                  </a:cubicBezTo>
                  <a:cubicBezTo>
                    <a:pt x="4538" y="1672"/>
                    <a:pt x="4350" y="1205"/>
                    <a:pt x="4004" y="1205"/>
                  </a:cubicBezTo>
                  <a:cubicBezTo>
                    <a:pt x="3978" y="1205"/>
                    <a:pt x="3950" y="1208"/>
                    <a:pt x="3922" y="1214"/>
                  </a:cubicBezTo>
                  <a:cubicBezTo>
                    <a:pt x="3771" y="1249"/>
                    <a:pt x="3631" y="1295"/>
                    <a:pt x="3491" y="1354"/>
                  </a:cubicBezTo>
                  <a:cubicBezTo>
                    <a:pt x="3503" y="1051"/>
                    <a:pt x="3514" y="736"/>
                    <a:pt x="3491" y="433"/>
                  </a:cubicBezTo>
                  <a:cubicBezTo>
                    <a:pt x="3468" y="146"/>
                    <a:pt x="3244" y="0"/>
                    <a:pt x="302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037" name="Google Shape;2037;p74"/>
            <p:cNvSpPr/>
            <p:nvPr/>
          </p:nvSpPr>
          <p:spPr>
            <a:xfrm>
              <a:off x="6901425" y="2591150"/>
              <a:ext cx="171400" cy="266975"/>
            </a:xfrm>
            <a:custGeom>
              <a:avLst/>
              <a:gdLst/>
              <a:ahLst/>
              <a:cxnLst/>
              <a:rect l="l" t="t" r="r" b="b"/>
              <a:pathLst>
                <a:path w="6856" h="10679" extrusionOk="0">
                  <a:moveTo>
                    <a:pt x="5541" y="0"/>
                  </a:moveTo>
                  <a:cubicBezTo>
                    <a:pt x="5372" y="0"/>
                    <a:pt x="5205" y="91"/>
                    <a:pt x="5140" y="299"/>
                  </a:cubicBezTo>
                  <a:cubicBezTo>
                    <a:pt x="5023" y="649"/>
                    <a:pt x="4872" y="964"/>
                    <a:pt x="4709" y="1290"/>
                  </a:cubicBezTo>
                  <a:cubicBezTo>
                    <a:pt x="4639" y="1022"/>
                    <a:pt x="4580" y="765"/>
                    <a:pt x="4557" y="497"/>
                  </a:cubicBezTo>
                  <a:cubicBezTo>
                    <a:pt x="4533" y="227"/>
                    <a:pt x="4313" y="87"/>
                    <a:pt x="4103" y="87"/>
                  </a:cubicBezTo>
                  <a:cubicBezTo>
                    <a:pt x="3897" y="87"/>
                    <a:pt x="3700" y="221"/>
                    <a:pt x="3706" y="497"/>
                  </a:cubicBezTo>
                  <a:cubicBezTo>
                    <a:pt x="3718" y="870"/>
                    <a:pt x="3718" y="1232"/>
                    <a:pt x="3741" y="1593"/>
                  </a:cubicBezTo>
                  <a:cubicBezTo>
                    <a:pt x="3496" y="1360"/>
                    <a:pt x="3240" y="1127"/>
                    <a:pt x="2995" y="882"/>
                  </a:cubicBezTo>
                  <a:cubicBezTo>
                    <a:pt x="2946" y="836"/>
                    <a:pt x="2890" y="816"/>
                    <a:pt x="2834" y="816"/>
                  </a:cubicBezTo>
                  <a:cubicBezTo>
                    <a:pt x="2665" y="816"/>
                    <a:pt x="2505" y="1001"/>
                    <a:pt x="2611" y="1185"/>
                  </a:cubicBezTo>
                  <a:cubicBezTo>
                    <a:pt x="2984" y="1873"/>
                    <a:pt x="3520" y="2455"/>
                    <a:pt x="4056" y="3026"/>
                  </a:cubicBezTo>
                  <a:cubicBezTo>
                    <a:pt x="4056" y="3026"/>
                    <a:pt x="4056" y="3038"/>
                    <a:pt x="4056" y="3038"/>
                  </a:cubicBezTo>
                  <a:cubicBezTo>
                    <a:pt x="3811" y="4355"/>
                    <a:pt x="3590" y="5614"/>
                    <a:pt x="2937" y="6849"/>
                  </a:cubicBezTo>
                  <a:cubicBezTo>
                    <a:pt x="2319" y="8003"/>
                    <a:pt x="1305" y="9343"/>
                    <a:pt x="210" y="10065"/>
                  </a:cubicBezTo>
                  <a:cubicBezTo>
                    <a:pt x="24" y="10194"/>
                    <a:pt x="0" y="10462"/>
                    <a:pt x="210" y="10578"/>
                  </a:cubicBezTo>
                  <a:cubicBezTo>
                    <a:pt x="327" y="10647"/>
                    <a:pt x="450" y="10678"/>
                    <a:pt x="579" y="10678"/>
                  </a:cubicBezTo>
                  <a:cubicBezTo>
                    <a:pt x="1671" y="10678"/>
                    <a:pt x="3111" y="8423"/>
                    <a:pt x="3496" y="7735"/>
                  </a:cubicBezTo>
                  <a:cubicBezTo>
                    <a:pt x="4196" y="6523"/>
                    <a:pt x="4732" y="5008"/>
                    <a:pt x="4674" y="3562"/>
                  </a:cubicBezTo>
                  <a:cubicBezTo>
                    <a:pt x="4755" y="3562"/>
                    <a:pt x="4837" y="3551"/>
                    <a:pt x="4918" y="3504"/>
                  </a:cubicBezTo>
                  <a:cubicBezTo>
                    <a:pt x="4977" y="3481"/>
                    <a:pt x="5035" y="3434"/>
                    <a:pt x="5093" y="3376"/>
                  </a:cubicBezTo>
                  <a:cubicBezTo>
                    <a:pt x="5466" y="3131"/>
                    <a:pt x="6025" y="3003"/>
                    <a:pt x="6410" y="2805"/>
                  </a:cubicBezTo>
                  <a:cubicBezTo>
                    <a:pt x="6855" y="2572"/>
                    <a:pt x="6571" y="1980"/>
                    <a:pt x="6153" y="1980"/>
                  </a:cubicBezTo>
                  <a:cubicBezTo>
                    <a:pt x="6090" y="1980"/>
                    <a:pt x="6023" y="1993"/>
                    <a:pt x="5956" y="2024"/>
                  </a:cubicBezTo>
                  <a:cubicBezTo>
                    <a:pt x="5804" y="2094"/>
                    <a:pt x="5652" y="2141"/>
                    <a:pt x="5501" y="2187"/>
                  </a:cubicBezTo>
                  <a:cubicBezTo>
                    <a:pt x="5652" y="1640"/>
                    <a:pt x="5816" y="1080"/>
                    <a:pt x="5967" y="532"/>
                  </a:cubicBezTo>
                  <a:cubicBezTo>
                    <a:pt x="6058" y="209"/>
                    <a:pt x="5798" y="0"/>
                    <a:pt x="55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038" name="Google Shape;2038;p74"/>
            <p:cNvSpPr/>
            <p:nvPr/>
          </p:nvSpPr>
          <p:spPr>
            <a:xfrm>
              <a:off x="5875550" y="3399550"/>
              <a:ext cx="49450" cy="9950"/>
            </a:xfrm>
            <a:custGeom>
              <a:avLst/>
              <a:gdLst/>
              <a:ahLst/>
              <a:cxnLst/>
              <a:rect l="l" t="t" r="r" b="b"/>
              <a:pathLst>
                <a:path w="1978" h="398" extrusionOk="0">
                  <a:moveTo>
                    <a:pt x="106" y="0"/>
                  </a:moveTo>
                  <a:cubicBezTo>
                    <a:pt x="24" y="0"/>
                    <a:pt x="1" y="105"/>
                    <a:pt x="59" y="140"/>
                  </a:cubicBezTo>
                  <a:cubicBezTo>
                    <a:pt x="338" y="329"/>
                    <a:pt x="700" y="397"/>
                    <a:pt x="1063" y="397"/>
                  </a:cubicBezTo>
                  <a:cubicBezTo>
                    <a:pt x="1352" y="397"/>
                    <a:pt x="1641" y="354"/>
                    <a:pt x="1889" y="292"/>
                  </a:cubicBezTo>
                  <a:cubicBezTo>
                    <a:pt x="1978" y="270"/>
                    <a:pt x="1939" y="151"/>
                    <a:pt x="1854" y="151"/>
                  </a:cubicBezTo>
                  <a:cubicBezTo>
                    <a:pt x="1850" y="151"/>
                    <a:pt x="1846" y="151"/>
                    <a:pt x="1842" y="152"/>
                  </a:cubicBezTo>
                  <a:cubicBezTo>
                    <a:pt x="1679" y="175"/>
                    <a:pt x="1516" y="187"/>
                    <a:pt x="1353" y="187"/>
                  </a:cubicBezTo>
                  <a:cubicBezTo>
                    <a:pt x="1189" y="187"/>
                    <a:pt x="1026" y="175"/>
                    <a:pt x="863" y="152"/>
                  </a:cubicBezTo>
                  <a:cubicBezTo>
                    <a:pt x="607" y="117"/>
                    <a:pt x="362" y="35"/>
                    <a:pt x="10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039" name="Google Shape;2039;p74"/>
            <p:cNvSpPr/>
            <p:nvPr/>
          </p:nvSpPr>
          <p:spPr>
            <a:xfrm>
              <a:off x="5875275" y="3273100"/>
              <a:ext cx="33325" cy="10325"/>
            </a:xfrm>
            <a:custGeom>
              <a:avLst/>
              <a:gdLst/>
              <a:ahLst/>
              <a:cxnLst/>
              <a:rect l="l" t="t" r="r" b="b"/>
              <a:pathLst>
                <a:path w="1333" h="413" extrusionOk="0">
                  <a:moveTo>
                    <a:pt x="114" y="1"/>
                  </a:moveTo>
                  <a:cubicBezTo>
                    <a:pt x="54" y="1"/>
                    <a:pt x="0" y="83"/>
                    <a:pt x="58" y="140"/>
                  </a:cubicBezTo>
                  <a:cubicBezTo>
                    <a:pt x="250" y="332"/>
                    <a:pt x="517" y="412"/>
                    <a:pt x="785" y="412"/>
                  </a:cubicBezTo>
                  <a:cubicBezTo>
                    <a:pt x="940" y="412"/>
                    <a:pt x="1094" y="386"/>
                    <a:pt x="1235" y="339"/>
                  </a:cubicBezTo>
                  <a:cubicBezTo>
                    <a:pt x="1333" y="306"/>
                    <a:pt x="1310" y="173"/>
                    <a:pt x="1222" y="173"/>
                  </a:cubicBezTo>
                  <a:cubicBezTo>
                    <a:pt x="1215" y="173"/>
                    <a:pt x="1208" y="174"/>
                    <a:pt x="1200" y="175"/>
                  </a:cubicBezTo>
                  <a:cubicBezTo>
                    <a:pt x="1095" y="201"/>
                    <a:pt x="995" y="212"/>
                    <a:pt x="899" y="212"/>
                  </a:cubicBezTo>
                  <a:cubicBezTo>
                    <a:pt x="641" y="212"/>
                    <a:pt x="406" y="131"/>
                    <a:pt x="152" y="12"/>
                  </a:cubicBezTo>
                  <a:cubicBezTo>
                    <a:pt x="139" y="4"/>
                    <a:pt x="127" y="1"/>
                    <a:pt x="11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040" name="Google Shape;2040;p74"/>
            <p:cNvSpPr/>
            <p:nvPr/>
          </p:nvSpPr>
          <p:spPr>
            <a:xfrm>
              <a:off x="5903325" y="3115450"/>
              <a:ext cx="37925" cy="9700"/>
            </a:xfrm>
            <a:custGeom>
              <a:avLst/>
              <a:gdLst/>
              <a:ahLst/>
              <a:cxnLst/>
              <a:rect l="l" t="t" r="r" b="b"/>
              <a:pathLst>
                <a:path w="1517" h="388" extrusionOk="0">
                  <a:moveTo>
                    <a:pt x="89" y="0"/>
                  </a:moveTo>
                  <a:cubicBezTo>
                    <a:pt x="37" y="0"/>
                    <a:pt x="0" y="63"/>
                    <a:pt x="43" y="107"/>
                  </a:cubicBezTo>
                  <a:cubicBezTo>
                    <a:pt x="224" y="314"/>
                    <a:pt x="517" y="387"/>
                    <a:pt x="813" y="387"/>
                  </a:cubicBezTo>
                  <a:cubicBezTo>
                    <a:pt x="1032" y="387"/>
                    <a:pt x="1252" y="348"/>
                    <a:pt x="1430" y="293"/>
                  </a:cubicBezTo>
                  <a:cubicBezTo>
                    <a:pt x="1516" y="272"/>
                    <a:pt x="1483" y="151"/>
                    <a:pt x="1404" y="151"/>
                  </a:cubicBezTo>
                  <a:cubicBezTo>
                    <a:pt x="1398" y="151"/>
                    <a:pt x="1391" y="151"/>
                    <a:pt x="1384" y="153"/>
                  </a:cubicBezTo>
                  <a:cubicBezTo>
                    <a:pt x="1259" y="179"/>
                    <a:pt x="1124" y="195"/>
                    <a:pt x="988" y="195"/>
                  </a:cubicBezTo>
                  <a:cubicBezTo>
                    <a:pt x="882" y="195"/>
                    <a:pt x="775" y="185"/>
                    <a:pt x="673" y="165"/>
                  </a:cubicBezTo>
                  <a:cubicBezTo>
                    <a:pt x="475" y="130"/>
                    <a:pt x="300" y="37"/>
                    <a:pt x="102" y="2"/>
                  </a:cubicBezTo>
                  <a:cubicBezTo>
                    <a:pt x="97" y="1"/>
                    <a:pt x="93" y="0"/>
                    <a:pt x="8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041" name="Google Shape;2041;p74"/>
            <p:cNvSpPr/>
            <p:nvPr/>
          </p:nvSpPr>
          <p:spPr>
            <a:xfrm>
              <a:off x="5835050" y="2620875"/>
              <a:ext cx="1353950" cy="946525"/>
            </a:xfrm>
            <a:custGeom>
              <a:avLst/>
              <a:gdLst/>
              <a:ahLst/>
              <a:cxnLst/>
              <a:rect l="l" t="t" r="r" b="b"/>
              <a:pathLst>
                <a:path w="54158" h="37861" extrusionOk="0">
                  <a:moveTo>
                    <a:pt x="26334" y="12008"/>
                  </a:moveTo>
                  <a:cubicBezTo>
                    <a:pt x="40873" y="12008"/>
                    <a:pt x="39509" y="27581"/>
                    <a:pt x="39509" y="27581"/>
                  </a:cubicBezTo>
                  <a:lnTo>
                    <a:pt x="12646" y="27581"/>
                  </a:lnTo>
                  <a:cubicBezTo>
                    <a:pt x="12646" y="27581"/>
                    <a:pt x="11049" y="12268"/>
                    <a:pt x="25978" y="12011"/>
                  </a:cubicBezTo>
                  <a:cubicBezTo>
                    <a:pt x="26098" y="12009"/>
                    <a:pt x="26217" y="12008"/>
                    <a:pt x="26334" y="12008"/>
                  </a:cubicBezTo>
                  <a:close/>
                  <a:moveTo>
                    <a:pt x="26670" y="0"/>
                  </a:moveTo>
                  <a:cubicBezTo>
                    <a:pt x="16102" y="0"/>
                    <a:pt x="6822" y="8293"/>
                    <a:pt x="4185" y="15181"/>
                  </a:cubicBezTo>
                  <a:cubicBezTo>
                    <a:pt x="1" y="26055"/>
                    <a:pt x="1154" y="33303"/>
                    <a:pt x="1970" y="37860"/>
                  </a:cubicBezTo>
                  <a:lnTo>
                    <a:pt x="50883" y="37581"/>
                  </a:lnTo>
                  <a:cubicBezTo>
                    <a:pt x="50883" y="37581"/>
                    <a:pt x="54158" y="15240"/>
                    <a:pt x="39217" y="4296"/>
                  </a:cubicBezTo>
                  <a:cubicBezTo>
                    <a:pt x="35049" y="1244"/>
                    <a:pt x="30763" y="0"/>
                    <a:pt x="26670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042" name="Google Shape;2042;p74"/>
            <p:cNvSpPr/>
            <p:nvPr/>
          </p:nvSpPr>
          <p:spPr>
            <a:xfrm>
              <a:off x="6107775" y="2951450"/>
              <a:ext cx="224075" cy="358100"/>
            </a:xfrm>
            <a:custGeom>
              <a:avLst/>
              <a:gdLst/>
              <a:ahLst/>
              <a:cxnLst/>
              <a:rect l="l" t="t" r="r" b="b"/>
              <a:pathLst>
                <a:path w="8963" h="14324" extrusionOk="0">
                  <a:moveTo>
                    <a:pt x="8962" y="0"/>
                  </a:moveTo>
                  <a:cubicBezTo>
                    <a:pt x="8088" y="164"/>
                    <a:pt x="7226" y="385"/>
                    <a:pt x="6387" y="700"/>
                  </a:cubicBezTo>
                  <a:cubicBezTo>
                    <a:pt x="4487" y="1411"/>
                    <a:pt x="3182" y="2576"/>
                    <a:pt x="2191" y="4301"/>
                  </a:cubicBezTo>
                  <a:cubicBezTo>
                    <a:pt x="1142" y="6119"/>
                    <a:pt x="315" y="8240"/>
                    <a:pt x="128" y="10349"/>
                  </a:cubicBezTo>
                  <a:cubicBezTo>
                    <a:pt x="0" y="11748"/>
                    <a:pt x="117" y="13519"/>
                    <a:pt x="1387" y="14323"/>
                  </a:cubicBezTo>
                  <a:cubicBezTo>
                    <a:pt x="1492" y="14277"/>
                    <a:pt x="1608" y="14242"/>
                    <a:pt x="1725" y="14218"/>
                  </a:cubicBezTo>
                  <a:cubicBezTo>
                    <a:pt x="1632" y="12937"/>
                    <a:pt x="1189" y="3415"/>
                    <a:pt x="8962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043" name="Google Shape;2043;p74"/>
            <p:cNvSpPr/>
            <p:nvPr/>
          </p:nvSpPr>
          <p:spPr>
            <a:xfrm>
              <a:off x="5869425" y="2620925"/>
              <a:ext cx="1319575" cy="946475"/>
            </a:xfrm>
            <a:custGeom>
              <a:avLst/>
              <a:gdLst/>
              <a:ahLst/>
              <a:cxnLst/>
              <a:rect l="l" t="t" r="r" b="b"/>
              <a:pathLst>
                <a:path w="52783" h="37859" extrusionOk="0">
                  <a:moveTo>
                    <a:pt x="25315" y="1"/>
                  </a:moveTo>
                  <a:cubicBezTo>
                    <a:pt x="24889" y="1"/>
                    <a:pt x="24465" y="14"/>
                    <a:pt x="24044" y="41"/>
                  </a:cubicBezTo>
                  <a:cubicBezTo>
                    <a:pt x="24964" y="297"/>
                    <a:pt x="25885" y="612"/>
                    <a:pt x="26771" y="973"/>
                  </a:cubicBezTo>
                  <a:cubicBezTo>
                    <a:pt x="38821" y="5844"/>
                    <a:pt x="47818" y="18874"/>
                    <a:pt x="47061" y="32031"/>
                  </a:cubicBezTo>
                  <a:cubicBezTo>
                    <a:pt x="47014" y="32847"/>
                    <a:pt x="46420" y="33488"/>
                    <a:pt x="45581" y="33500"/>
                  </a:cubicBezTo>
                  <a:cubicBezTo>
                    <a:pt x="41292" y="33593"/>
                    <a:pt x="36991" y="33628"/>
                    <a:pt x="32703" y="33628"/>
                  </a:cubicBezTo>
                  <a:cubicBezTo>
                    <a:pt x="25209" y="33628"/>
                    <a:pt x="17715" y="33535"/>
                    <a:pt x="10233" y="33511"/>
                  </a:cubicBezTo>
                  <a:cubicBezTo>
                    <a:pt x="10125" y="33511"/>
                    <a:pt x="10016" y="33511"/>
                    <a:pt x="9908" y="33511"/>
                  </a:cubicBezTo>
                  <a:cubicBezTo>
                    <a:pt x="6602" y="33511"/>
                    <a:pt x="3296" y="33680"/>
                    <a:pt x="1" y="33838"/>
                  </a:cubicBezTo>
                  <a:cubicBezTo>
                    <a:pt x="152" y="35364"/>
                    <a:pt x="386" y="36693"/>
                    <a:pt x="595" y="37858"/>
                  </a:cubicBezTo>
                  <a:lnTo>
                    <a:pt x="49508" y="37579"/>
                  </a:lnTo>
                  <a:cubicBezTo>
                    <a:pt x="49508" y="37579"/>
                    <a:pt x="52783" y="15238"/>
                    <a:pt x="37842" y="4294"/>
                  </a:cubicBezTo>
                  <a:cubicBezTo>
                    <a:pt x="33684" y="1244"/>
                    <a:pt x="29402" y="1"/>
                    <a:pt x="25315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044" name="Google Shape;2044;p74"/>
            <p:cNvSpPr/>
            <p:nvPr/>
          </p:nvSpPr>
          <p:spPr>
            <a:xfrm>
              <a:off x="5868925" y="2626575"/>
              <a:ext cx="1213275" cy="919250"/>
            </a:xfrm>
            <a:custGeom>
              <a:avLst/>
              <a:gdLst/>
              <a:ahLst/>
              <a:cxnLst/>
              <a:rect l="l" t="t" r="r" b="b"/>
              <a:pathLst>
                <a:path w="48531" h="36770" extrusionOk="0">
                  <a:moveTo>
                    <a:pt x="24881" y="0"/>
                  </a:moveTo>
                  <a:cubicBezTo>
                    <a:pt x="24795" y="0"/>
                    <a:pt x="24755" y="142"/>
                    <a:pt x="24856" y="164"/>
                  </a:cubicBezTo>
                  <a:cubicBezTo>
                    <a:pt x="31522" y="1877"/>
                    <a:pt x="37536" y="5851"/>
                    <a:pt x="41487" y="11527"/>
                  </a:cubicBezTo>
                  <a:cubicBezTo>
                    <a:pt x="45740" y="17634"/>
                    <a:pt x="47349" y="25360"/>
                    <a:pt x="46043" y="32668"/>
                  </a:cubicBezTo>
                  <a:cubicBezTo>
                    <a:pt x="46043" y="32726"/>
                    <a:pt x="46055" y="32772"/>
                    <a:pt x="46078" y="32807"/>
                  </a:cubicBezTo>
                  <a:cubicBezTo>
                    <a:pt x="46050" y="32779"/>
                    <a:pt x="46021" y="32758"/>
                    <a:pt x="45973" y="32758"/>
                  </a:cubicBezTo>
                  <a:cubicBezTo>
                    <a:pt x="45962" y="32758"/>
                    <a:pt x="45951" y="32759"/>
                    <a:pt x="45939" y="32761"/>
                  </a:cubicBezTo>
                  <a:cubicBezTo>
                    <a:pt x="41054" y="33197"/>
                    <a:pt x="36161" y="33310"/>
                    <a:pt x="31264" y="33310"/>
                  </a:cubicBezTo>
                  <a:cubicBezTo>
                    <a:pt x="28449" y="33310"/>
                    <a:pt x="25633" y="33273"/>
                    <a:pt x="22817" y="33239"/>
                  </a:cubicBezTo>
                  <a:cubicBezTo>
                    <a:pt x="20623" y="33205"/>
                    <a:pt x="18429" y="33179"/>
                    <a:pt x="16236" y="33179"/>
                  </a:cubicBezTo>
                  <a:cubicBezTo>
                    <a:pt x="14642" y="33179"/>
                    <a:pt x="13048" y="33193"/>
                    <a:pt x="11454" y="33227"/>
                  </a:cubicBezTo>
                  <a:cubicBezTo>
                    <a:pt x="7701" y="33309"/>
                    <a:pt x="3820" y="33355"/>
                    <a:pt x="114" y="34008"/>
                  </a:cubicBezTo>
                  <a:cubicBezTo>
                    <a:pt x="1" y="34019"/>
                    <a:pt x="20" y="34206"/>
                    <a:pt x="128" y="34206"/>
                  </a:cubicBezTo>
                  <a:cubicBezTo>
                    <a:pt x="131" y="34206"/>
                    <a:pt x="134" y="34206"/>
                    <a:pt x="137" y="34206"/>
                  </a:cubicBezTo>
                  <a:cubicBezTo>
                    <a:pt x="3913" y="34031"/>
                    <a:pt x="7666" y="33658"/>
                    <a:pt x="11454" y="33588"/>
                  </a:cubicBezTo>
                  <a:cubicBezTo>
                    <a:pt x="12942" y="33557"/>
                    <a:pt x="14431" y="33544"/>
                    <a:pt x="15919" y="33544"/>
                  </a:cubicBezTo>
                  <a:cubicBezTo>
                    <a:pt x="18288" y="33544"/>
                    <a:pt x="20657" y="33576"/>
                    <a:pt x="23026" y="33612"/>
                  </a:cubicBezTo>
                  <a:cubicBezTo>
                    <a:pt x="25976" y="33652"/>
                    <a:pt x="28927" y="33700"/>
                    <a:pt x="31876" y="33700"/>
                  </a:cubicBezTo>
                  <a:cubicBezTo>
                    <a:pt x="36560" y="33700"/>
                    <a:pt x="41241" y="33580"/>
                    <a:pt x="45904" y="33122"/>
                  </a:cubicBezTo>
                  <a:cubicBezTo>
                    <a:pt x="45904" y="33169"/>
                    <a:pt x="45915" y="33204"/>
                    <a:pt x="45939" y="33250"/>
                  </a:cubicBezTo>
                  <a:cubicBezTo>
                    <a:pt x="46859" y="34322"/>
                    <a:pt x="47628" y="35488"/>
                    <a:pt x="48304" y="36712"/>
                  </a:cubicBezTo>
                  <a:cubicBezTo>
                    <a:pt x="48327" y="36753"/>
                    <a:pt x="48360" y="36770"/>
                    <a:pt x="48393" y="36770"/>
                  </a:cubicBezTo>
                  <a:cubicBezTo>
                    <a:pt x="48463" y="36770"/>
                    <a:pt x="48530" y="36694"/>
                    <a:pt x="48491" y="36607"/>
                  </a:cubicBezTo>
                  <a:cubicBezTo>
                    <a:pt x="47873" y="35313"/>
                    <a:pt x="47081" y="34136"/>
                    <a:pt x="46148" y="33041"/>
                  </a:cubicBezTo>
                  <a:cubicBezTo>
                    <a:pt x="46137" y="33017"/>
                    <a:pt x="46113" y="33006"/>
                    <a:pt x="46102" y="32994"/>
                  </a:cubicBezTo>
                  <a:cubicBezTo>
                    <a:pt x="46125" y="32947"/>
                    <a:pt x="46113" y="32877"/>
                    <a:pt x="46090" y="32831"/>
                  </a:cubicBezTo>
                  <a:lnTo>
                    <a:pt x="46090" y="32831"/>
                  </a:lnTo>
                  <a:cubicBezTo>
                    <a:pt x="46133" y="32879"/>
                    <a:pt x="46197" y="32907"/>
                    <a:pt x="46258" y="32907"/>
                  </a:cubicBezTo>
                  <a:cubicBezTo>
                    <a:pt x="46331" y="32907"/>
                    <a:pt x="46397" y="32867"/>
                    <a:pt x="46416" y="32772"/>
                  </a:cubicBezTo>
                  <a:cubicBezTo>
                    <a:pt x="48479" y="21363"/>
                    <a:pt x="43340" y="9616"/>
                    <a:pt x="33480" y="3497"/>
                  </a:cubicBezTo>
                  <a:cubicBezTo>
                    <a:pt x="30835" y="1854"/>
                    <a:pt x="27933" y="677"/>
                    <a:pt x="24891" y="1"/>
                  </a:cubicBezTo>
                  <a:cubicBezTo>
                    <a:pt x="24888" y="1"/>
                    <a:pt x="24884" y="0"/>
                    <a:pt x="2488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045" name="Google Shape;2045;p74"/>
            <p:cNvSpPr/>
            <p:nvPr/>
          </p:nvSpPr>
          <p:spPr>
            <a:xfrm>
              <a:off x="6093500" y="2927150"/>
              <a:ext cx="273600" cy="372250"/>
            </a:xfrm>
            <a:custGeom>
              <a:avLst/>
              <a:gdLst/>
              <a:ahLst/>
              <a:cxnLst/>
              <a:rect l="l" t="t" r="r" b="b"/>
              <a:pathLst>
                <a:path w="10944" h="14890" extrusionOk="0">
                  <a:moveTo>
                    <a:pt x="10603" y="0"/>
                  </a:moveTo>
                  <a:cubicBezTo>
                    <a:pt x="6929" y="0"/>
                    <a:pt x="3599" y="2887"/>
                    <a:pt x="1993" y="5995"/>
                  </a:cubicBezTo>
                  <a:cubicBezTo>
                    <a:pt x="1061" y="7802"/>
                    <a:pt x="548" y="9806"/>
                    <a:pt x="396" y="11834"/>
                  </a:cubicBezTo>
                  <a:cubicBezTo>
                    <a:pt x="328" y="12727"/>
                    <a:pt x="191" y="14890"/>
                    <a:pt x="1577" y="14890"/>
                  </a:cubicBezTo>
                  <a:cubicBezTo>
                    <a:pt x="1603" y="14890"/>
                    <a:pt x="1629" y="14889"/>
                    <a:pt x="1655" y="14887"/>
                  </a:cubicBezTo>
                  <a:cubicBezTo>
                    <a:pt x="1806" y="14876"/>
                    <a:pt x="1865" y="14631"/>
                    <a:pt x="1690" y="14608"/>
                  </a:cubicBezTo>
                  <a:cubicBezTo>
                    <a:pt x="0" y="14305"/>
                    <a:pt x="839" y="10739"/>
                    <a:pt x="1061" y="9713"/>
                  </a:cubicBezTo>
                  <a:cubicBezTo>
                    <a:pt x="1422" y="8012"/>
                    <a:pt x="2074" y="6368"/>
                    <a:pt x="3042" y="4923"/>
                  </a:cubicBezTo>
                  <a:cubicBezTo>
                    <a:pt x="4906" y="2138"/>
                    <a:pt x="7645" y="693"/>
                    <a:pt x="10873" y="133"/>
                  </a:cubicBezTo>
                  <a:cubicBezTo>
                    <a:pt x="10943" y="122"/>
                    <a:pt x="10932" y="5"/>
                    <a:pt x="10862" y="5"/>
                  </a:cubicBezTo>
                  <a:cubicBezTo>
                    <a:pt x="10775" y="2"/>
                    <a:pt x="10689" y="0"/>
                    <a:pt x="1060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046" name="Google Shape;2046;p74"/>
            <p:cNvSpPr/>
            <p:nvPr/>
          </p:nvSpPr>
          <p:spPr>
            <a:xfrm>
              <a:off x="5946300" y="2988250"/>
              <a:ext cx="39075" cy="20850"/>
            </a:xfrm>
            <a:custGeom>
              <a:avLst/>
              <a:gdLst/>
              <a:ahLst/>
              <a:cxnLst/>
              <a:rect l="l" t="t" r="r" b="b"/>
              <a:pathLst>
                <a:path w="1563" h="834" extrusionOk="0">
                  <a:moveTo>
                    <a:pt x="118" y="0"/>
                  </a:moveTo>
                  <a:cubicBezTo>
                    <a:pt x="37" y="0"/>
                    <a:pt x="1" y="132"/>
                    <a:pt x="73" y="183"/>
                  </a:cubicBezTo>
                  <a:cubicBezTo>
                    <a:pt x="480" y="440"/>
                    <a:pt x="958" y="638"/>
                    <a:pt x="1389" y="824"/>
                  </a:cubicBezTo>
                  <a:cubicBezTo>
                    <a:pt x="1404" y="831"/>
                    <a:pt x="1418" y="834"/>
                    <a:pt x="1432" y="834"/>
                  </a:cubicBezTo>
                  <a:cubicBezTo>
                    <a:pt x="1514" y="834"/>
                    <a:pt x="1563" y="725"/>
                    <a:pt x="1483" y="684"/>
                  </a:cubicBezTo>
                  <a:cubicBezTo>
                    <a:pt x="1052" y="440"/>
                    <a:pt x="609" y="172"/>
                    <a:pt x="154" y="9"/>
                  </a:cubicBezTo>
                  <a:cubicBezTo>
                    <a:pt x="141" y="3"/>
                    <a:pt x="129" y="0"/>
                    <a:pt x="118" y="0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047" name="Google Shape;2047;p74"/>
            <p:cNvSpPr/>
            <p:nvPr/>
          </p:nvSpPr>
          <p:spPr>
            <a:xfrm>
              <a:off x="6017775" y="2862525"/>
              <a:ext cx="38175" cy="25975"/>
            </a:xfrm>
            <a:custGeom>
              <a:avLst/>
              <a:gdLst/>
              <a:ahLst/>
              <a:cxnLst/>
              <a:rect l="l" t="t" r="r" b="b"/>
              <a:pathLst>
                <a:path w="1527" h="1039" extrusionOk="0">
                  <a:moveTo>
                    <a:pt x="113" y="1"/>
                  </a:moveTo>
                  <a:cubicBezTo>
                    <a:pt x="38" y="1"/>
                    <a:pt x="1" y="108"/>
                    <a:pt x="69" y="166"/>
                  </a:cubicBezTo>
                  <a:cubicBezTo>
                    <a:pt x="488" y="469"/>
                    <a:pt x="943" y="749"/>
                    <a:pt x="1386" y="1029"/>
                  </a:cubicBezTo>
                  <a:cubicBezTo>
                    <a:pt x="1398" y="1035"/>
                    <a:pt x="1410" y="1039"/>
                    <a:pt x="1421" y="1039"/>
                  </a:cubicBezTo>
                  <a:cubicBezTo>
                    <a:pt x="1485" y="1039"/>
                    <a:pt x="1527" y="940"/>
                    <a:pt x="1467" y="900"/>
                  </a:cubicBezTo>
                  <a:cubicBezTo>
                    <a:pt x="1036" y="597"/>
                    <a:pt x="605" y="283"/>
                    <a:pt x="162" y="15"/>
                  </a:cubicBezTo>
                  <a:cubicBezTo>
                    <a:pt x="145" y="5"/>
                    <a:pt x="128" y="1"/>
                    <a:pt x="113" y="1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048" name="Google Shape;2048;p74"/>
            <p:cNvSpPr/>
            <p:nvPr/>
          </p:nvSpPr>
          <p:spPr>
            <a:xfrm>
              <a:off x="6105500" y="2785975"/>
              <a:ext cx="31775" cy="37200"/>
            </a:xfrm>
            <a:custGeom>
              <a:avLst/>
              <a:gdLst/>
              <a:ahLst/>
              <a:cxnLst/>
              <a:rect l="l" t="t" r="r" b="b"/>
              <a:pathLst>
                <a:path w="1271" h="1488" extrusionOk="0">
                  <a:moveTo>
                    <a:pt x="119" y="0"/>
                  </a:moveTo>
                  <a:cubicBezTo>
                    <a:pt x="62" y="0"/>
                    <a:pt x="1" y="64"/>
                    <a:pt x="33" y="128"/>
                  </a:cubicBezTo>
                  <a:cubicBezTo>
                    <a:pt x="313" y="664"/>
                    <a:pt x="674" y="1119"/>
                    <a:pt x="1152" y="1480"/>
                  </a:cubicBezTo>
                  <a:cubicBezTo>
                    <a:pt x="1160" y="1485"/>
                    <a:pt x="1170" y="1488"/>
                    <a:pt x="1179" y="1488"/>
                  </a:cubicBezTo>
                  <a:cubicBezTo>
                    <a:pt x="1228" y="1488"/>
                    <a:pt x="1271" y="1415"/>
                    <a:pt x="1222" y="1375"/>
                  </a:cubicBezTo>
                  <a:cubicBezTo>
                    <a:pt x="790" y="1002"/>
                    <a:pt x="429" y="559"/>
                    <a:pt x="184" y="47"/>
                  </a:cubicBezTo>
                  <a:cubicBezTo>
                    <a:pt x="170" y="14"/>
                    <a:pt x="145" y="0"/>
                    <a:pt x="119" y="0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049" name="Google Shape;2049;p74"/>
            <p:cNvSpPr/>
            <p:nvPr/>
          </p:nvSpPr>
          <p:spPr>
            <a:xfrm>
              <a:off x="6225650" y="2703850"/>
              <a:ext cx="20925" cy="42700"/>
            </a:xfrm>
            <a:custGeom>
              <a:avLst/>
              <a:gdLst/>
              <a:ahLst/>
              <a:cxnLst/>
              <a:rect l="l" t="t" r="r" b="b"/>
              <a:pathLst>
                <a:path w="837" h="1708" extrusionOk="0">
                  <a:moveTo>
                    <a:pt x="112" y="1"/>
                  </a:moveTo>
                  <a:cubicBezTo>
                    <a:pt x="56" y="1"/>
                    <a:pt x="1" y="46"/>
                    <a:pt x="28" y="115"/>
                  </a:cubicBezTo>
                  <a:cubicBezTo>
                    <a:pt x="238" y="639"/>
                    <a:pt x="460" y="1152"/>
                    <a:pt x="681" y="1677"/>
                  </a:cubicBezTo>
                  <a:cubicBezTo>
                    <a:pt x="692" y="1699"/>
                    <a:pt x="712" y="1708"/>
                    <a:pt x="734" y="1708"/>
                  </a:cubicBezTo>
                  <a:cubicBezTo>
                    <a:pt x="781" y="1708"/>
                    <a:pt x="837" y="1663"/>
                    <a:pt x="821" y="1607"/>
                  </a:cubicBezTo>
                  <a:cubicBezTo>
                    <a:pt x="623" y="1094"/>
                    <a:pt x="413" y="581"/>
                    <a:pt x="203" y="68"/>
                  </a:cubicBezTo>
                  <a:cubicBezTo>
                    <a:pt x="189" y="21"/>
                    <a:pt x="150" y="1"/>
                    <a:pt x="112" y="1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050" name="Google Shape;2050;p74"/>
            <p:cNvSpPr/>
            <p:nvPr/>
          </p:nvSpPr>
          <p:spPr>
            <a:xfrm>
              <a:off x="6360650" y="2649175"/>
              <a:ext cx="11750" cy="53450"/>
            </a:xfrm>
            <a:custGeom>
              <a:avLst/>
              <a:gdLst/>
              <a:ahLst/>
              <a:cxnLst/>
              <a:rect l="l" t="t" r="r" b="b"/>
              <a:pathLst>
                <a:path w="470" h="2138" extrusionOk="0">
                  <a:moveTo>
                    <a:pt x="173" y="1"/>
                  </a:moveTo>
                  <a:cubicBezTo>
                    <a:pt x="127" y="1"/>
                    <a:pt x="81" y="31"/>
                    <a:pt x="71" y="99"/>
                  </a:cubicBezTo>
                  <a:cubicBezTo>
                    <a:pt x="1" y="787"/>
                    <a:pt x="71" y="1440"/>
                    <a:pt x="304" y="2092"/>
                  </a:cubicBezTo>
                  <a:cubicBezTo>
                    <a:pt x="318" y="2124"/>
                    <a:pt x="347" y="2138"/>
                    <a:pt x="376" y="2138"/>
                  </a:cubicBezTo>
                  <a:cubicBezTo>
                    <a:pt x="423" y="2138"/>
                    <a:pt x="470" y="2103"/>
                    <a:pt x="455" y="2046"/>
                  </a:cubicBezTo>
                  <a:cubicBezTo>
                    <a:pt x="246" y="1428"/>
                    <a:pt x="176" y="775"/>
                    <a:pt x="269" y="123"/>
                  </a:cubicBezTo>
                  <a:cubicBezTo>
                    <a:pt x="282" y="46"/>
                    <a:pt x="228" y="1"/>
                    <a:pt x="173" y="1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051" name="Google Shape;2051;p74"/>
            <p:cNvSpPr/>
            <p:nvPr/>
          </p:nvSpPr>
          <p:spPr>
            <a:xfrm>
              <a:off x="6515525" y="2643825"/>
              <a:ext cx="12700" cy="58825"/>
            </a:xfrm>
            <a:custGeom>
              <a:avLst/>
              <a:gdLst/>
              <a:ahLst/>
              <a:cxnLst/>
              <a:rect l="l" t="t" r="r" b="b"/>
              <a:pathLst>
                <a:path w="508" h="2353" extrusionOk="0">
                  <a:moveTo>
                    <a:pt x="432" y="1"/>
                  </a:moveTo>
                  <a:cubicBezTo>
                    <a:pt x="409" y="1"/>
                    <a:pt x="388" y="11"/>
                    <a:pt x="379" y="34"/>
                  </a:cubicBezTo>
                  <a:cubicBezTo>
                    <a:pt x="76" y="698"/>
                    <a:pt x="29" y="1560"/>
                    <a:pt x="6" y="2283"/>
                  </a:cubicBezTo>
                  <a:cubicBezTo>
                    <a:pt x="0" y="2330"/>
                    <a:pt x="35" y="2353"/>
                    <a:pt x="73" y="2353"/>
                  </a:cubicBezTo>
                  <a:cubicBezTo>
                    <a:pt x="111" y="2353"/>
                    <a:pt x="152" y="2330"/>
                    <a:pt x="157" y="2283"/>
                  </a:cubicBezTo>
                  <a:cubicBezTo>
                    <a:pt x="227" y="1537"/>
                    <a:pt x="449" y="803"/>
                    <a:pt x="507" y="69"/>
                  </a:cubicBezTo>
                  <a:cubicBezTo>
                    <a:pt x="507" y="26"/>
                    <a:pt x="468" y="1"/>
                    <a:pt x="432" y="1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052" name="Google Shape;2052;p74"/>
            <p:cNvSpPr/>
            <p:nvPr/>
          </p:nvSpPr>
          <p:spPr>
            <a:xfrm>
              <a:off x="6645800" y="2703625"/>
              <a:ext cx="21875" cy="42125"/>
            </a:xfrm>
            <a:custGeom>
              <a:avLst/>
              <a:gdLst/>
              <a:ahLst/>
              <a:cxnLst/>
              <a:rect l="l" t="t" r="r" b="b"/>
              <a:pathLst>
                <a:path w="875" h="1685" extrusionOk="0">
                  <a:moveTo>
                    <a:pt x="751" y="1"/>
                  </a:moveTo>
                  <a:cubicBezTo>
                    <a:pt x="723" y="1"/>
                    <a:pt x="696" y="16"/>
                    <a:pt x="680" y="54"/>
                  </a:cubicBezTo>
                  <a:cubicBezTo>
                    <a:pt x="459" y="567"/>
                    <a:pt x="226" y="1080"/>
                    <a:pt x="16" y="1592"/>
                  </a:cubicBezTo>
                  <a:cubicBezTo>
                    <a:pt x="1" y="1646"/>
                    <a:pt x="46" y="1685"/>
                    <a:pt x="89" y="1685"/>
                  </a:cubicBezTo>
                  <a:cubicBezTo>
                    <a:pt x="111" y="1685"/>
                    <a:pt x="132" y="1675"/>
                    <a:pt x="144" y="1651"/>
                  </a:cubicBezTo>
                  <a:cubicBezTo>
                    <a:pt x="389" y="1150"/>
                    <a:pt x="610" y="648"/>
                    <a:pt x="844" y="147"/>
                  </a:cubicBezTo>
                  <a:cubicBezTo>
                    <a:pt x="875" y="69"/>
                    <a:pt x="811" y="1"/>
                    <a:pt x="751" y="1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053" name="Google Shape;2053;p74"/>
            <p:cNvSpPr/>
            <p:nvPr/>
          </p:nvSpPr>
          <p:spPr>
            <a:xfrm>
              <a:off x="6750775" y="2797175"/>
              <a:ext cx="31725" cy="36225"/>
            </a:xfrm>
            <a:custGeom>
              <a:avLst/>
              <a:gdLst/>
              <a:ahLst/>
              <a:cxnLst/>
              <a:rect l="l" t="t" r="r" b="b"/>
              <a:pathLst>
                <a:path w="1269" h="1449" extrusionOk="0">
                  <a:moveTo>
                    <a:pt x="1170" y="0"/>
                  </a:moveTo>
                  <a:cubicBezTo>
                    <a:pt x="1153" y="0"/>
                    <a:pt x="1135" y="9"/>
                    <a:pt x="1120" y="30"/>
                  </a:cubicBezTo>
                  <a:cubicBezTo>
                    <a:pt x="758" y="461"/>
                    <a:pt x="397" y="904"/>
                    <a:pt x="36" y="1347"/>
                  </a:cubicBezTo>
                  <a:cubicBezTo>
                    <a:pt x="1" y="1391"/>
                    <a:pt x="39" y="1448"/>
                    <a:pt x="80" y="1448"/>
                  </a:cubicBezTo>
                  <a:cubicBezTo>
                    <a:pt x="93" y="1448"/>
                    <a:pt x="106" y="1442"/>
                    <a:pt x="118" y="1428"/>
                  </a:cubicBezTo>
                  <a:cubicBezTo>
                    <a:pt x="490" y="997"/>
                    <a:pt x="863" y="566"/>
                    <a:pt x="1225" y="135"/>
                  </a:cubicBezTo>
                  <a:cubicBezTo>
                    <a:pt x="1268" y="74"/>
                    <a:pt x="1221" y="0"/>
                    <a:pt x="1170" y="0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054" name="Google Shape;2054;p74"/>
            <p:cNvSpPr/>
            <p:nvPr/>
          </p:nvSpPr>
          <p:spPr>
            <a:xfrm>
              <a:off x="6848675" y="2911350"/>
              <a:ext cx="37100" cy="25825"/>
            </a:xfrm>
            <a:custGeom>
              <a:avLst/>
              <a:gdLst/>
              <a:ahLst/>
              <a:cxnLst/>
              <a:rect l="l" t="t" r="r" b="b"/>
              <a:pathLst>
                <a:path w="1484" h="1033" extrusionOk="0">
                  <a:moveTo>
                    <a:pt x="1380" y="0"/>
                  </a:moveTo>
                  <a:cubicBezTo>
                    <a:pt x="1371" y="0"/>
                    <a:pt x="1362" y="3"/>
                    <a:pt x="1353" y="8"/>
                  </a:cubicBezTo>
                  <a:cubicBezTo>
                    <a:pt x="898" y="276"/>
                    <a:pt x="479" y="602"/>
                    <a:pt x="59" y="905"/>
                  </a:cubicBezTo>
                  <a:cubicBezTo>
                    <a:pt x="0" y="944"/>
                    <a:pt x="32" y="1033"/>
                    <a:pt x="85" y="1033"/>
                  </a:cubicBezTo>
                  <a:cubicBezTo>
                    <a:pt x="95" y="1033"/>
                    <a:pt x="106" y="1029"/>
                    <a:pt x="117" y="1022"/>
                  </a:cubicBezTo>
                  <a:cubicBezTo>
                    <a:pt x="560" y="719"/>
                    <a:pt x="1015" y="439"/>
                    <a:pt x="1434" y="113"/>
                  </a:cubicBezTo>
                  <a:cubicBezTo>
                    <a:pt x="1484" y="73"/>
                    <a:pt x="1433" y="0"/>
                    <a:pt x="1380" y="0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055" name="Google Shape;2055;p74"/>
            <p:cNvSpPr/>
            <p:nvPr/>
          </p:nvSpPr>
          <p:spPr>
            <a:xfrm>
              <a:off x="6919800" y="3037875"/>
              <a:ext cx="47900" cy="25725"/>
            </a:xfrm>
            <a:custGeom>
              <a:avLst/>
              <a:gdLst/>
              <a:ahLst/>
              <a:cxnLst/>
              <a:rect l="l" t="t" r="r" b="b"/>
              <a:pathLst>
                <a:path w="1916" h="1029" extrusionOk="0">
                  <a:moveTo>
                    <a:pt x="1841" y="0"/>
                  </a:moveTo>
                  <a:cubicBezTo>
                    <a:pt x="1833" y="0"/>
                    <a:pt x="1826" y="2"/>
                    <a:pt x="1817" y="5"/>
                  </a:cubicBezTo>
                  <a:cubicBezTo>
                    <a:pt x="1526" y="75"/>
                    <a:pt x="1258" y="261"/>
                    <a:pt x="990" y="413"/>
                  </a:cubicBezTo>
                  <a:cubicBezTo>
                    <a:pt x="687" y="576"/>
                    <a:pt x="372" y="739"/>
                    <a:pt x="69" y="902"/>
                  </a:cubicBezTo>
                  <a:cubicBezTo>
                    <a:pt x="0" y="932"/>
                    <a:pt x="40" y="1029"/>
                    <a:pt x="104" y="1029"/>
                  </a:cubicBezTo>
                  <a:cubicBezTo>
                    <a:pt x="115" y="1029"/>
                    <a:pt x="127" y="1026"/>
                    <a:pt x="139" y="1019"/>
                  </a:cubicBezTo>
                  <a:cubicBezTo>
                    <a:pt x="454" y="855"/>
                    <a:pt x="757" y="704"/>
                    <a:pt x="1072" y="541"/>
                  </a:cubicBezTo>
                  <a:cubicBezTo>
                    <a:pt x="1340" y="401"/>
                    <a:pt x="1643" y="284"/>
                    <a:pt x="1876" y="86"/>
                  </a:cubicBezTo>
                  <a:cubicBezTo>
                    <a:pt x="1916" y="56"/>
                    <a:pt x="1887" y="0"/>
                    <a:pt x="1841" y="0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056" name="Google Shape;2056;p74"/>
            <p:cNvSpPr/>
            <p:nvPr/>
          </p:nvSpPr>
          <p:spPr>
            <a:xfrm>
              <a:off x="6963000" y="3141100"/>
              <a:ext cx="44400" cy="10550"/>
            </a:xfrm>
            <a:custGeom>
              <a:avLst/>
              <a:gdLst/>
              <a:ahLst/>
              <a:cxnLst/>
              <a:rect l="l" t="t" r="r" b="b"/>
              <a:pathLst>
                <a:path w="1776" h="422" extrusionOk="0">
                  <a:moveTo>
                    <a:pt x="1638" y="1"/>
                  </a:moveTo>
                  <a:cubicBezTo>
                    <a:pt x="1635" y="1"/>
                    <a:pt x="1631" y="1"/>
                    <a:pt x="1628" y="1"/>
                  </a:cubicBezTo>
                  <a:cubicBezTo>
                    <a:pt x="1115" y="83"/>
                    <a:pt x="602" y="176"/>
                    <a:pt x="101" y="269"/>
                  </a:cubicBezTo>
                  <a:cubicBezTo>
                    <a:pt x="0" y="281"/>
                    <a:pt x="40" y="421"/>
                    <a:pt x="136" y="421"/>
                  </a:cubicBezTo>
                  <a:cubicBezTo>
                    <a:pt x="140" y="421"/>
                    <a:pt x="144" y="421"/>
                    <a:pt x="148" y="421"/>
                  </a:cubicBezTo>
                  <a:cubicBezTo>
                    <a:pt x="649" y="339"/>
                    <a:pt x="1162" y="269"/>
                    <a:pt x="1674" y="176"/>
                  </a:cubicBezTo>
                  <a:cubicBezTo>
                    <a:pt x="1776" y="165"/>
                    <a:pt x="1736" y="1"/>
                    <a:pt x="1638" y="1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057" name="Google Shape;2057;p74"/>
            <p:cNvSpPr/>
            <p:nvPr/>
          </p:nvSpPr>
          <p:spPr>
            <a:xfrm>
              <a:off x="6985625" y="3266250"/>
              <a:ext cx="41975" cy="5500"/>
            </a:xfrm>
            <a:custGeom>
              <a:avLst/>
              <a:gdLst/>
              <a:ahLst/>
              <a:cxnLst/>
              <a:rect l="l" t="t" r="r" b="b"/>
              <a:pathLst>
                <a:path w="1679" h="220" extrusionOk="0">
                  <a:moveTo>
                    <a:pt x="1051" y="0"/>
                  </a:moveTo>
                  <a:cubicBezTo>
                    <a:pt x="723" y="0"/>
                    <a:pt x="385" y="34"/>
                    <a:pt x="82" y="42"/>
                  </a:cubicBezTo>
                  <a:cubicBezTo>
                    <a:pt x="0" y="42"/>
                    <a:pt x="0" y="181"/>
                    <a:pt x="82" y="181"/>
                  </a:cubicBezTo>
                  <a:cubicBezTo>
                    <a:pt x="395" y="181"/>
                    <a:pt x="747" y="220"/>
                    <a:pt x="1084" y="220"/>
                  </a:cubicBezTo>
                  <a:cubicBezTo>
                    <a:pt x="1274" y="220"/>
                    <a:pt x="1460" y="207"/>
                    <a:pt x="1632" y="170"/>
                  </a:cubicBezTo>
                  <a:cubicBezTo>
                    <a:pt x="1678" y="146"/>
                    <a:pt x="1678" y="65"/>
                    <a:pt x="1632" y="53"/>
                  </a:cubicBezTo>
                  <a:cubicBezTo>
                    <a:pt x="1450" y="13"/>
                    <a:pt x="1252" y="0"/>
                    <a:pt x="1051" y="0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058" name="Google Shape;2058;p74"/>
            <p:cNvSpPr/>
            <p:nvPr/>
          </p:nvSpPr>
          <p:spPr>
            <a:xfrm>
              <a:off x="6985725" y="3360500"/>
              <a:ext cx="31375" cy="9375"/>
            </a:xfrm>
            <a:custGeom>
              <a:avLst/>
              <a:gdLst/>
              <a:ahLst/>
              <a:cxnLst/>
              <a:rect l="l" t="t" r="r" b="b"/>
              <a:pathLst>
                <a:path w="1255" h="375" extrusionOk="0">
                  <a:moveTo>
                    <a:pt x="1173" y="1"/>
                  </a:moveTo>
                  <a:cubicBezTo>
                    <a:pt x="812" y="1"/>
                    <a:pt x="416" y="164"/>
                    <a:pt x="78" y="246"/>
                  </a:cubicBezTo>
                  <a:cubicBezTo>
                    <a:pt x="0" y="268"/>
                    <a:pt x="28" y="375"/>
                    <a:pt x="91" y="375"/>
                  </a:cubicBezTo>
                  <a:cubicBezTo>
                    <a:pt x="95" y="375"/>
                    <a:pt x="98" y="374"/>
                    <a:pt x="101" y="374"/>
                  </a:cubicBezTo>
                  <a:cubicBezTo>
                    <a:pt x="462" y="304"/>
                    <a:pt x="882" y="269"/>
                    <a:pt x="1208" y="117"/>
                  </a:cubicBezTo>
                  <a:cubicBezTo>
                    <a:pt x="1255" y="82"/>
                    <a:pt x="1232" y="1"/>
                    <a:pt x="11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059" name="Google Shape;2059;p74"/>
            <p:cNvSpPr/>
            <p:nvPr/>
          </p:nvSpPr>
          <p:spPr>
            <a:xfrm>
              <a:off x="6319000" y="2840150"/>
              <a:ext cx="62950" cy="25950"/>
            </a:xfrm>
            <a:custGeom>
              <a:avLst/>
              <a:gdLst/>
              <a:ahLst/>
              <a:cxnLst/>
              <a:rect l="l" t="t" r="r" b="b"/>
              <a:pathLst>
                <a:path w="2518" h="1038" extrusionOk="0">
                  <a:moveTo>
                    <a:pt x="1259" y="1"/>
                  </a:moveTo>
                  <a:cubicBezTo>
                    <a:pt x="560" y="1"/>
                    <a:pt x="0" y="234"/>
                    <a:pt x="0" y="525"/>
                  </a:cubicBezTo>
                  <a:cubicBezTo>
                    <a:pt x="0" y="805"/>
                    <a:pt x="560" y="1038"/>
                    <a:pt x="1259" y="1038"/>
                  </a:cubicBezTo>
                  <a:cubicBezTo>
                    <a:pt x="1958" y="1038"/>
                    <a:pt x="2518" y="805"/>
                    <a:pt x="2518" y="525"/>
                  </a:cubicBezTo>
                  <a:cubicBezTo>
                    <a:pt x="2518" y="234"/>
                    <a:pt x="1958" y="1"/>
                    <a:pt x="1259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060" name="Google Shape;2060;p74"/>
            <p:cNvSpPr/>
            <p:nvPr/>
          </p:nvSpPr>
          <p:spPr>
            <a:xfrm>
              <a:off x="6424175" y="2798700"/>
              <a:ext cx="66175" cy="67450"/>
            </a:xfrm>
            <a:custGeom>
              <a:avLst/>
              <a:gdLst/>
              <a:ahLst/>
              <a:cxnLst/>
              <a:rect l="l" t="t" r="r" b="b"/>
              <a:pathLst>
                <a:path w="2647" h="2698" extrusionOk="0">
                  <a:moveTo>
                    <a:pt x="535" y="1"/>
                  </a:moveTo>
                  <a:cubicBezTo>
                    <a:pt x="490" y="1"/>
                    <a:pt x="443" y="33"/>
                    <a:pt x="432" y="97"/>
                  </a:cubicBezTo>
                  <a:cubicBezTo>
                    <a:pt x="339" y="878"/>
                    <a:pt x="1" y="2638"/>
                    <a:pt x="1283" y="2696"/>
                  </a:cubicBezTo>
                  <a:cubicBezTo>
                    <a:pt x="1299" y="2697"/>
                    <a:pt x="1315" y="2697"/>
                    <a:pt x="1331" y="2697"/>
                  </a:cubicBezTo>
                  <a:cubicBezTo>
                    <a:pt x="1755" y="2697"/>
                    <a:pt x="2141" y="2403"/>
                    <a:pt x="2343" y="2043"/>
                  </a:cubicBezTo>
                  <a:cubicBezTo>
                    <a:pt x="2646" y="1484"/>
                    <a:pt x="2530" y="808"/>
                    <a:pt x="2425" y="213"/>
                  </a:cubicBezTo>
                  <a:cubicBezTo>
                    <a:pt x="2410" y="137"/>
                    <a:pt x="2355" y="104"/>
                    <a:pt x="2297" y="104"/>
                  </a:cubicBezTo>
                  <a:cubicBezTo>
                    <a:pt x="2213" y="104"/>
                    <a:pt x="2124" y="173"/>
                    <a:pt x="2145" y="283"/>
                  </a:cubicBezTo>
                  <a:cubicBezTo>
                    <a:pt x="2227" y="750"/>
                    <a:pt x="2331" y="1286"/>
                    <a:pt x="2157" y="1752"/>
                  </a:cubicBezTo>
                  <a:cubicBezTo>
                    <a:pt x="2022" y="2092"/>
                    <a:pt x="1696" y="2405"/>
                    <a:pt x="1340" y="2405"/>
                  </a:cubicBezTo>
                  <a:cubicBezTo>
                    <a:pt x="1233" y="2405"/>
                    <a:pt x="1123" y="2376"/>
                    <a:pt x="1014" y="2311"/>
                  </a:cubicBezTo>
                  <a:cubicBezTo>
                    <a:pt x="269" y="1880"/>
                    <a:pt x="677" y="773"/>
                    <a:pt x="630" y="97"/>
                  </a:cubicBezTo>
                  <a:cubicBezTo>
                    <a:pt x="624" y="33"/>
                    <a:pt x="580" y="1"/>
                    <a:pt x="53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061" name="Google Shape;2061;p74"/>
            <p:cNvSpPr/>
            <p:nvPr/>
          </p:nvSpPr>
          <p:spPr>
            <a:xfrm>
              <a:off x="6326175" y="2736125"/>
              <a:ext cx="92500" cy="78600"/>
            </a:xfrm>
            <a:custGeom>
              <a:avLst/>
              <a:gdLst/>
              <a:ahLst/>
              <a:cxnLst/>
              <a:rect l="l" t="t" r="r" b="b"/>
              <a:pathLst>
                <a:path w="3700" h="3144" extrusionOk="0">
                  <a:moveTo>
                    <a:pt x="1564" y="1"/>
                  </a:moveTo>
                  <a:cubicBezTo>
                    <a:pt x="79" y="1"/>
                    <a:pt x="1" y="1893"/>
                    <a:pt x="168" y="3008"/>
                  </a:cubicBezTo>
                  <a:cubicBezTo>
                    <a:pt x="183" y="3101"/>
                    <a:pt x="266" y="3144"/>
                    <a:pt x="350" y="3144"/>
                  </a:cubicBezTo>
                  <a:cubicBezTo>
                    <a:pt x="454" y="3144"/>
                    <a:pt x="560" y="3078"/>
                    <a:pt x="541" y="2961"/>
                  </a:cubicBezTo>
                  <a:cubicBezTo>
                    <a:pt x="432" y="2077"/>
                    <a:pt x="343" y="385"/>
                    <a:pt x="1568" y="385"/>
                  </a:cubicBezTo>
                  <a:cubicBezTo>
                    <a:pt x="1650" y="385"/>
                    <a:pt x="1739" y="393"/>
                    <a:pt x="1834" y="409"/>
                  </a:cubicBezTo>
                  <a:cubicBezTo>
                    <a:pt x="3151" y="642"/>
                    <a:pt x="3233" y="2006"/>
                    <a:pt x="3338" y="3078"/>
                  </a:cubicBezTo>
                  <a:cubicBezTo>
                    <a:pt x="3338" y="3089"/>
                    <a:pt x="3347" y="3095"/>
                    <a:pt x="3357" y="3095"/>
                  </a:cubicBezTo>
                  <a:cubicBezTo>
                    <a:pt x="3367" y="3095"/>
                    <a:pt x="3379" y="3089"/>
                    <a:pt x="3384" y="3078"/>
                  </a:cubicBezTo>
                  <a:cubicBezTo>
                    <a:pt x="3699" y="1877"/>
                    <a:pt x="3210" y="164"/>
                    <a:pt x="1776" y="13"/>
                  </a:cubicBezTo>
                  <a:cubicBezTo>
                    <a:pt x="1702" y="5"/>
                    <a:pt x="1632" y="1"/>
                    <a:pt x="15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062" name="Google Shape;2062;p74"/>
            <p:cNvSpPr/>
            <p:nvPr/>
          </p:nvSpPr>
          <p:spPr>
            <a:xfrm>
              <a:off x="6537800" y="2840150"/>
              <a:ext cx="63250" cy="25950"/>
            </a:xfrm>
            <a:custGeom>
              <a:avLst/>
              <a:gdLst/>
              <a:ahLst/>
              <a:cxnLst/>
              <a:rect l="l" t="t" r="r" b="b"/>
              <a:pathLst>
                <a:path w="2530" h="1038" extrusionOk="0">
                  <a:moveTo>
                    <a:pt x="1271" y="1"/>
                  </a:moveTo>
                  <a:cubicBezTo>
                    <a:pt x="572" y="1"/>
                    <a:pt x="1" y="234"/>
                    <a:pt x="1" y="525"/>
                  </a:cubicBezTo>
                  <a:cubicBezTo>
                    <a:pt x="1" y="805"/>
                    <a:pt x="572" y="1038"/>
                    <a:pt x="1271" y="1038"/>
                  </a:cubicBezTo>
                  <a:cubicBezTo>
                    <a:pt x="1959" y="1038"/>
                    <a:pt x="2530" y="805"/>
                    <a:pt x="2530" y="525"/>
                  </a:cubicBezTo>
                  <a:cubicBezTo>
                    <a:pt x="2530" y="234"/>
                    <a:pt x="1959" y="1"/>
                    <a:pt x="127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063" name="Google Shape;2063;p74"/>
            <p:cNvSpPr/>
            <p:nvPr/>
          </p:nvSpPr>
          <p:spPr>
            <a:xfrm>
              <a:off x="6501100" y="2736125"/>
              <a:ext cx="92475" cy="78600"/>
            </a:xfrm>
            <a:custGeom>
              <a:avLst/>
              <a:gdLst/>
              <a:ahLst/>
              <a:cxnLst/>
              <a:rect l="l" t="t" r="r" b="b"/>
              <a:pathLst>
                <a:path w="3699" h="3144" extrusionOk="0">
                  <a:moveTo>
                    <a:pt x="2135" y="1"/>
                  </a:moveTo>
                  <a:cubicBezTo>
                    <a:pt x="2068" y="1"/>
                    <a:pt x="1997" y="5"/>
                    <a:pt x="1923" y="13"/>
                  </a:cubicBezTo>
                  <a:cubicBezTo>
                    <a:pt x="490" y="164"/>
                    <a:pt x="0" y="1877"/>
                    <a:pt x="315" y="3078"/>
                  </a:cubicBezTo>
                  <a:cubicBezTo>
                    <a:pt x="321" y="3089"/>
                    <a:pt x="332" y="3095"/>
                    <a:pt x="343" y="3095"/>
                  </a:cubicBezTo>
                  <a:cubicBezTo>
                    <a:pt x="353" y="3095"/>
                    <a:pt x="362" y="3089"/>
                    <a:pt x="362" y="3078"/>
                  </a:cubicBezTo>
                  <a:cubicBezTo>
                    <a:pt x="478" y="2006"/>
                    <a:pt x="548" y="642"/>
                    <a:pt x="1865" y="409"/>
                  </a:cubicBezTo>
                  <a:cubicBezTo>
                    <a:pt x="1960" y="393"/>
                    <a:pt x="2049" y="385"/>
                    <a:pt x="2132" y="385"/>
                  </a:cubicBezTo>
                  <a:cubicBezTo>
                    <a:pt x="3358" y="385"/>
                    <a:pt x="3279" y="2077"/>
                    <a:pt x="3159" y="2961"/>
                  </a:cubicBezTo>
                  <a:cubicBezTo>
                    <a:pt x="3146" y="3078"/>
                    <a:pt x="3251" y="3144"/>
                    <a:pt x="3354" y="3144"/>
                  </a:cubicBezTo>
                  <a:cubicBezTo>
                    <a:pt x="3436" y="3144"/>
                    <a:pt x="3516" y="3101"/>
                    <a:pt x="3532" y="3008"/>
                  </a:cubicBezTo>
                  <a:cubicBezTo>
                    <a:pt x="3699" y="1893"/>
                    <a:pt x="3621" y="1"/>
                    <a:pt x="213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064" name="Google Shape;2064;p74"/>
            <p:cNvSpPr/>
            <p:nvPr/>
          </p:nvSpPr>
          <p:spPr>
            <a:xfrm>
              <a:off x="7085550" y="2961450"/>
              <a:ext cx="125900" cy="506125"/>
            </a:xfrm>
            <a:custGeom>
              <a:avLst/>
              <a:gdLst/>
              <a:ahLst/>
              <a:cxnLst/>
              <a:rect l="l" t="t" r="r" b="b"/>
              <a:pathLst>
                <a:path w="5036" h="20245" extrusionOk="0">
                  <a:moveTo>
                    <a:pt x="72" y="0"/>
                  </a:moveTo>
                  <a:cubicBezTo>
                    <a:pt x="36" y="0"/>
                    <a:pt x="0" y="42"/>
                    <a:pt x="24" y="90"/>
                  </a:cubicBezTo>
                  <a:cubicBezTo>
                    <a:pt x="1422" y="3225"/>
                    <a:pt x="2483" y="6500"/>
                    <a:pt x="3136" y="9879"/>
                  </a:cubicBezTo>
                  <a:cubicBezTo>
                    <a:pt x="3788" y="13306"/>
                    <a:pt x="3777" y="16639"/>
                    <a:pt x="3893" y="20100"/>
                  </a:cubicBezTo>
                  <a:cubicBezTo>
                    <a:pt x="3899" y="20198"/>
                    <a:pt x="3967" y="20244"/>
                    <a:pt x="4037" y="20244"/>
                  </a:cubicBezTo>
                  <a:cubicBezTo>
                    <a:pt x="4109" y="20244"/>
                    <a:pt x="4184" y="20195"/>
                    <a:pt x="4196" y="20100"/>
                  </a:cubicBezTo>
                  <a:cubicBezTo>
                    <a:pt x="5035" y="13364"/>
                    <a:pt x="3031" y="6034"/>
                    <a:pt x="117" y="32"/>
                  </a:cubicBezTo>
                  <a:cubicBezTo>
                    <a:pt x="106" y="9"/>
                    <a:pt x="89" y="0"/>
                    <a:pt x="7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065" name="Google Shape;2065;p74"/>
            <p:cNvSpPr/>
            <p:nvPr/>
          </p:nvSpPr>
          <p:spPr>
            <a:xfrm>
              <a:off x="5806500" y="3037875"/>
              <a:ext cx="55875" cy="243700"/>
            </a:xfrm>
            <a:custGeom>
              <a:avLst/>
              <a:gdLst/>
              <a:ahLst/>
              <a:cxnLst/>
              <a:rect l="l" t="t" r="r" b="b"/>
              <a:pathLst>
                <a:path w="2235" h="9748" extrusionOk="0">
                  <a:moveTo>
                    <a:pt x="2056" y="1"/>
                  </a:moveTo>
                  <a:cubicBezTo>
                    <a:pt x="1998" y="1"/>
                    <a:pt x="1939" y="30"/>
                    <a:pt x="1912" y="98"/>
                  </a:cubicBezTo>
                  <a:cubicBezTo>
                    <a:pt x="653" y="3151"/>
                    <a:pt x="1" y="6368"/>
                    <a:pt x="175" y="9678"/>
                  </a:cubicBezTo>
                  <a:cubicBezTo>
                    <a:pt x="181" y="9724"/>
                    <a:pt x="219" y="9748"/>
                    <a:pt x="256" y="9748"/>
                  </a:cubicBezTo>
                  <a:cubicBezTo>
                    <a:pt x="292" y="9748"/>
                    <a:pt x="327" y="9724"/>
                    <a:pt x="327" y="9678"/>
                  </a:cubicBezTo>
                  <a:cubicBezTo>
                    <a:pt x="385" y="6368"/>
                    <a:pt x="933" y="3233"/>
                    <a:pt x="2192" y="180"/>
                  </a:cubicBezTo>
                  <a:cubicBezTo>
                    <a:pt x="2234" y="73"/>
                    <a:pt x="2147" y="1"/>
                    <a:pt x="2056" y="1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grpSp>
        <p:nvGrpSpPr>
          <p:cNvPr id="2066" name="Google Shape;2066;p74"/>
          <p:cNvGrpSpPr/>
          <p:nvPr/>
        </p:nvGrpSpPr>
        <p:grpSpPr>
          <a:xfrm>
            <a:off x="8116914" y="3672538"/>
            <a:ext cx="846996" cy="1227857"/>
            <a:chOff x="3289475" y="1878575"/>
            <a:chExt cx="710925" cy="1030600"/>
          </a:xfrm>
        </p:grpSpPr>
        <p:sp>
          <p:nvSpPr>
            <p:cNvPr id="2067" name="Google Shape;2067;p74"/>
            <p:cNvSpPr/>
            <p:nvPr/>
          </p:nvSpPr>
          <p:spPr>
            <a:xfrm>
              <a:off x="3289475" y="1933075"/>
              <a:ext cx="177475" cy="184850"/>
            </a:xfrm>
            <a:custGeom>
              <a:avLst/>
              <a:gdLst/>
              <a:ahLst/>
              <a:cxnLst/>
              <a:rect l="l" t="t" r="r" b="b"/>
              <a:pathLst>
                <a:path w="7099" h="7394" extrusionOk="0">
                  <a:moveTo>
                    <a:pt x="2221" y="0"/>
                  </a:moveTo>
                  <a:cubicBezTo>
                    <a:pt x="2058" y="0"/>
                    <a:pt x="1906" y="102"/>
                    <a:pt x="1912" y="319"/>
                  </a:cubicBezTo>
                  <a:cubicBezTo>
                    <a:pt x="1924" y="529"/>
                    <a:pt x="1935" y="750"/>
                    <a:pt x="1947" y="960"/>
                  </a:cubicBezTo>
                  <a:cubicBezTo>
                    <a:pt x="1819" y="832"/>
                    <a:pt x="1702" y="715"/>
                    <a:pt x="1574" y="587"/>
                  </a:cubicBezTo>
                  <a:cubicBezTo>
                    <a:pt x="1503" y="514"/>
                    <a:pt x="1425" y="483"/>
                    <a:pt x="1350" y="483"/>
                  </a:cubicBezTo>
                  <a:cubicBezTo>
                    <a:pt x="1103" y="483"/>
                    <a:pt x="891" y="815"/>
                    <a:pt x="1096" y="1065"/>
                  </a:cubicBezTo>
                  <a:cubicBezTo>
                    <a:pt x="1224" y="1216"/>
                    <a:pt x="1329" y="1380"/>
                    <a:pt x="1423" y="1543"/>
                  </a:cubicBezTo>
                  <a:cubicBezTo>
                    <a:pt x="1233" y="1506"/>
                    <a:pt x="1044" y="1488"/>
                    <a:pt x="849" y="1488"/>
                  </a:cubicBezTo>
                  <a:cubicBezTo>
                    <a:pt x="732" y="1488"/>
                    <a:pt x="613" y="1495"/>
                    <a:pt x="490" y="1508"/>
                  </a:cubicBezTo>
                  <a:cubicBezTo>
                    <a:pt x="106" y="1543"/>
                    <a:pt x="1" y="2079"/>
                    <a:pt x="397" y="2195"/>
                  </a:cubicBezTo>
                  <a:cubicBezTo>
                    <a:pt x="851" y="2335"/>
                    <a:pt x="1306" y="2475"/>
                    <a:pt x="1772" y="2603"/>
                  </a:cubicBezTo>
                  <a:cubicBezTo>
                    <a:pt x="1806" y="2611"/>
                    <a:pt x="1839" y="2615"/>
                    <a:pt x="1869" y="2615"/>
                  </a:cubicBezTo>
                  <a:cubicBezTo>
                    <a:pt x="1974" y="2615"/>
                    <a:pt x="2056" y="2571"/>
                    <a:pt x="2110" y="2498"/>
                  </a:cubicBezTo>
                  <a:cubicBezTo>
                    <a:pt x="2250" y="3559"/>
                    <a:pt x="2833" y="4596"/>
                    <a:pt x="3485" y="5389"/>
                  </a:cubicBezTo>
                  <a:cubicBezTo>
                    <a:pt x="4115" y="6150"/>
                    <a:pt x="5434" y="7393"/>
                    <a:pt x="6542" y="7393"/>
                  </a:cubicBezTo>
                  <a:cubicBezTo>
                    <a:pt x="6604" y="7393"/>
                    <a:pt x="6665" y="7389"/>
                    <a:pt x="6725" y="7381"/>
                  </a:cubicBezTo>
                  <a:cubicBezTo>
                    <a:pt x="6935" y="7358"/>
                    <a:pt x="7098" y="7102"/>
                    <a:pt x="6912" y="6915"/>
                  </a:cubicBezTo>
                  <a:cubicBezTo>
                    <a:pt x="6539" y="6554"/>
                    <a:pt x="5991" y="6449"/>
                    <a:pt x="5548" y="6181"/>
                  </a:cubicBezTo>
                  <a:cubicBezTo>
                    <a:pt x="5035" y="5866"/>
                    <a:pt x="4569" y="5493"/>
                    <a:pt x="4173" y="5051"/>
                  </a:cubicBezTo>
                  <a:cubicBezTo>
                    <a:pt x="3345" y="4177"/>
                    <a:pt x="2949" y="3198"/>
                    <a:pt x="2553" y="2102"/>
                  </a:cubicBezTo>
                  <a:cubicBezTo>
                    <a:pt x="2623" y="2102"/>
                    <a:pt x="2681" y="2067"/>
                    <a:pt x="2728" y="2032"/>
                  </a:cubicBezTo>
                  <a:cubicBezTo>
                    <a:pt x="3066" y="1776"/>
                    <a:pt x="3392" y="1519"/>
                    <a:pt x="3683" y="1240"/>
                  </a:cubicBezTo>
                  <a:cubicBezTo>
                    <a:pt x="3887" y="1046"/>
                    <a:pt x="3704" y="731"/>
                    <a:pt x="3475" y="731"/>
                  </a:cubicBezTo>
                  <a:cubicBezTo>
                    <a:pt x="3429" y="731"/>
                    <a:pt x="3381" y="744"/>
                    <a:pt x="3334" y="774"/>
                  </a:cubicBezTo>
                  <a:cubicBezTo>
                    <a:pt x="3147" y="890"/>
                    <a:pt x="2973" y="1007"/>
                    <a:pt x="2809" y="1135"/>
                  </a:cubicBezTo>
                  <a:cubicBezTo>
                    <a:pt x="2763" y="832"/>
                    <a:pt x="2693" y="529"/>
                    <a:pt x="2576" y="226"/>
                  </a:cubicBezTo>
                  <a:cubicBezTo>
                    <a:pt x="2516" y="79"/>
                    <a:pt x="2365" y="0"/>
                    <a:pt x="222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068" name="Google Shape;2068;p74"/>
            <p:cNvSpPr/>
            <p:nvPr/>
          </p:nvSpPr>
          <p:spPr>
            <a:xfrm>
              <a:off x="3846925" y="2266175"/>
              <a:ext cx="153475" cy="217175"/>
            </a:xfrm>
            <a:custGeom>
              <a:avLst/>
              <a:gdLst/>
              <a:ahLst/>
              <a:cxnLst/>
              <a:rect l="l" t="t" r="r" b="b"/>
              <a:pathLst>
                <a:path w="6139" h="8687" extrusionOk="0">
                  <a:moveTo>
                    <a:pt x="404" y="1"/>
                  </a:moveTo>
                  <a:cubicBezTo>
                    <a:pt x="88" y="1"/>
                    <a:pt x="1" y="423"/>
                    <a:pt x="254" y="584"/>
                  </a:cubicBezTo>
                  <a:cubicBezTo>
                    <a:pt x="801" y="910"/>
                    <a:pt x="1431" y="1085"/>
                    <a:pt x="1967" y="1458"/>
                  </a:cubicBezTo>
                  <a:cubicBezTo>
                    <a:pt x="2550" y="1854"/>
                    <a:pt x="3051" y="2367"/>
                    <a:pt x="3459" y="2949"/>
                  </a:cubicBezTo>
                  <a:cubicBezTo>
                    <a:pt x="4181" y="3975"/>
                    <a:pt x="4496" y="5071"/>
                    <a:pt x="4612" y="6283"/>
                  </a:cubicBezTo>
                  <a:cubicBezTo>
                    <a:pt x="4601" y="6283"/>
                    <a:pt x="4577" y="6283"/>
                    <a:pt x="4566" y="6294"/>
                  </a:cubicBezTo>
                  <a:cubicBezTo>
                    <a:pt x="3971" y="6457"/>
                    <a:pt x="3272" y="6679"/>
                    <a:pt x="2829" y="7122"/>
                  </a:cubicBezTo>
                  <a:cubicBezTo>
                    <a:pt x="2655" y="7307"/>
                    <a:pt x="2788" y="7655"/>
                    <a:pt x="3029" y="7655"/>
                  </a:cubicBezTo>
                  <a:cubicBezTo>
                    <a:pt x="3062" y="7655"/>
                    <a:pt x="3096" y="7648"/>
                    <a:pt x="3132" y="7634"/>
                  </a:cubicBezTo>
                  <a:cubicBezTo>
                    <a:pt x="3354" y="7553"/>
                    <a:pt x="3563" y="7448"/>
                    <a:pt x="3773" y="7343"/>
                  </a:cubicBezTo>
                  <a:lnTo>
                    <a:pt x="3773" y="7343"/>
                  </a:lnTo>
                  <a:lnTo>
                    <a:pt x="3365" y="7972"/>
                  </a:lnTo>
                  <a:cubicBezTo>
                    <a:pt x="3209" y="8207"/>
                    <a:pt x="3441" y="8474"/>
                    <a:pt x="3671" y="8474"/>
                  </a:cubicBezTo>
                  <a:cubicBezTo>
                    <a:pt x="3749" y="8474"/>
                    <a:pt x="3827" y="8443"/>
                    <a:pt x="3890" y="8369"/>
                  </a:cubicBezTo>
                  <a:cubicBezTo>
                    <a:pt x="3983" y="8252"/>
                    <a:pt x="4076" y="8136"/>
                    <a:pt x="4181" y="8019"/>
                  </a:cubicBezTo>
                  <a:cubicBezTo>
                    <a:pt x="4181" y="8136"/>
                    <a:pt x="4181" y="8252"/>
                    <a:pt x="4181" y="8357"/>
                  </a:cubicBezTo>
                  <a:cubicBezTo>
                    <a:pt x="4188" y="8547"/>
                    <a:pt x="4370" y="8687"/>
                    <a:pt x="4539" y="8687"/>
                  </a:cubicBezTo>
                  <a:cubicBezTo>
                    <a:pt x="4639" y="8687"/>
                    <a:pt x="4735" y="8637"/>
                    <a:pt x="4787" y="8520"/>
                  </a:cubicBezTo>
                  <a:cubicBezTo>
                    <a:pt x="4904" y="8287"/>
                    <a:pt x="4974" y="8054"/>
                    <a:pt x="5020" y="7809"/>
                  </a:cubicBezTo>
                  <a:cubicBezTo>
                    <a:pt x="5172" y="7961"/>
                    <a:pt x="5335" y="8101"/>
                    <a:pt x="5521" y="8217"/>
                  </a:cubicBezTo>
                  <a:cubicBezTo>
                    <a:pt x="5572" y="8251"/>
                    <a:pt x="5625" y="8265"/>
                    <a:pt x="5676" y="8265"/>
                  </a:cubicBezTo>
                  <a:cubicBezTo>
                    <a:pt x="5928" y="8265"/>
                    <a:pt x="6139" y="7912"/>
                    <a:pt x="5906" y="7728"/>
                  </a:cubicBezTo>
                  <a:cubicBezTo>
                    <a:pt x="5545" y="7436"/>
                    <a:pt x="5288" y="7087"/>
                    <a:pt x="5032" y="6714"/>
                  </a:cubicBezTo>
                  <a:cubicBezTo>
                    <a:pt x="5323" y="5257"/>
                    <a:pt x="4822" y="3672"/>
                    <a:pt x="4006" y="2483"/>
                  </a:cubicBezTo>
                  <a:cubicBezTo>
                    <a:pt x="3249" y="1388"/>
                    <a:pt x="1827" y="36"/>
                    <a:pt x="417" y="1"/>
                  </a:cubicBezTo>
                  <a:cubicBezTo>
                    <a:pt x="412" y="1"/>
                    <a:pt x="408" y="1"/>
                    <a:pt x="40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069" name="Google Shape;2069;p74"/>
            <p:cNvSpPr/>
            <p:nvPr/>
          </p:nvSpPr>
          <p:spPr>
            <a:xfrm>
              <a:off x="3323850" y="2690325"/>
              <a:ext cx="114725" cy="218850"/>
            </a:xfrm>
            <a:custGeom>
              <a:avLst/>
              <a:gdLst/>
              <a:ahLst/>
              <a:cxnLst/>
              <a:rect l="l" t="t" r="r" b="b"/>
              <a:pathLst>
                <a:path w="4589" h="8754" extrusionOk="0">
                  <a:moveTo>
                    <a:pt x="4338" y="0"/>
                  </a:moveTo>
                  <a:cubicBezTo>
                    <a:pt x="4275" y="0"/>
                    <a:pt x="4212" y="26"/>
                    <a:pt x="4173" y="85"/>
                  </a:cubicBezTo>
                  <a:cubicBezTo>
                    <a:pt x="3392" y="1285"/>
                    <a:pt x="2984" y="2730"/>
                    <a:pt x="2810" y="4141"/>
                  </a:cubicBezTo>
                  <a:cubicBezTo>
                    <a:pt x="2716" y="4933"/>
                    <a:pt x="2705" y="5726"/>
                    <a:pt x="2775" y="6518"/>
                  </a:cubicBezTo>
                  <a:cubicBezTo>
                    <a:pt x="2786" y="6658"/>
                    <a:pt x="2798" y="6809"/>
                    <a:pt x="2810" y="6949"/>
                  </a:cubicBezTo>
                  <a:cubicBezTo>
                    <a:pt x="2449" y="6655"/>
                    <a:pt x="1949" y="6482"/>
                    <a:pt x="1476" y="6482"/>
                  </a:cubicBezTo>
                  <a:cubicBezTo>
                    <a:pt x="865" y="6482"/>
                    <a:pt x="299" y="6772"/>
                    <a:pt x="141" y="7462"/>
                  </a:cubicBezTo>
                  <a:cubicBezTo>
                    <a:pt x="1" y="8126"/>
                    <a:pt x="502" y="8581"/>
                    <a:pt x="1108" y="8697"/>
                  </a:cubicBezTo>
                  <a:cubicBezTo>
                    <a:pt x="1306" y="8735"/>
                    <a:pt x="1510" y="8754"/>
                    <a:pt x="1715" y="8754"/>
                  </a:cubicBezTo>
                  <a:cubicBezTo>
                    <a:pt x="2392" y="8754"/>
                    <a:pt x="3085" y="8554"/>
                    <a:pt x="3649" y="8196"/>
                  </a:cubicBezTo>
                  <a:cubicBezTo>
                    <a:pt x="3824" y="8091"/>
                    <a:pt x="3777" y="7823"/>
                    <a:pt x="3625" y="7753"/>
                  </a:cubicBezTo>
                  <a:cubicBezTo>
                    <a:pt x="3684" y="7252"/>
                    <a:pt x="3486" y="6704"/>
                    <a:pt x="3451" y="6215"/>
                  </a:cubicBezTo>
                  <a:cubicBezTo>
                    <a:pt x="3404" y="5574"/>
                    <a:pt x="3416" y="4933"/>
                    <a:pt x="3474" y="4292"/>
                  </a:cubicBezTo>
                  <a:cubicBezTo>
                    <a:pt x="3602" y="2870"/>
                    <a:pt x="4045" y="1577"/>
                    <a:pt x="4534" y="248"/>
                  </a:cubicBezTo>
                  <a:cubicBezTo>
                    <a:pt x="4589" y="101"/>
                    <a:pt x="4463" y="0"/>
                    <a:pt x="43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070" name="Google Shape;2070;p74"/>
            <p:cNvSpPr/>
            <p:nvPr/>
          </p:nvSpPr>
          <p:spPr>
            <a:xfrm>
              <a:off x="3649100" y="2688075"/>
              <a:ext cx="122025" cy="216350"/>
            </a:xfrm>
            <a:custGeom>
              <a:avLst/>
              <a:gdLst/>
              <a:ahLst/>
              <a:cxnLst/>
              <a:rect l="l" t="t" r="r" b="b"/>
              <a:pathLst>
                <a:path w="4881" h="8654" extrusionOk="0">
                  <a:moveTo>
                    <a:pt x="253" y="0"/>
                  </a:moveTo>
                  <a:cubicBezTo>
                    <a:pt x="126" y="0"/>
                    <a:pt x="0" y="107"/>
                    <a:pt x="55" y="257"/>
                  </a:cubicBezTo>
                  <a:cubicBezTo>
                    <a:pt x="603" y="1562"/>
                    <a:pt x="1093" y="2844"/>
                    <a:pt x="1267" y="4266"/>
                  </a:cubicBezTo>
                  <a:cubicBezTo>
                    <a:pt x="1349" y="4895"/>
                    <a:pt x="1384" y="5547"/>
                    <a:pt x="1361" y="6188"/>
                  </a:cubicBezTo>
                  <a:cubicBezTo>
                    <a:pt x="1337" y="6678"/>
                    <a:pt x="1174" y="7226"/>
                    <a:pt x="1244" y="7715"/>
                  </a:cubicBezTo>
                  <a:cubicBezTo>
                    <a:pt x="1081" y="7797"/>
                    <a:pt x="1046" y="8065"/>
                    <a:pt x="1232" y="8170"/>
                  </a:cubicBezTo>
                  <a:cubicBezTo>
                    <a:pt x="1773" y="8482"/>
                    <a:pt x="2429" y="8654"/>
                    <a:pt x="3069" y="8654"/>
                  </a:cubicBezTo>
                  <a:cubicBezTo>
                    <a:pt x="3313" y="8654"/>
                    <a:pt x="3553" y="8629"/>
                    <a:pt x="3785" y="8578"/>
                  </a:cubicBezTo>
                  <a:cubicBezTo>
                    <a:pt x="4391" y="8438"/>
                    <a:pt x="4880" y="7960"/>
                    <a:pt x="4705" y="7319"/>
                  </a:cubicBezTo>
                  <a:cubicBezTo>
                    <a:pt x="4534" y="6653"/>
                    <a:pt x="3994" y="6374"/>
                    <a:pt x="3407" y="6374"/>
                  </a:cubicBezTo>
                  <a:cubicBezTo>
                    <a:pt x="2916" y="6374"/>
                    <a:pt x="2392" y="6570"/>
                    <a:pt x="2025" y="6899"/>
                  </a:cubicBezTo>
                  <a:cubicBezTo>
                    <a:pt x="2037" y="6748"/>
                    <a:pt x="2037" y="6596"/>
                    <a:pt x="2048" y="6457"/>
                  </a:cubicBezTo>
                  <a:cubicBezTo>
                    <a:pt x="2095" y="5664"/>
                    <a:pt x="2048" y="4872"/>
                    <a:pt x="1920" y="4091"/>
                  </a:cubicBezTo>
                  <a:cubicBezTo>
                    <a:pt x="1699" y="2681"/>
                    <a:pt x="1232" y="1259"/>
                    <a:pt x="417" y="82"/>
                  </a:cubicBezTo>
                  <a:cubicBezTo>
                    <a:pt x="375" y="25"/>
                    <a:pt x="314" y="0"/>
                    <a:pt x="25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071" name="Google Shape;2071;p74"/>
            <p:cNvSpPr/>
            <p:nvPr/>
          </p:nvSpPr>
          <p:spPr>
            <a:xfrm>
              <a:off x="3353000" y="1928700"/>
              <a:ext cx="636925" cy="812825"/>
            </a:xfrm>
            <a:custGeom>
              <a:avLst/>
              <a:gdLst/>
              <a:ahLst/>
              <a:cxnLst/>
              <a:rect l="l" t="t" r="r" b="b"/>
              <a:pathLst>
                <a:path w="25477" h="32513" extrusionOk="0">
                  <a:moveTo>
                    <a:pt x="11050" y="0"/>
                  </a:moveTo>
                  <a:cubicBezTo>
                    <a:pt x="8519" y="0"/>
                    <a:pt x="5898" y="1371"/>
                    <a:pt x="5221" y="3967"/>
                  </a:cubicBezTo>
                  <a:cubicBezTo>
                    <a:pt x="4161" y="8081"/>
                    <a:pt x="0" y="21250"/>
                    <a:pt x="443" y="26692"/>
                  </a:cubicBezTo>
                  <a:cubicBezTo>
                    <a:pt x="898" y="32135"/>
                    <a:pt x="6235" y="32030"/>
                    <a:pt x="10221" y="32403"/>
                  </a:cubicBezTo>
                  <a:cubicBezTo>
                    <a:pt x="10935" y="32472"/>
                    <a:pt x="11637" y="32512"/>
                    <a:pt x="12314" y="32512"/>
                  </a:cubicBezTo>
                  <a:cubicBezTo>
                    <a:pt x="15429" y="32512"/>
                    <a:pt x="18009" y="31649"/>
                    <a:pt x="18717" y="28662"/>
                  </a:cubicBezTo>
                  <a:cubicBezTo>
                    <a:pt x="19579" y="25038"/>
                    <a:pt x="20046" y="17008"/>
                    <a:pt x="21363" y="13185"/>
                  </a:cubicBezTo>
                  <a:cubicBezTo>
                    <a:pt x="22691" y="9374"/>
                    <a:pt x="25476" y="5738"/>
                    <a:pt x="22330" y="4153"/>
                  </a:cubicBezTo>
                  <a:cubicBezTo>
                    <a:pt x="19183" y="2568"/>
                    <a:pt x="15034" y="587"/>
                    <a:pt x="12202" y="98"/>
                  </a:cubicBezTo>
                  <a:cubicBezTo>
                    <a:pt x="11825" y="33"/>
                    <a:pt x="11439" y="0"/>
                    <a:pt x="1105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072" name="Google Shape;2072;p74"/>
            <p:cNvSpPr/>
            <p:nvPr/>
          </p:nvSpPr>
          <p:spPr>
            <a:xfrm>
              <a:off x="3508875" y="1928650"/>
              <a:ext cx="481050" cy="805475"/>
            </a:xfrm>
            <a:custGeom>
              <a:avLst/>
              <a:gdLst/>
              <a:ahLst/>
              <a:cxnLst/>
              <a:rect l="l" t="t" r="r" b="b"/>
              <a:pathLst>
                <a:path w="19242" h="32219" extrusionOk="0">
                  <a:moveTo>
                    <a:pt x="4815" y="1"/>
                  </a:moveTo>
                  <a:cubicBezTo>
                    <a:pt x="3014" y="1"/>
                    <a:pt x="1160" y="704"/>
                    <a:pt x="0" y="2046"/>
                  </a:cubicBezTo>
                  <a:cubicBezTo>
                    <a:pt x="1527" y="2221"/>
                    <a:pt x="3030" y="2570"/>
                    <a:pt x="4371" y="2908"/>
                  </a:cubicBezTo>
                  <a:cubicBezTo>
                    <a:pt x="6702" y="3514"/>
                    <a:pt x="9452" y="4132"/>
                    <a:pt x="11468" y="5472"/>
                  </a:cubicBezTo>
                  <a:cubicBezTo>
                    <a:pt x="13997" y="7162"/>
                    <a:pt x="13356" y="10355"/>
                    <a:pt x="12599" y="12861"/>
                  </a:cubicBezTo>
                  <a:cubicBezTo>
                    <a:pt x="12167" y="14271"/>
                    <a:pt x="11631" y="15646"/>
                    <a:pt x="11270" y="17080"/>
                  </a:cubicBezTo>
                  <a:cubicBezTo>
                    <a:pt x="10746" y="19096"/>
                    <a:pt x="10268" y="21124"/>
                    <a:pt x="9860" y="23152"/>
                  </a:cubicBezTo>
                  <a:cubicBezTo>
                    <a:pt x="9265" y="26147"/>
                    <a:pt x="8869" y="29177"/>
                    <a:pt x="8811" y="32218"/>
                  </a:cubicBezTo>
                  <a:cubicBezTo>
                    <a:pt x="10629" y="31764"/>
                    <a:pt x="11993" y="30715"/>
                    <a:pt x="12482" y="28664"/>
                  </a:cubicBezTo>
                  <a:cubicBezTo>
                    <a:pt x="13344" y="25040"/>
                    <a:pt x="13811" y="17010"/>
                    <a:pt x="15128" y="13187"/>
                  </a:cubicBezTo>
                  <a:cubicBezTo>
                    <a:pt x="16456" y="9376"/>
                    <a:pt x="19241" y="5740"/>
                    <a:pt x="16095" y="4155"/>
                  </a:cubicBezTo>
                  <a:cubicBezTo>
                    <a:pt x="12948" y="2570"/>
                    <a:pt x="8799" y="589"/>
                    <a:pt x="5967" y="100"/>
                  </a:cubicBezTo>
                  <a:cubicBezTo>
                    <a:pt x="5591" y="34"/>
                    <a:pt x="5204" y="1"/>
                    <a:pt x="481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073" name="Google Shape;2073;p74"/>
            <p:cNvSpPr/>
            <p:nvPr/>
          </p:nvSpPr>
          <p:spPr>
            <a:xfrm>
              <a:off x="3521100" y="1977450"/>
              <a:ext cx="309000" cy="123200"/>
            </a:xfrm>
            <a:custGeom>
              <a:avLst/>
              <a:gdLst/>
              <a:ahLst/>
              <a:cxnLst/>
              <a:rect l="l" t="t" r="r" b="b"/>
              <a:pathLst>
                <a:path w="12360" h="4928" extrusionOk="0">
                  <a:moveTo>
                    <a:pt x="71" y="1"/>
                  </a:moveTo>
                  <a:cubicBezTo>
                    <a:pt x="12" y="1"/>
                    <a:pt x="1" y="94"/>
                    <a:pt x="59" y="106"/>
                  </a:cubicBezTo>
                  <a:cubicBezTo>
                    <a:pt x="2203" y="420"/>
                    <a:pt x="4278" y="840"/>
                    <a:pt x="6306" y="1621"/>
                  </a:cubicBezTo>
                  <a:cubicBezTo>
                    <a:pt x="8415" y="2436"/>
                    <a:pt x="10280" y="3602"/>
                    <a:pt x="12121" y="4907"/>
                  </a:cubicBezTo>
                  <a:cubicBezTo>
                    <a:pt x="12141" y="4921"/>
                    <a:pt x="12162" y="4927"/>
                    <a:pt x="12182" y="4927"/>
                  </a:cubicBezTo>
                  <a:cubicBezTo>
                    <a:pt x="12279" y="4927"/>
                    <a:pt x="12359" y="4788"/>
                    <a:pt x="12273" y="4721"/>
                  </a:cubicBezTo>
                  <a:cubicBezTo>
                    <a:pt x="8986" y="1982"/>
                    <a:pt x="4360" y="164"/>
                    <a:pt x="71" y="1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074" name="Google Shape;2074;p74"/>
            <p:cNvSpPr/>
            <p:nvPr/>
          </p:nvSpPr>
          <p:spPr>
            <a:xfrm>
              <a:off x="3721550" y="2134500"/>
              <a:ext cx="120450" cy="570625"/>
            </a:xfrm>
            <a:custGeom>
              <a:avLst/>
              <a:gdLst/>
              <a:ahLst/>
              <a:cxnLst/>
              <a:rect l="l" t="t" r="r" b="b"/>
              <a:pathLst>
                <a:path w="4818" h="22825" extrusionOk="0">
                  <a:moveTo>
                    <a:pt x="4743" y="1"/>
                  </a:moveTo>
                  <a:cubicBezTo>
                    <a:pt x="4724" y="1"/>
                    <a:pt x="4706" y="11"/>
                    <a:pt x="4698" y="35"/>
                  </a:cubicBezTo>
                  <a:cubicBezTo>
                    <a:pt x="3124" y="3566"/>
                    <a:pt x="2064" y="7354"/>
                    <a:pt x="1318" y="11142"/>
                  </a:cubicBezTo>
                  <a:cubicBezTo>
                    <a:pt x="560" y="14894"/>
                    <a:pt x="1" y="18868"/>
                    <a:pt x="129" y="22703"/>
                  </a:cubicBezTo>
                  <a:cubicBezTo>
                    <a:pt x="129" y="22784"/>
                    <a:pt x="187" y="22825"/>
                    <a:pt x="246" y="22825"/>
                  </a:cubicBezTo>
                  <a:cubicBezTo>
                    <a:pt x="304" y="22825"/>
                    <a:pt x="362" y="22784"/>
                    <a:pt x="362" y="22703"/>
                  </a:cubicBezTo>
                  <a:cubicBezTo>
                    <a:pt x="584" y="18775"/>
                    <a:pt x="817" y="14918"/>
                    <a:pt x="1598" y="11048"/>
                  </a:cubicBezTo>
                  <a:cubicBezTo>
                    <a:pt x="2355" y="7296"/>
                    <a:pt x="3521" y="3683"/>
                    <a:pt x="4802" y="82"/>
                  </a:cubicBezTo>
                  <a:cubicBezTo>
                    <a:pt x="4818" y="36"/>
                    <a:pt x="4778" y="1"/>
                    <a:pt x="4743" y="1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075" name="Google Shape;2075;p74"/>
            <p:cNvSpPr/>
            <p:nvPr/>
          </p:nvSpPr>
          <p:spPr>
            <a:xfrm>
              <a:off x="3852400" y="2058675"/>
              <a:ext cx="81700" cy="59775"/>
            </a:xfrm>
            <a:custGeom>
              <a:avLst/>
              <a:gdLst/>
              <a:ahLst/>
              <a:cxnLst/>
              <a:rect l="l" t="t" r="r" b="b"/>
              <a:pathLst>
                <a:path w="3268" h="2391" extrusionOk="0">
                  <a:moveTo>
                    <a:pt x="3148" y="0"/>
                  </a:moveTo>
                  <a:cubicBezTo>
                    <a:pt x="3140" y="0"/>
                    <a:pt x="3132" y="1"/>
                    <a:pt x="3123" y="3"/>
                  </a:cubicBezTo>
                  <a:cubicBezTo>
                    <a:pt x="1923" y="260"/>
                    <a:pt x="746" y="1343"/>
                    <a:pt x="35" y="2287"/>
                  </a:cubicBezTo>
                  <a:cubicBezTo>
                    <a:pt x="0" y="2339"/>
                    <a:pt x="48" y="2391"/>
                    <a:pt x="95" y="2391"/>
                  </a:cubicBezTo>
                  <a:cubicBezTo>
                    <a:pt x="111" y="2391"/>
                    <a:pt x="127" y="2384"/>
                    <a:pt x="140" y="2369"/>
                  </a:cubicBezTo>
                  <a:cubicBezTo>
                    <a:pt x="594" y="1891"/>
                    <a:pt x="1072" y="1437"/>
                    <a:pt x="1620" y="1052"/>
                  </a:cubicBezTo>
                  <a:cubicBezTo>
                    <a:pt x="2121" y="703"/>
                    <a:pt x="2680" y="493"/>
                    <a:pt x="3193" y="166"/>
                  </a:cubicBezTo>
                  <a:cubicBezTo>
                    <a:pt x="3268" y="113"/>
                    <a:pt x="3235" y="0"/>
                    <a:pt x="3148" y="0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076" name="Google Shape;2076;p74"/>
            <p:cNvSpPr/>
            <p:nvPr/>
          </p:nvSpPr>
          <p:spPr>
            <a:xfrm>
              <a:off x="3595700" y="2170900"/>
              <a:ext cx="42375" cy="28125"/>
            </a:xfrm>
            <a:custGeom>
              <a:avLst/>
              <a:gdLst/>
              <a:ahLst/>
              <a:cxnLst/>
              <a:rect l="l" t="t" r="r" b="b"/>
              <a:pathLst>
                <a:path w="1695" h="1125" extrusionOk="0">
                  <a:moveTo>
                    <a:pt x="388" y="1"/>
                  </a:moveTo>
                  <a:cubicBezTo>
                    <a:pt x="379" y="1"/>
                    <a:pt x="370" y="4"/>
                    <a:pt x="362" y="13"/>
                  </a:cubicBezTo>
                  <a:cubicBezTo>
                    <a:pt x="0" y="351"/>
                    <a:pt x="233" y="992"/>
                    <a:pt x="676" y="1108"/>
                  </a:cubicBezTo>
                  <a:cubicBezTo>
                    <a:pt x="717" y="1119"/>
                    <a:pt x="760" y="1124"/>
                    <a:pt x="805" y="1124"/>
                  </a:cubicBezTo>
                  <a:cubicBezTo>
                    <a:pt x="1196" y="1124"/>
                    <a:pt x="1694" y="735"/>
                    <a:pt x="1527" y="327"/>
                  </a:cubicBezTo>
                  <a:cubicBezTo>
                    <a:pt x="1513" y="304"/>
                    <a:pt x="1489" y="294"/>
                    <a:pt x="1465" y="294"/>
                  </a:cubicBezTo>
                  <a:cubicBezTo>
                    <a:pt x="1428" y="294"/>
                    <a:pt x="1389" y="316"/>
                    <a:pt x="1376" y="351"/>
                  </a:cubicBezTo>
                  <a:cubicBezTo>
                    <a:pt x="1329" y="502"/>
                    <a:pt x="1329" y="630"/>
                    <a:pt x="1224" y="759"/>
                  </a:cubicBezTo>
                  <a:cubicBezTo>
                    <a:pt x="1116" y="867"/>
                    <a:pt x="975" y="942"/>
                    <a:pt x="829" y="942"/>
                  </a:cubicBezTo>
                  <a:cubicBezTo>
                    <a:pt x="801" y="942"/>
                    <a:pt x="774" y="939"/>
                    <a:pt x="746" y="933"/>
                  </a:cubicBezTo>
                  <a:cubicBezTo>
                    <a:pt x="362" y="852"/>
                    <a:pt x="280" y="374"/>
                    <a:pt x="420" y="71"/>
                  </a:cubicBezTo>
                  <a:cubicBezTo>
                    <a:pt x="437" y="36"/>
                    <a:pt x="415" y="1"/>
                    <a:pt x="388" y="1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077" name="Google Shape;2077;p74"/>
            <p:cNvSpPr/>
            <p:nvPr/>
          </p:nvSpPr>
          <p:spPr>
            <a:xfrm>
              <a:off x="3529550" y="2111750"/>
              <a:ext cx="44325" cy="75800"/>
            </a:xfrm>
            <a:custGeom>
              <a:avLst/>
              <a:gdLst/>
              <a:ahLst/>
              <a:cxnLst/>
              <a:rect l="l" t="t" r="r" b="b"/>
              <a:pathLst>
                <a:path w="1773" h="3032" extrusionOk="0">
                  <a:moveTo>
                    <a:pt x="1246" y="1"/>
                  </a:moveTo>
                  <a:cubicBezTo>
                    <a:pt x="906" y="1"/>
                    <a:pt x="471" y="566"/>
                    <a:pt x="246" y="1330"/>
                  </a:cubicBezTo>
                  <a:cubicBezTo>
                    <a:pt x="1" y="2157"/>
                    <a:pt x="94" y="2915"/>
                    <a:pt x="444" y="3020"/>
                  </a:cubicBezTo>
                  <a:cubicBezTo>
                    <a:pt x="471" y="3028"/>
                    <a:pt x="500" y="3032"/>
                    <a:pt x="529" y="3032"/>
                  </a:cubicBezTo>
                  <a:cubicBezTo>
                    <a:pt x="877" y="3032"/>
                    <a:pt x="1302" y="2467"/>
                    <a:pt x="1528" y="1703"/>
                  </a:cubicBezTo>
                  <a:cubicBezTo>
                    <a:pt x="1772" y="875"/>
                    <a:pt x="1679" y="118"/>
                    <a:pt x="1329" y="13"/>
                  </a:cubicBezTo>
                  <a:cubicBezTo>
                    <a:pt x="1302" y="5"/>
                    <a:pt x="1275" y="1"/>
                    <a:pt x="124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078" name="Google Shape;2078;p74"/>
            <p:cNvSpPr/>
            <p:nvPr/>
          </p:nvSpPr>
          <p:spPr>
            <a:xfrm>
              <a:off x="3491400" y="2194500"/>
              <a:ext cx="52450" cy="25100"/>
            </a:xfrm>
            <a:custGeom>
              <a:avLst/>
              <a:gdLst/>
              <a:ahLst/>
              <a:cxnLst/>
              <a:rect l="l" t="t" r="r" b="b"/>
              <a:pathLst>
                <a:path w="2098" h="1004" extrusionOk="0">
                  <a:moveTo>
                    <a:pt x="576" y="1"/>
                  </a:moveTo>
                  <a:cubicBezTo>
                    <a:pt x="303" y="1"/>
                    <a:pt x="106" y="75"/>
                    <a:pt x="70" y="211"/>
                  </a:cubicBezTo>
                  <a:cubicBezTo>
                    <a:pt x="0" y="432"/>
                    <a:pt x="385" y="747"/>
                    <a:pt x="921" y="910"/>
                  </a:cubicBezTo>
                  <a:cubicBezTo>
                    <a:pt x="1133" y="973"/>
                    <a:pt x="1337" y="1003"/>
                    <a:pt x="1511" y="1003"/>
                  </a:cubicBezTo>
                  <a:cubicBezTo>
                    <a:pt x="1785" y="1003"/>
                    <a:pt x="1985" y="929"/>
                    <a:pt x="2028" y="794"/>
                  </a:cubicBezTo>
                  <a:cubicBezTo>
                    <a:pt x="2098" y="560"/>
                    <a:pt x="1702" y="257"/>
                    <a:pt x="1166" y="94"/>
                  </a:cubicBezTo>
                  <a:cubicBezTo>
                    <a:pt x="953" y="31"/>
                    <a:pt x="749" y="1"/>
                    <a:pt x="57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079" name="Google Shape;2079;p74"/>
            <p:cNvSpPr/>
            <p:nvPr/>
          </p:nvSpPr>
          <p:spPr>
            <a:xfrm>
              <a:off x="3668250" y="2152550"/>
              <a:ext cx="44000" cy="75800"/>
            </a:xfrm>
            <a:custGeom>
              <a:avLst/>
              <a:gdLst/>
              <a:ahLst/>
              <a:cxnLst/>
              <a:rect l="l" t="t" r="r" b="b"/>
              <a:pathLst>
                <a:path w="1760" h="3032" extrusionOk="0">
                  <a:moveTo>
                    <a:pt x="1234" y="1"/>
                  </a:moveTo>
                  <a:cubicBezTo>
                    <a:pt x="895" y="1"/>
                    <a:pt x="471" y="566"/>
                    <a:pt x="245" y="1329"/>
                  </a:cubicBezTo>
                  <a:cubicBezTo>
                    <a:pt x="0" y="2157"/>
                    <a:pt x="82" y="2914"/>
                    <a:pt x="443" y="3019"/>
                  </a:cubicBezTo>
                  <a:cubicBezTo>
                    <a:pt x="470" y="3027"/>
                    <a:pt x="498" y="3031"/>
                    <a:pt x="526" y="3031"/>
                  </a:cubicBezTo>
                  <a:cubicBezTo>
                    <a:pt x="865" y="3031"/>
                    <a:pt x="1289" y="2466"/>
                    <a:pt x="1515" y="1702"/>
                  </a:cubicBezTo>
                  <a:cubicBezTo>
                    <a:pt x="1760" y="875"/>
                    <a:pt x="1678" y="117"/>
                    <a:pt x="1317" y="13"/>
                  </a:cubicBezTo>
                  <a:cubicBezTo>
                    <a:pt x="1290" y="4"/>
                    <a:pt x="1263" y="1"/>
                    <a:pt x="123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080" name="Google Shape;2080;p74"/>
            <p:cNvSpPr/>
            <p:nvPr/>
          </p:nvSpPr>
          <p:spPr>
            <a:xfrm>
              <a:off x="3661825" y="2244625"/>
              <a:ext cx="52175" cy="25075"/>
            </a:xfrm>
            <a:custGeom>
              <a:avLst/>
              <a:gdLst/>
              <a:ahLst/>
              <a:cxnLst/>
              <a:rect l="l" t="t" r="r" b="b"/>
              <a:pathLst>
                <a:path w="2087" h="1003" extrusionOk="0">
                  <a:moveTo>
                    <a:pt x="576" y="1"/>
                  </a:moveTo>
                  <a:cubicBezTo>
                    <a:pt x="302" y="1"/>
                    <a:pt x="102" y="75"/>
                    <a:pt x="59" y="210"/>
                  </a:cubicBezTo>
                  <a:cubicBezTo>
                    <a:pt x="1" y="443"/>
                    <a:pt x="385" y="746"/>
                    <a:pt x="922" y="910"/>
                  </a:cubicBezTo>
                  <a:cubicBezTo>
                    <a:pt x="1134" y="973"/>
                    <a:pt x="1338" y="1003"/>
                    <a:pt x="1512" y="1003"/>
                  </a:cubicBezTo>
                  <a:cubicBezTo>
                    <a:pt x="1786" y="1003"/>
                    <a:pt x="1986" y="929"/>
                    <a:pt x="2029" y="793"/>
                  </a:cubicBezTo>
                  <a:cubicBezTo>
                    <a:pt x="2087" y="572"/>
                    <a:pt x="1702" y="257"/>
                    <a:pt x="1166" y="94"/>
                  </a:cubicBezTo>
                  <a:cubicBezTo>
                    <a:pt x="954" y="30"/>
                    <a:pt x="750" y="1"/>
                    <a:pt x="57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081" name="Google Shape;2081;p74"/>
            <p:cNvSpPr/>
            <p:nvPr/>
          </p:nvSpPr>
          <p:spPr>
            <a:xfrm>
              <a:off x="3573250" y="1878575"/>
              <a:ext cx="143275" cy="35425"/>
            </a:xfrm>
            <a:custGeom>
              <a:avLst/>
              <a:gdLst/>
              <a:ahLst/>
              <a:cxnLst/>
              <a:rect l="l" t="t" r="r" b="b"/>
              <a:pathLst>
                <a:path w="5731" h="1417" extrusionOk="0">
                  <a:moveTo>
                    <a:pt x="1385" y="1"/>
                  </a:moveTo>
                  <a:cubicBezTo>
                    <a:pt x="935" y="1"/>
                    <a:pt x="490" y="37"/>
                    <a:pt x="59" y="110"/>
                  </a:cubicBezTo>
                  <a:cubicBezTo>
                    <a:pt x="1" y="122"/>
                    <a:pt x="13" y="226"/>
                    <a:pt x="83" y="226"/>
                  </a:cubicBezTo>
                  <a:cubicBezTo>
                    <a:pt x="322" y="211"/>
                    <a:pt x="556" y="204"/>
                    <a:pt x="785" y="204"/>
                  </a:cubicBezTo>
                  <a:cubicBezTo>
                    <a:pt x="2496" y="204"/>
                    <a:pt x="3945" y="622"/>
                    <a:pt x="5548" y="1404"/>
                  </a:cubicBezTo>
                  <a:cubicBezTo>
                    <a:pt x="5565" y="1413"/>
                    <a:pt x="5581" y="1417"/>
                    <a:pt x="5596" y="1417"/>
                  </a:cubicBezTo>
                  <a:cubicBezTo>
                    <a:pt x="5677" y="1417"/>
                    <a:pt x="5730" y="1299"/>
                    <a:pt x="5642" y="1240"/>
                  </a:cubicBezTo>
                  <a:cubicBezTo>
                    <a:pt x="4432" y="407"/>
                    <a:pt x="2884" y="1"/>
                    <a:pt x="1385" y="1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082" name="Google Shape;2082;p74"/>
            <p:cNvSpPr/>
            <p:nvPr/>
          </p:nvSpPr>
          <p:spPr>
            <a:xfrm>
              <a:off x="3345650" y="2179375"/>
              <a:ext cx="64850" cy="192400"/>
            </a:xfrm>
            <a:custGeom>
              <a:avLst/>
              <a:gdLst/>
              <a:ahLst/>
              <a:cxnLst/>
              <a:rect l="l" t="t" r="r" b="b"/>
              <a:pathLst>
                <a:path w="2594" h="7696" extrusionOk="0">
                  <a:moveTo>
                    <a:pt x="2516" y="0"/>
                  </a:moveTo>
                  <a:cubicBezTo>
                    <a:pt x="2495" y="0"/>
                    <a:pt x="2474" y="11"/>
                    <a:pt x="2462" y="35"/>
                  </a:cubicBezTo>
                  <a:cubicBezTo>
                    <a:pt x="1285" y="2401"/>
                    <a:pt x="516" y="4953"/>
                    <a:pt x="15" y="7552"/>
                  </a:cubicBezTo>
                  <a:cubicBezTo>
                    <a:pt x="1" y="7636"/>
                    <a:pt x="76" y="7695"/>
                    <a:pt x="145" y="7695"/>
                  </a:cubicBezTo>
                  <a:cubicBezTo>
                    <a:pt x="191" y="7695"/>
                    <a:pt x="234" y="7670"/>
                    <a:pt x="248" y="7610"/>
                  </a:cubicBezTo>
                  <a:cubicBezTo>
                    <a:pt x="737" y="5000"/>
                    <a:pt x="1565" y="2529"/>
                    <a:pt x="2579" y="82"/>
                  </a:cubicBezTo>
                  <a:cubicBezTo>
                    <a:pt x="2594" y="36"/>
                    <a:pt x="2555" y="0"/>
                    <a:pt x="2516" y="0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grpSp>
        <p:nvGrpSpPr>
          <p:cNvPr id="2083" name="Google Shape;2083;p74"/>
          <p:cNvGrpSpPr/>
          <p:nvPr/>
        </p:nvGrpSpPr>
        <p:grpSpPr>
          <a:xfrm>
            <a:off x="6448135" y="174825"/>
            <a:ext cx="478200" cy="478200"/>
            <a:chOff x="4644063" y="-1164916"/>
            <a:chExt cx="478200" cy="478200"/>
          </a:xfrm>
        </p:grpSpPr>
        <p:sp>
          <p:nvSpPr>
            <p:cNvPr id="2084" name="Google Shape;2084;p74"/>
            <p:cNvSpPr/>
            <p:nvPr/>
          </p:nvSpPr>
          <p:spPr>
            <a:xfrm>
              <a:off x="4644063" y="-1164916"/>
              <a:ext cx="478200" cy="4782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085" name="Google Shape;2085;p74"/>
            <p:cNvSpPr/>
            <p:nvPr/>
          </p:nvSpPr>
          <p:spPr>
            <a:xfrm>
              <a:off x="4903506" y="-1158675"/>
              <a:ext cx="205919" cy="321289"/>
            </a:xfrm>
            <a:custGeom>
              <a:avLst/>
              <a:gdLst/>
              <a:ahLst/>
              <a:cxnLst/>
              <a:rect l="l" t="t" r="r" b="b"/>
              <a:pathLst>
                <a:path w="6479" h="10109" extrusionOk="0">
                  <a:moveTo>
                    <a:pt x="942" y="0"/>
                  </a:moveTo>
                  <a:cubicBezTo>
                    <a:pt x="892" y="0"/>
                    <a:pt x="840" y="5"/>
                    <a:pt x="787" y="11"/>
                  </a:cubicBezTo>
                  <a:cubicBezTo>
                    <a:pt x="144" y="1654"/>
                    <a:pt x="1" y="3321"/>
                    <a:pt x="548" y="5036"/>
                  </a:cubicBezTo>
                  <a:cubicBezTo>
                    <a:pt x="1477" y="7822"/>
                    <a:pt x="3406" y="9465"/>
                    <a:pt x="6264" y="10108"/>
                  </a:cubicBezTo>
                  <a:cubicBezTo>
                    <a:pt x="6454" y="9965"/>
                    <a:pt x="6478" y="9775"/>
                    <a:pt x="6431" y="9560"/>
                  </a:cubicBezTo>
                  <a:cubicBezTo>
                    <a:pt x="5216" y="9299"/>
                    <a:pt x="4097" y="8822"/>
                    <a:pt x="3144" y="8013"/>
                  </a:cubicBezTo>
                  <a:cubicBezTo>
                    <a:pt x="1239" y="6369"/>
                    <a:pt x="48" y="3488"/>
                    <a:pt x="1334" y="201"/>
                  </a:cubicBezTo>
                  <a:cubicBezTo>
                    <a:pt x="1227" y="41"/>
                    <a:pt x="1093" y="0"/>
                    <a:pt x="94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086" name="Google Shape;2086;p74"/>
            <p:cNvSpPr/>
            <p:nvPr/>
          </p:nvSpPr>
          <p:spPr>
            <a:xfrm>
              <a:off x="4656779" y="-1013016"/>
              <a:ext cx="231631" cy="318143"/>
            </a:xfrm>
            <a:custGeom>
              <a:avLst/>
              <a:gdLst/>
              <a:ahLst/>
              <a:cxnLst/>
              <a:rect l="l" t="t" r="r" b="b"/>
              <a:pathLst>
                <a:path w="7288" h="10010" extrusionOk="0">
                  <a:moveTo>
                    <a:pt x="215" y="0"/>
                  </a:moveTo>
                  <a:cubicBezTo>
                    <a:pt x="48" y="143"/>
                    <a:pt x="0" y="334"/>
                    <a:pt x="24" y="524"/>
                  </a:cubicBezTo>
                  <a:cubicBezTo>
                    <a:pt x="453" y="667"/>
                    <a:pt x="881" y="762"/>
                    <a:pt x="1310" y="929"/>
                  </a:cubicBezTo>
                  <a:cubicBezTo>
                    <a:pt x="4430" y="2167"/>
                    <a:pt x="6525" y="5978"/>
                    <a:pt x="4930" y="9812"/>
                  </a:cubicBezTo>
                  <a:cubicBezTo>
                    <a:pt x="5025" y="9964"/>
                    <a:pt x="5166" y="10010"/>
                    <a:pt x="5341" y="10010"/>
                  </a:cubicBezTo>
                  <a:cubicBezTo>
                    <a:pt x="5384" y="10010"/>
                    <a:pt x="5430" y="10007"/>
                    <a:pt x="5478" y="10002"/>
                  </a:cubicBezTo>
                  <a:cubicBezTo>
                    <a:pt x="7287" y="5454"/>
                    <a:pt x="4477" y="858"/>
                    <a:pt x="21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grpSp>
        <p:nvGrpSpPr>
          <p:cNvPr id="2087" name="Google Shape;2087;p74"/>
          <p:cNvGrpSpPr/>
          <p:nvPr/>
        </p:nvGrpSpPr>
        <p:grpSpPr>
          <a:xfrm>
            <a:off x="5076056" y="194368"/>
            <a:ext cx="1038175" cy="1227921"/>
            <a:chOff x="7669736" y="1514548"/>
            <a:chExt cx="1132761" cy="1339794"/>
          </a:xfrm>
        </p:grpSpPr>
        <p:grpSp>
          <p:nvGrpSpPr>
            <p:cNvPr id="2088" name="Google Shape;2088;p74"/>
            <p:cNvGrpSpPr/>
            <p:nvPr/>
          </p:nvGrpSpPr>
          <p:grpSpPr>
            <a:xfrm>
              <a:off x="7669736" y="1514548"/>
              <a:ext cx="1132761" cy="1339794"/>
              <a:chOff x="8012594" y="2654153"/>
              <a:chExt cx="832606" cy="984781"/>
            </a:xfrm>
          </p:grpSpPr>
          <p:grpSp>
            <p:nvGrpSpPr>
              <p:cNvPr id="2089" name="Google Shape;2089;p74"/>
              <p:cNvGrpSpPr/>
              <p:nvPr/>
            </p:nvGrpSpPr>
            <p:grpSpPr>
              <a:xfrm>
                <a:off x="8012594" y="2654153"/>
                <a:ext cx="832606" cy="984781"/>
                <a:chOff x="7819807" y="1793466"/>
                <a:chExt cx="832606" cy="984781"/>
              </a:xfrm>
            </p:grpSpPr>
            <p:sp>
              <p:nvSpPr>
                <p:cNvPr id="2090" name="Google Shape;2090;p74"/>
                <p:cNvSpPr/>
                <p:nvPr/>
              </p:nvSpPr>
              <p:spPr>
                <a:xfrm>
                  <a:off x="7819807" y="1793466"/>
                  <a:ext cx="832606" cy="98478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6197" h="30985" extrusionOk="0">
                      <a:moveTo>
                        <a:pt x="8431" y="8266"/>
                      </a:moveTo>
                      <a:cubicBezTo>
                        <a:pt x="8550" y="8314"/>
                        <a:pt x="8765" y="8385"/>
                        <a:pt x="8979" y="8457"/>
                      </a:cubicBezTo>
                      <a:cubicBezTo>
                        <a:pt x="12884" y="9885"/>
                        <a:pt x="16814" y="11338"/>
                        <a:pt x="20743" y="12767"/>
                      </a:cubicBezTo>
                      <a:cubicBezTo>
                        <a:pt x="20815" y="12815"/>
                        <a:pt x="20886" y="12815"/>
                        <a:pt x="20934" y="12862"/>
                      </a:cubicBezTo>
                      <a:cubicBezTo>
                        <a:pt x="21196" y="13005"/>
                        <a:pt x="21601" y="13077"/>
                        <a:pt x="21410" y="13481"/>
                      </a:cubicBezTo>
                      <a:cubicBezTo>
                        <a:pt x="21335" y="13654"/>
                        <a:pt x="21220" y="13709"/>
                        <a:pt x="21093" y="13709"/>
                      </a:cubicBezTo>
                      <a:cubicBezTo>
                        <a:pt x="20939" y="13709"/>
                        <a:pt x="20767" y="13629"/>
                        <a:pt x="20624" y="13577"/>
                      </a:cubicBezTo>
                      <a:cubicBezTo>
                        <a:pt x="17123" y="12291"/>
                        <a:pt x="13623" y="10981"/>
                        <a:pt x="10146" y="9695"/>
                      </a:cubicBezTo>
                      <a:cubicBezTo>
                        <a:pt x="9479" y="9457"/>
                        <a:pt x="8812" y="9195"/>
                        <a:pt x="8145" y="8933"/>
                      </a:cubicBezTo>
                      <a:cubicBezTo>
                        <a:pt x="7979" y="8861"/>
                        <a:pt x="7860" y="8695"/>
                        <a:pt x="7955" y="8480"/>
                      </a:cubicBezTo>
                      <a:cubicBezTo>
                        <a:pt x="8026" y="8337"/>
                        <a:pt x="8169" y="8266"/>
                        <a:pt x="8431" y="8266"/>
                      </a:cubicBezTo>
                      <a:close/>
                      <a:moveTo>
                        <a:pt x="6883" y="12529"/>
                      </a:moveTo>
                      <a:cubicBezTo>
                        <a:pt x="7026" y="12576"/>
                        <a:pt x="7217" y="12648"/>
                        <a:pt x="7431" y="12719"/>
                      </a:cubicBezTo>
                      <a:cubicBezTo>
                        <a:pt x="11313" y="14148"/>
                        <a:pt x="15194" y="15577"/>
                        <a:pt x="19076" y="17006"/>
                      </a:cubicBezTo>
                      <a:cubicBezTo>
                        <a:pt x="19433" y="17149"/>
                        <a:pt x="20053" y="17173"/>
                        <a:pt x="19814" y="17744"/>
                      </a:cubicBezTo>
                      <a:cubicBezTo>
                        <a:pt x="19742" y="17916"/>
                        <a:pt x="19629" y="17974"/>
                        <a:pt x="19499" y="17974"/>
                      </a:cubicBezTo>
                      <a:cubicBezTo>
                        <a:pt x="19286" y="17974"/>
                        <a:pt x="19030" y="17818"/>
                        <a:pt x="18838" y="17744"/>
                      </a:cubicBezTo>
                      <a:cubicBezTo>
                        <a:pt x="14956" y="16315"/>
                        <a:pt x="11051" y="14886"/>
                        <a:pt x="7169" y="13434"/>
                      </a:cubicBezTo>
                      <a:cubicBezTo>
                        <a:pt x="6978" y="13362"/>
                        <a:pt x="6764" y="13267"/>
                        <a:pt x="6574" y="13172"/>
                      </a:cubicBezTo>
                      <a:cubicBezTo>
                        <a:pt x="6431" y="13100"/>
                        <a:pt x="6336" y="12957"/>
                        <a:pt x="6383" y="12815"/>
                      </a:cubicBezTo>
                      <a:cubicBezTo>
                        <a:pt x="6431" y="12600"/>
                        <a:pt x="6597" y="12529"/>
                        <a:pt x="6883" y="12529"/>
                      </a:cubicBezTo>
                      <a:close/>
                      <a:moveTo>
                        <a:pt x="5169" y="16982"/>
                      </a:moveTo>
                      <a:cubicBezTo>
                        <a:pt x="5359" y="17030"/>
                        <a:pt x="5621" y="17125"/>
                        <a:pt x="5859" y="17220"/>
                      </a:cubicBezTo>
                      <a:cubicBezTo>
                        <a:pt x="9670" y="18625"/>
                        <a:pt x="13480" y="20007"/>
                        <a:pt x="17314" y="21435"/>
                      </a:cubicBezTo>
                      <a:cubicBezTo>
                        <a:pt x="17576" y="21531"/>
                        <a:pt x="17862" y="21626"/>
                        <a:pt x="18124" y="21793"/>
                      </a:cubicBezTo>
                      <a:cubicBezTo>
                        <a:pt x="18243" y="21864"/>
                        <a:pt x="18267" y="22031"/>
                        <a:pt x="18219" y="22197"/>
                      </a:cubicBezTo>
                      <a:cubicBezTo>
                        <a:pt x="18156" y="22343"/>
                        <a:pt x="18057" y="22416"/>
                        <a:pt x="17922" y="22416"/>
                      </a:cubicBezTo>
                      <a:cubicBezTo>
                        <a:pt x="17903" y="22416"/>
                        <a:pt x="17883" y="22415"/>
                        <a:pt x="17862" y="22412"/>
                      </a:cubicBezTo>
                      <a:cubicBezTo>
                        <a:pt x="17695" y="22388"/>
                        <a:pt x="17504" y="22317"/>
                        <a:pt x="17338" y="22245"/>
                      </a:cubicBezTo>
                      <a:cubicBezTo>
                        <a:pt x="13385" y="20816"/>
                        <a:pt x="9431" y="19364"/>
                        <a:pt x="5478" y="17887"/>
                      </a:cubicBezTo>
                      <a:cubicBezTo>
                        <a:pt x="5264" y="17816"/>
                        <a:pt x="5050" y="17744"/>
                        <a:pt x="4883" y="17601"/>
                      </a:cubicBezTo>
                      <a:cubicBezTo>
                        <a:pt x="4740" y="17530"/>
                        <a:pt x="4716" y="17363"/>
                        <a:pt x="4764" y="17196"/>
                      </a:cubicBezTo>
                      <a:cubicBezTo>
                        <a:pt x="4811" y="17030"/>
                        <a:pt x="4978" y="17006"/>
                        <a:pt x="5169" y="16982"/>
                      </a:cubicBezTo>
                      <a:close/>
                      <a:moveTo>
                        <a:pt x="3597" y="21459"/>
                      </a:moveTo>
                      <a:cubicBezTo>
                        <a:pt x="3764" y="21507"/>
                        <a:pt x="3978" y="21578"/>
                        <a:pt x="4168" y="21674"/>
                      </a:cubicBezTo>
                      <a:cubicBezTo>
                        <a:pt x="8026" y="23079"/>
                        <a:pt x="11884" y="24507"/>
                        <a:pt x="15742" y="25936"/>
                      </a:cubicBezTo>
                      <a:cubicBezTo>
                        <a:pt x="16076" y="26055"/>
                        <a:pt x="16742" y="26079"/>
                        <a:pt x="16576" y="26603"/>
                      </a:cubicBezTo>
                      <a:cubicBezTo>
                        <a:pt x="16485" y="26857"/>
                        <a:pt x="16350" y="26941"/>
                        <a:pt x="16198" y="26941"/>
                      </a:cubicBezTo>
                      <a:cubicBezTo>
                        <a:pt x="15949" y="26941"/>
                        <a:pt x="15654" y="26716"/>
                        <a:pt x="15433" y="26627"/>
                      </a:cubicBezTo>
                      <a:cubicBezTo>
                        <a:pt x="11599" y="25246"/>
                        <a:pt x="7788" y="23817"/>
                        <a:pt x="3978" y="22412"/>
                      </a:cubicBezTo>
                      <a:cubicBezTo>
                        <a:pt x="3764" y="22340"/>
                        <a:pt x="3549" y="22269"/>
                        <a:pt x="3359" y="22174"/>
                      </a:cubicBezTo>
                      <a:cubicBezTo>
                        <a:pt x="3144" y="22078"/>
                        <a:pt x="3073" y="21912"/>
                        <a:pt x="3121" y="21721"/>
                      </a:cubicBezTo>
                      <a:cubicBezTo>
                        <a:pt x="3144" y="21483"/>
                        <a:pt x="3335" y="21459"/>
                        <a:pt x="3597" y="21459"/>
                      </a:cubicBezTo>
                      <a:close/>
                      <a:moveTo>
                        <a:pt x="9308" y="1"/>
                      </a:moveTo>
                      <a:cubicBezTo>
                        <a:pt x="9086" y="1"/>
                        <a:pt x="8937" y="144"/>
                        <a:pt x="8836" y="431"/>
                      </a:cubicBezTo>
                      <a:cubicBezTo>
                        <a:pt x="8788" y="598"/>
                        <a:pt x="8693" y="765"/>
                        <a:pt x="8622" y="931"/>
                      </a:cubicBezTo>
                      <a:cubicBezTo>
                        <a:pt x="7764" y="3313"/>
                        <a:pt x="6907" y="5694"/>
                        <a:pt x="6050" y="8076"/>
                      </a:cubicBezTo>
                      <a:cubicBezTo>
                        <a:pt x="4573" y="12100"/>
                        <a:pt x="3073" y="16101"/>
                        <a:pt x="1596" y="20126"/>
                      </a:cubicBezTo>
                      <a:cubicBezTo>
                        <a:pt x="1406" y="20602"/>
                        <a:pt x="1192" y="21078"/>
                        <a:pt x="1001" y="21578"/>
                      </a:cubicBezTo>
                      <a:cubicBezTo>
                        <a:pt x="811" y="22269"/>
                        <a:pt x="620" y="22960"/>
                        <a:pt x="263" y="23602"/>
                      </a:cubicBezTo>
                      <a:cubicBezTo>
                        <a:pt x="1" y="24627"/>
                        <a:pt x="1" y="24627"/>
                        <a:pt x="1001" y="24984"/>
                      </a:cubicBezTo>
                      <a:cubicBezTo>
                        <a:pt x="3716" y="26008"/>
                        <a:pt x="6455" y="26984"/>
                        <a:pt x="9169" y="28032"/>
                      </a:cubicBezTo>
                      <a:cubicBezTo>
                        <a:pt x="11741" y="28985"/>
                        <a:pt x="14385" y="29794"/>
                        <a:pt x="16862" y="30985"/>
                      </a:cubicBezTo>
                      <a:cubicBezTo>
                        <a:pt x="17171" y="30794"/>
                        <a:pt x="17243" y="30485"/>
                        <a:pt x="17385" y="30175"/>
                      </a:cubicBezTo>
                      <a:cubicBezTo>
                        <a:pt x="17766" y="29318"/>
                        <a:pt x="17933" y="28365"/>
                        <a:pt x="18409" y="27556"/>
                      </a:cubicBezTo>
                      <a:cubicBezTo>
                        <a:pt x="18838" y="26032"/>
                        <a:pt x="19433" y="24555"/>
                        <a:pt x="20029" y="23102"/>
                      </a:cubicBezTo>
                      <a:cubicBezTo>
                        <a:pt x="20196" y="22555"/>
                        <a:pt x="20338" y="22007"/>
                        <a:pt x="20624" y="21507"/>
                      </a:cubicBezTo>
                      <a:cubicBezTo>
                        <a:pt x="21315" y="19221"/>
                        <a:pt x="22244" y="17006"/>
                        <a:pt x="23053" y="14767"/>
                      </a:cubicBezTo>
                      <a:cubicBezTo>
                        <a:pt x="23982" y="12195"/>
                        <a:pt x="24935" y="9647"/>
                        <a:pt x="25863" y="7075"/>
                      </a:cubicBezTo>
                      <a:cubicBezTo>
                        <a:pt x="26197" y="6218"/>
                        <a:pt x="26173" y="6218"/>
                        <a:pt x="25339" y="5885"/>
                      </a:cubicBezTo>
                      <a:cubicBezTo>
                        <a:pt x="24768" y="5670"/>
                        <a:pt x="24220" y="5480"/>
                        <a:pt x="23649" y="5265"/>
                      </a:cubicBezTo>
                      <a:cubicBezTo>
                        <a:pt x="23512" y="5224"/>
                        <a:pt x="23367" y="5152"/>
                        <a:pt x="23232" y="5152"/>
                      </a:cubicBezTo>
                      <a:cubicBezTo>
                        <a:pt x="23133" y="5152"/>
                        <a:pt x="23039" y="5192"/>
                        <a:pt x="22958" y="5313"/>
                      </a:cubicBezTo>
                      <a:cubicBezTo>
                        <a:pt x="22791" y="5527"/>
                        <a:pt x="22672" y="5766"/>
                        <a:pt x="22791" y="6051"/>
                      </a:cubicBezTo>
                      <a:cubicBezTo>
                        <a:pt x="22887" y="6266"/>
                        <a:pt x="23006" y="6456"/>
                        <a:pt x="23077" y="6670"/>
                      </a:cubicBezTo>
                      <a:cubicBezTo>
                        <a:pt x="23244" y="7290"/>
                        <a:pt x="22934" y="7861"/>
                        <a:pt x="22339" y="8123"/>
                      </a:cubicBezTo>
                      <a:cubicBezTo>
                        <a:pt x="22155" y="8208"/>
                        <a:pt x="21970" y="8249"/>
                        <a:pt x="21790" y="8249"/>
                      </a:cubicBezTo>
                      <a:cubicBezTo>
                        <a:pt x="21362" y="8249"/>
                        <a:pt x="20964" y="8018"/>
                        <a:pt x="20696" y="7599"/>
                      </a:cubicBezTo>
                      <a:cubicBezTo>
                        <a:pt x="20362" y="7052"/>
                        <a:pt x="20457" y="6409"/>
                        <a:pt x="20981" y="5980"/>
                      </a:cubicBezTo>
                      <a:cubicBezTo>
                        <a:pt x="21196" y="5813"/>
                        <a:pt x="21458" y="5766"/>
                        <a:pt x="21672" y="5599"/>
                      </a:cubicBezTo>
                      <a:cubicBezTo>
                        <a:pt x="22220" y="5194"/>
                        <a:pt x="22125" y="4718"/>
                        <a:pt x="21482" y="4456"/>
                      </a:cubicBezTo>
                      <a:cubicBezTo>
                        <a:pt x="20481" y="4075"/>
                        <a:pt x="19457" y="3694"/>
                        <a:pt x="18457" y="3313"/>
                      </a:cubicBezTo>
                      <a:cubicBezTo>
                        <a:pt x="18329" y="3279"/>
                        <a:pt x="18213" y="3251"/>
                        <a:pt x="18111" y="3251"/>
                      </a:cubicBezTo>
                      <a:cubicBezTo>
                        <a:pt x="17927" y="3251"/>
                        <a:pt x="17787" y="3340"/>
                        <a:pt x="17695" y="3646"/>
                      </a:cubicBezTo>
                      <a:cubicBezTo>
                        <a:pt x="17600" y="3979"/>
                        <a:pt x="17719" y="4218"/>
                        <a:pt x="17814" y="4480"/>
                      </a:cubicBezTo>
                      <a:cubicBezTo>
                        <a:pt x="18171" y="5361"/>
                        <a:pt x="18028" y="5694"/>
                        <a:pt x="17076" y="6218"/>
                      </a:cubicBezTo>
                      <a:cubicBezTo>
                        <a:pt x="16914" y="6237"/>
                        <a:pt x="16766" y="6247"/>
                        <a:pt x="16633" y="6247"/>
                      </a:cubicBezTo>
                      <a:cubicBezTo>
                        <a:pt x="15943" y="6247"/>
                        <a:pt x="15616" y="5983"/>
                        <a:pt x="15456" y="5385"/>
                      </a:cubicBezTo>
                      <a:cubicBezTo>
                        <a:pt x="15266" y="4670"/>
                        <a:pt x="15599" y="4146"/>
                        <a:pt x="16433" y="3789"/>
                      </a:cubicBezTo>
                      <a:cubicBezTo>
                        <a:pt x="16576" y="3741"/>
                        <a:pt x="16719" y="3694"/>
                        <a:pt x="16838" y="3646"/>
                      </a:cubicBezTo>
                      <a:cubicBezTo>
                        <a:pt x="16814" y="3336"/>
                        <a:pt x="16981" y="3003"/>
                        <a:pt x="16862" y="2693"/>
                      </a:cubicBezTo>
                      <a:cubicBezTo>
                        <a:pt x="15790" y="2479"/>
                        <a:pt x="14837" y="1979"/>
                        <a:pt x="13813" y="1646"/>
                      </a:cubicBezTo>
                      <a:cubicBezTo>
                        <a:pt x="13645" y="1604"/>
                        <a:pt x="13476" y="1512"/>
                        <a:pt x="13318" y="1512"/>
                      </a:cubicBezTo>
                      <a:cubicBezTo>
                        <a:pt x="13207" y="1512"/>
                        <a:pt x="13101" y="1556"/>
                        <a:pt x="13004" y="1693"/>
                      </a:cubicBezTo>
                      <a:cubicBezTo>
                        <a:pt x="12837" y="1955"/>
                        <a:pt x="12765" y="2217"/>
                        <a:pt x="12956" y="2527"/>
                      </a:cubicBezTo>
                      <a:cubicBezTo>
                        <a:pt x="13123" y="2813"/>
                        <a:pt x="13242" y="3122"/>
                        <a:pt x="13194" y="3479"/>
                      </a:cubicBezTo>
                      <a:cubicBezTo>
                        <a:pt x="13099" y="4027"/>
                        <a:pt x="12623" y="4480"/>
                        <a:pt x="12051" y="4551"/>
                      </a:cubicBezTo>
                      <a:cubicBezTo>
                        <a:pt x="11982" y="4563"/>
                        <a:pt x="11913" y="4568"/>
                        <a:pt x="11845" y="4568"/>
                      </a:cubicBezTo>
                      <a:cubicBezTo>
                        <a:pt x="11351" y="4568"/>
                        <a:pt x="10903" y="4273"/>
                        <a:pt x="10694" y="3813"/>
                      </a:cubicBezTo>
                      <a:cubicBezTo>
                        <a:pt x="10455" y="3289"/>
                        <a:pt x="10598" y="2693"/>
                        <a:pt x="11051" y="2312"/>
                      </a:cubicBezTo>
                      <a:cubicBezTo>
                        <a:pt x="11075" y="2289"/>
                        <a:pt x="11098" y="2265"/>
                        <a:pt x="11122" y="2241"/>
                      </a:cubicBezTo>
                      <a:cubicBezTo>
                        <a:pt x="12456" y="1241"/>
                        <a:pt x="12456" y="1241"/>
                        <a:pt x="10956" y="550"/>
                      </a:cubicBezTo>
                      <a:cubicBezTo>
                        <a:pt x="10908" y="526"/>
                        <a:pt x="10860" y="455"/>
                        <a:pt x="10789" y="407"/>
                      </a:cubicBezTo>
                      <a:cubicBezTo>
                        <a:pt x="10767" y="409"/>
                        <a:pt x="10745" y="409"/>
                        <a:pt x="10723" y="409"/>
                      </a:cubicBezTo>
                      <a:cubicBezTo>
                        <a:pt x="10323" y="409"/>
                        <a:pt x="9983" y="209"/>
                        <a:pt x="9622" y="74"/>
                      </a:cubicBezTo>
                      <a:cubicBezTo>
                        <a:pt x="9504" y="25"/>
                        <a:pt x="9400" y="1"/>
                        <a:pt x="9308" y="1"/>
                      </a:cubicBez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</a:p>
              </p:txBody>
            </p:sp>
            <p:sp>
              <p:nvSpPr>
                <p:cNvPr id="2091" name="Google Shape;2091;p74"/>
                <p:cNvSpPr/>
                <p:nvPr/>
              </p:nvSpPr>
              <p:spPr>
                <a:xfrm>
                  <a:off x="7917442" y="2475486"/>
                  <a:ext cx="434499" cy="17426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671" h="5483" extrusionOk="0">
                      <a:moveTo>
                        <a:pt x="525" y="0"/>
                      </a:moveTo>
                      <a:cubicBezTo>
                        <a:pt x="263" y="0"/>
                        <a:pt x="72" y="24"/>
                        <a:pt x="49" y="262"/>
                      </a:cubicBezTo>
                      <a:cubicBezTo>
                        <a:pt x="1" y="453"/>
                        <a:pt x="72" y="619"/>
                        <a:pt x="287" y="715"/>
                      </a:cubicBezTo>
                      <a:cubicBezTo>
                        <a:pt x="477" y="810"/>
                        <a:pt x="692" y="881"/>
                        <a:pt x="906" y="953"/>
                      </a:cubicBezTo>
                      <a:cubicBezTo>
                        <a:pt x="4716" y="2382"/>
                        <a:pt x="8527" y="3787"/>
                        <a:pt x="12361" y="5168"/>
                      </a:cubicBezTo>
                      <a:cubicBezTo>
                        <a:pt x="12582" y="5257"/>
                        <a:pt x="12877" y="5482"/>
                        <a:pt x="13126" y="5482"/>
                      </a:cubicBezTo>
                      <a:cubicBezTo>
                        <a:pt x="13278" y="5482"/>
                        <a:pt x="13413" y="5398"/>
                        <a:pt x="13504" y="5144"/>
                      </a:cubicBezTo>
                      <a:cubicBezTo>
                        <a:pt x="13670" y="4620"/>
                        <a:pt x="13004" y="4596"/>
                        <a:pt x="12670" y="4477"/>
                      </a:cubicBezTo>
                      <a:cubicBezTo>
                        <a:pt x="8812" y="3048"/>
                        <a:pt x="4954" y="1620"/>
                        <a:pt x="1096" y="215"/>
                      </a:cubicBezTo>
                      <a:cubicBezTo>
                        <a:pt x="906" y="119"/>
                        <a:pt x="692" y="48"/>
                        <a:pt x="525" y="0"/>
                      </a:cubicBez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</a:p>
              </p:txBody>
            </p:sp>
            <p:sp>
              <p:nvSpPr>
                <p:cNvPr id="2092" name="Google Shape;2092;p74"/>
                <p:cNvSpPr/>
                <p:nvPr/>
              </p:nvSpPr>
              <p:spPr>
                <a:xfrm>
                  <a:off x="8021149" y="2191637"/>
                  <a:ext cx="435992" cy="17311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718" h="5447" extrusionOk="0">
                      <a:moveTo>
                        <a:pt x="548" y="1"/>
                      </a:moveTo>
                      <a:cubicBezTo>
                        <a:pt x="262" y="1"/>
                        <a:pt x="96" y="72"/>
                        <a:pt x="48" y="287"/>
                      </a:cubicBezTo>
                      <a:cubicBezTo>
                        <a:pt x="1" y="429"/>
                        <a:pt x="96" y="572"/>
                        <a:pt x="239" y="644"/>
                      </a:cubicBezTo>
                      <a:cubicBezTo>
                        <a:pt x="429" y="739"/>
                        <a:pt x="643" y="834"/>
                        <a:pt x="834" y="906"/>
                      </a:cubicBezTo>
                      <a:cubicBezTo>
                        <a:pt x="4716" y="2358"/>
                        <a:pt x="8621" y="3787"/>
                        <a:pt x="12503" y="5216"/>
                      </a:cubicBezTo>
                      <a:cubicBezTo>
                        <a:pt x="12695" y="5290"/>
                        <a:pt x="12951" y="5446"/>
                        <a:pt x="13164" y="5446"/>
                      </a:cubicBezTo>
                      <a:cubicBezTo>
                        <a:pt x="13294" y="5446"/>
                        <a:pt x="13407" y="5388"/>
                        <a:pt x="13479" y="5216"/>
                      </a:cubicBezTo>
                      <a:cubicBezTo>
                        <a:pt x="13718" y="4645"/>
                        <a:pt x="13098" y="4621"/>
                        <a:pt x="12741" y="4478"/>
                      </a:cubicBezTo>
                      <a:cubicBezTo>
                        <a:pt x="8859" y="3049"/>
                        <a:pt x="4978" y="1620"/>
                        <a:pt x="1096" y="191"/>
                      </a:cubicBezTo>
                      <a:cubicBezTo>
                        <a:pt x="882" y="120"/>
                        <a:pt x="691" y="48"/>
                        <a:pt x="548" y="1"/>
                      </a:cubicBez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</a:p>
              </p:txBody>
            </p:sp>
            <p:sp>
              <p:nvSpPr>
                <p:cNvPr id="2093" name="Google Shape;2093;p74"/>
                <p:cNvSpPr/>
                <p:nvPr/>
              </p:nvSpPr>
              <p:spPr>
                <a:xfrm>
                  <a:off x="7969693" y="2333196"/>
                  <a:ext cx="430685" cy="17273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551" h="5435" extrusionOk="0">
                      <a:moveTo>
                        <a:pt x="453" y="0"/>
                      </a:moveTo>
                      <a:cubicBezTo>
                        <a:pt x="262" y="24"/>
                        <a:pt x="95" y="48"/>
                        <a:pt x="48" y="214"/>
                      </a:cubicBezTo>
                      <a:cubicBezTo>
                        <a:pt x="0" y="381"/>
                        <a:pt x="24" y="548"/>
                        <a:pt x="167" y="619"/>
                      </a:cubicBezTo>
                      <a:cubicBezTo>
                        <a:pt x="334" y="762"/>
                        <a:pt x="548" y="834"/>
                        <a:pt x="762" y="905"/>
                      </a:cubicBezTo>
                      <a:cubicBezTo>
                        <a:pt x="4715" y="2382"/>
                        <a:pt x="8669" y="3834"/>
                        <a:pt x="12622" y="5263"/>
                      </a:cubicBezTo>
                      <a:cubicBezTo>
                        <a:pt x="12788" y="5335"/>
                        <a:pt x="12979" y="5406"/>
                        <a:pt x="13146" y="5430"/>
                      </a:cubicBezTo>
                      <a:cubicBezTo>
                        <a:pt x="13167" y="5433"/>
                        <a:pt x="13187" y="5434"/>
                        <a:pt x="13206" y="5434"/>
                      </a:cubicBezTo>
                      <a:cubicBezTo>
                        <a:pt x="13341" y="5434"/>
                        <a:pt x="13440" y="5361"/>
                        <a:pt x="13503" y="5215"/>
                      </a:cubicBezTo>
                      <a:cubicBezTo>
                        <a:pt x="13551" y="5049"/>
                        <a:pt x="13527" y="4882"/>
                        <a:pt x="13408" y="4811"/>
                      </a:cubicBezTo>
                      <a:cubicBezTo>
                        <a:pt x="13146" y="4644"/>
                        <a:pt x="12860" y="4549"/>
                        <a:pt x="12598" y="4453"/>
                      </a:cubicBezTo>
                      <a:cubicBezTo>
                        <a:pt x="8764" y="3025"/>
                        <a:pt x="4954" y="1643"/>
                        <a:pt x="1143" y="238"/>
                      </a:cubicBezTo>
                      <a:cubicBezTo>
                        <a:pt x="905" y="143"/>
                        <a:pt x="643" y="48"/>
                        <a:pt x="453" y="0"/>
                      </a:cubicBez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</a:p>
              </p:txBody>
            </p:sp>
            <p:sp>
              <p:nvSpPr>
                <p:cNvPr id="2094" name="Google Shape;2094;p74"/>
                <p:cNvSpPr/>
                <p:nvPr/>
              </p:nvSpPr>
              <p:spPr>
                <a:xfrm>
                  <a:off x="8069585" y="2056180"/>
                  <a:ext cx="436755" cy="17302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742" h="5444" extrusionOk="0">
                      <a:moveTo>
                        <a:pt x="572" y="0"/>
                      </a:moveTo>
                      <a:cubicBezTo>
                        <a:pt x="310" y="0"/>
                        <a:pt x="167" y="71"/>
                        <a:pt x="96" y="214"/>
                      </a:cubicBezTo>
                      <a:cubicBezTo>
                        <a:pt x="1" y="429"/>
                        <a:pt x="120" y="595"/>
                        <a:pt x="286" y="667"/>
                      </a:cubicBezTo>
                      <a:cubicBezTo>
                        <a:pt x="953" y="929"/>
                        <a:pt x="1620" y="1191"/>
                        <a:pt x="2287" y="1429"/>
                      </a:cubicBezTo>
                      <a:cubicBezTo>
                        <a:pt x="5764" y="2715"/>
                        <a:pt x="9264" y="4025"/>
                        <a:pt x="12765" y="5311"/>
                      </a:cubicBezTo>
                      <a:cubicBezTo>
                        <a:pt x="12908" y="5363"/>
                        <a:pt x="13080" y="5443"/>
                        <a:pt x="13234" y="5443"/>
                      </a:cubicBezTo>
                      <a:cubicBezTo>
                        <a:pt x="13361" y="5443"/>
                        <a:pt x="13476" y="5388"/>
                        <a:pt x="13551" y="5215"/>
                      </a:cubicBezTo>
                      <a:cubicBezTo>
                        <a:pt x="13742" y="4811"/>
                        <a:pt x="13337" y="4739"/>
                        <a:pt x="13075" y="4596"/>
                      </a:cubicBezTo>
                      <a:cubicBezTo>
                        <a:pt x="13027" y="4549"/>
                        <a:pt x="12956" y="4549"/>
                        <a:pt x="12884" y="4501"/>
                      </a:cubicBezTo>
                      <a:cubicBezTo>
                        <a:pt x="8955" y="3072"/>
                        <a:pt x="5025" y="1619"/>
                        <a:pt x="1120" y="191"/>
                      </a:cubicBezTo>
                      <a:cubicBezTo>
                        <a:pt x="906" y="119"/>
                        <a:pt x="691" y="48"/>
                        <a:pt x="572" y="0"/>
                      </a:cubicBez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</a:p>
              </p:txBody>
            </p:sp>
          </p:grpSp>
          <p:grpSp>
            <p:nvGrpSpPr>
              <p:cNvPr id="2095" name="Google Shape;2095;p74"/>
              <p:cNvGrpSpPr/>
              <p:nvPr/>
            </p:nvGrpSpPr>
            <p:grpSpPr>
              <a:xfrm rot="1068299">
                <a:off x="8381766" y="2929605"/>
                <a:ext cx="213351" cy="106676"/>
                <a:chOff x="5251475" y="2319800"/>
                <a:chExt cx="282050" cy="141025"/>
              </a:xfrm>
            </p:grpSpPr>
            <p:sp>
              <p:nvSpPr>
                <p:cNvPr id="2096" name="Google Shape;2096;p74"/>
                <p:cNvSpPr/>
                <p:nvPr/>
              </p:nvSpPr>
              <p:spPr>
                <a:xfrm>
                  <a:off x="5282925" y="2319800"/>
                  <a:ext cx="41125" cy="964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45" h="3858" extrusionOk="0">
                      <a:moveTo>
                        <a:pt x="828" y="0"/>
                      </a:moveTo>
                      <a:cubicBezTo>
                        <a:pt x="374" y="0"/>
                        <a:pt x="1" y="863"/>
                        <a:pt x="1" y="1935"/>
                      </a:cubicBezTo>
                      <a:cubicBezTo>
                        <a:pt x="1" y="2995"/>
                        <a:pt x="374" y="3858"/>
                        <a:pt x="828" y="3858"/>
                      </a:cubicBezTo>
                      <a:cubicBezTo>
                        <a:pt x="1283" y="3858"/>
                        <a:pt x="1644" y="2995"/>
                        <a:pt x="1644" y="1935"/>
                      </a:cubicBezTo>
                      <a:cubicBezTo>
                        <a:pt x="1644" y="863"/>
                        <a:pt x="1283" y="0"/>
                        <a:pt x="828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</a:p>
              </p:txBody>
            </p:sp>
            <p:sp>
              <p:nvSpPr>
                <p:cNvPr id="2097" name="Google Shape;2097;p74"/>
                <p:cNvSpPr/>
                <p:nvPr/>
              </p:nvSpPr>
              <p:spPr>
                <a:xfrm>
                  <a:off x="5251475" y="2434600"/>
                  <a:ext cx="62950" cy="262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518" h="1049" extrusionOk="0">
                      <a:moveTo>
                        <a:pt x="1259" y="0"/>
                      </a:moveTo>
                      <a:cubicBezTo>
                        <a:pt x="571" y="0"/>
                        <a:pt x="0" y="245"/>
                        <a:pt x="0" y="525"/>
                      </a:cubicBezTo>
                      <a:cubicBezTo>
                        <a:pt x="0" y="816"/>
                        <a:pt x="571" y="1049"/>
                        <a:pt x="1259" y="1049"/>
                      </a:cubicBezTo>
                      <a:cubicBezTo>
                        <a:pt x="1958" y="1049"/>
                        <a:pt x="2518" y="816"/>
                        <a:pt x="2518" y="525"/>
                      </a:cubicBezTo>
                      <a:cubicBezTo>
                        <a:pt x="2518" y="245"/>
                        <a:pt x="1958" y="0"/>
                        <a:pt x="1259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</a:p>
              </p:txBody>
            </p:sp>
            <p:sp>
              <p:nvSpPr>
                <p:cNvPr id="2098" name="Google Shape;2098;p74"/>
                <p:cNvSpPr/>
                <p:nvPr/>
              </p:nvSpPr>
              <p:spPr>
                <a:xfrm>
                  <a:off x="5356950" y="2382475"/>
                  <a:ext cx="66150" cy="676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646" h="2704" extrusionOk="0">
                      <a:moveTo>
                        <a:pt x="534" y="0"/>
                      </a:moveTo>
                      <a:cubicBezTo>
                        <a:pt x="486" y="0"/>
                        <a:pt x="437" y="33"/>
                        <a:pt x="431" y="92"/>
                      </a:cubicBezTo>
                      <a:cubicBezTo>
                        <a:pt x="326" y="885"/>
                        <a:pt x="0" y="2644"/>
                        <a:pt x="1282" y="2703"/>
                      </a:cubicBezTo>
                      <a:cubicBezTo>
                        <a:pt x="1298" y="2704"/>
                        <a:pt x="1314" y="2704"/>
                        <a:pt x="1330" y="2704"/>
                      </a:cubicBezTo>
                      <a:cubicBezTo>
                        <a:pt x="1753" y="2704"/>
                        <a:pt x="2129" y="2409"/>
                        <a:pt x="2331" y="2038"/>
                      </a:cubicBezTo>
                      <a:cubicBezTo>
                        <a:pt x="2646" y="1491"/>
                        <a:pt x="2529" y="803"/>
                        <a:pt x="2413" y="209"/>
                      </a:cubicBezTo>
                      <a:cubicBezTo>
                        <a:pt x="2399" y="135"/>
                        <a:pt x="2347" y="103"/>
                        <a:pt x="2291" y="103"/>
                      </a:cubicBezTo>
                      <a:cubicBezTo>
                        <a:pt x="2206" y="103"/>
                        <a:pt x="2112" y="178"/>
                        <a:pt x="2133" y="290"/>
                      </a:cubicBezTo>
                      <a:cubicBezTo>
                        <a:pt x="2214" y="756"/>
                        <a:pt x="2331" y="1293"/>
                        <a:pt x="2156" y="1759"/>
                      </a:cubicBezTo>
                      <a:cubicBezTo>
                        <a:pt x="2021" y="2100"/>
                        <a:pt x="1693" y="2407"/>
                        <a:pt x="1336" y="2407"/>
                      </a:cubicBezTo>
                      <a:cubicBezTo>
                        <a:pt x="1230" y="2407"/>
                        <a:pt x="1121" y="2380"/>
                        <a:pt x="1014" y="2318"/>
                      </a:cubicBezTo>
                      <a:cubicBezTo>
                        <a:pt x="268" y="1875"/>
                        <a:pt x="676" y="780"/>
                        <a:pt x="629" y="92"/>
                      </a:cubicBezTo>
                      <a:cubicBezTo>
                        <a:pt x="624" y="30"/>
                        <a:pt x="579" y="0"/>
                        <a:pt x="534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</a:p>
              </p:txBody>
            </p:sp>
            <p:sp>
              <p:nvSpPr>
                <p:cNvPr id="2099" name="Google Shape;2099;p74"/>
                <p:cNvSpPr/>
                <p:nvPr/>
              </p:nvSpPr>
              <p:spPr>
                <a:xfrm>
                  <a:off x="5460950" y="2319800"/>
                  <a:ext cx="41100" cy="964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44" h="3858" extrusionOk="0">
                      <a:moveTo>
                        <a:pt x="828" y="0"/>
                      </a:moveTo>
                      <a:cubicBezTo>
                        <a:pt x="374" y="0"/>
                        <a:pt x="1" y="863"/>
                        <a:pt x="1" y="1935"/>
                      </a:cubicBezTo>
                      <a:cubicBezTo>
                        <a:pt x="1" y="2995"/>
                        <a:pt x="374" y="3858"/>
                        <a:pt x="828" y="3858"/>
                      </a:cubicBezTo>
                      <a:cubicBezTo>
                        <a:pt x="1283" y="3858"/>
                        <a:pt x="1644" y="2995"/>
                        <a:pt x="1644" y="1935"/>
                      </a:cubicBezTo>
                      <a:cubicBezTo>
                        <a:pt x="1644" y="863"/>
                        <a:pt x="1283" y="0"/>
                        <a:pt x="828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</a:p>
              </p:txBody>
            </p:sp>
            <p:sp>
              <p:nvSpPr>
                <p:cNvPr id="2100" name="Google Shape;2100;p74"/>
                <p:cNvSpPr/>
                <p:nvPr/>
              </p:nvSpPr>
              <p:spPr>
                <a:xfrm>
                  <a:off x="5470575" y="2434600"/>
                  <a:ext cx="62950" cy="262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518" h="1049" extrusionOk="0">
                      <a:moveTo>
                        <a:pt x="1259" y="0"/>
                      </a:moveTo>
                      <a:cubicBezTo>
                        <a:pt x="560" y="0"/>
                        <a:pt x="0" y="245"/>
                        <a:pt x="0" y="525"/>
                      </a:cubicBezTo>
                      <a:cubicBezTo>
                        <a:pt x="0" y="816"/>
                        <a:pt x="560" y="1049"/>
                        <a:pt x="1259" y="1049"/>
                      </a:cubicBezTo>
                      <a:cubicBezTo>
                        <a:pt x="1958" y="1049"/>
                        <a:pt x="2518" y="816"/>
                        <a:pt x="2518" y="525"/>
                      </a:cubicBezTo>
                      <a:cubicBezTo>
                        <a:pt x="2518" y="245"/>
                        <a:pt x="1958" y="0"/>
                        <a:pt x="1259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</a:p>
              </p:txBody>
            </p:sp>
          </p:grpSp>
        </p:grpSp>
        <p:grpSp>
          <p:nvGrpSpPr>
            <p:cNvPr id="2101" name="Google Shape;2101;p74"/>
            <p:cNvGrpSpPr/>
            <p:nvPr/>
          </p:nvGrpSpPr>
          <p:grpSpPr>
            <a:xfrm rot="1267221">
              <a:off x="7822985" y="2098818"/>
              <a:ext cx="684197" cy="539017"/>
              <a:chOff x="7503552" y="1938580"/>
              <a:chExt cx="502825" cy="396131"/>
            </a:xfrm>
          </p:grpSpPr>
          <p:sp>
            <p:nvSpPr>
              <p:cNvPr id="2102" name="Google Shape;2102;p74"/>
              <p:cNvSpPr/>
              <p:nvPr/>
            </p:nvSpPr>
            <p:spPr>
              <a:xfrm>
                <a:off x="7503552" y="1938580"/>
                <a:ext cx="478210" cy="8136"/>
              </a:xfrm>
              <a:custGeom>
                <a:avLst/>
                <a:gdLst/>
                <a:ahLst/>
                <a:cxnLst/>
                <a:rect l="l" t="t" r="r" b="b"/>
                <a:pathLst>
                  <a:path w="13223" h="464" extrusionOk="0">
                    <a:moveTo>
                      <a:pt x="0" y="0"/>
                    </a:moveTo>
                    <a:cubicBezTo>
                      <a:pt x="4322" y="868"/>
                      <a:pt x="8815" y="225"/>
                      <a:pt x="13223" y="225"/>
                    </a:cubicBezTo>
                  </a:path>
                </a:pathLst>
              </a:custGeom>
              <a:noFill/>
              <a:ln w="19050" cap="rnd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2103" name="Google Shape;2103;p74"/>
              <p:cNvSpPr/>
              <p:nvPr/>
            </p:nvSpPr>
            <p:spPr>
              <a:xfrm>
                <a:off x="7519449" y="2033684"/>
                <a:ext cx="478210" cy="8136"/>
              </a:xfrm>
              <a:custGeom>
                <a:avLst/>
                <a:gdLst/>
                <a:ahLst/>
                <a:cxnLst/>
                <a:rect l="l" t="t" r="r" b="b"/>
                <a:pathLst>
                  <a:path w="13223" h="464" extrusionOk="0">
                    <a:moveTo>
                      <a:pt x="0" y="0"/>
                    </a:moveTo>
                    <a:cubicBezTo>
                      <a:pt x="4322" y="868"/>
                      <a:pt x="8815" y="225"/>
                      <a:pt x="13223" y="225"/>
                    </a:cubicBezTo>
                  </a:path>
                </a:pathLst>
              </a:custGeom>
              <a:noFill/>
              <a:ln w="19050" cap="rnd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2104" name="Google Shape;2104;p74"/>
              <p:cNvSpPr/>
              <p:nvPr/>
            </p:nvSpPr>
            <p:spPr>
              <a:xfrm>
                <a:off x="7528168" y="2141280"/>
                <a:ext cx="478210" cy="8136"/>
              </a:xfrm>
              <a:custGeom>
                <a:avLst/>
                <a:gdLst/>
                <a:ahLst/>
                <a:cxnLst/>
                <a:rect l="l" t="t" r="r" b="b"/>
                <a:pathLst>
                  <a:path w="13223" h="464" extrusionOk="0">
                    <a:moveTo>
                      <a:pt x="0" y="0"/>
                    </a:moveTo>
                    <a:cubicBezTo>
                      <a:pt x="4322" y="868"/>
                      <a:pt x="8815" y="225"/>
                      <a:pt x="13223" y="225"/>
                    </a:cubicBezTo>
                  </a:path>
                </a:pathLst>
              </a:custGeom>
              <a:noFill/>
              <a:ln w="19050" cap="rnd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2105" name="Google Shape;2105;p74"/>
              <p:cNvSpPr/>
              <p:nvPr/>
            </p:nvSpPr>
            <p:spPr>
              <a:xfrm>
                <a:off x="7507565" y="2231136"/>
                <a:ext cx="478210" cy="8136"/>
              </a:xfrm>
              <a:custGeom>
                <a:avLst/>
                <a:gdLst/>
                <a:ahLst/>
                <a:cxnLst/>
                <a:rect l="l" t="t" r="r" b="b"/>
                <a:pathLst>
                  <a:path w="13223" h="464" extrusionOk="0">
                    <a:moveTo>
                      <a:pt x="0" y="0"/>
                    </a:moveTo>
                    <a:cubicBezTo>
                      <a:pt x="4322" y="868"/>
                      <a:pt x="8815" y="225"/>
                      <a:pt x="13223" y="225"/>
                    </a:cubicBezTo>
                  </a:path>
                </a:pathLst>
              </a:custGeom>
              <a:noFill/>
              <a:ln w="19050" cap="rnd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2106" name="Google Shape;2106;p74"/>
              <p:cNvSpPr/>
              <p:nvPr/>
            </p:nvSpPr>
            <p:spPr>
              <a:xfrm>
                <a:off x="7519150" y="2326575"/>
                <a:ext cx="478210" cy="8136"/>
              </a:xfrm>
              <a:custGeom>
                <a:avLst/>
                <a:gdLst/>
                <a:ahLst/>
                <a:cxnLst/>
                <a:rect l="l" t="t" r="r" b="b"/>
                <a:pathLst>
                  <a:path w="13223" h="464" extrusionOk="0">
                    <a:moveTo>
                      <a:pt x="0" y="0"/>
                    </a:moveTo>
                    <a:cubicBezTo>
                      <a:pt x="4322" y="868"/>
                      <a:pt x="8815" y="225"/>
                      <a:pt x="13223" y="225"/>
                    </a:cubicBezTo>
                  </a:path>
                </a:pathLst>
              </a:custGeom>
              <a:noFill/>
              <a:ln w="19050" cap="rnd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</p:grpSp>
      </p:grpSp>
      <p:sp>
        <p:nvSpPr>
          <p:cNvPr id="2" name="TextBox 1"/>
          <p:cNvSpPr txBox="1"/>
          <p:nvPr/>
        </p:nvSpPr>
        <p:spPr>
          <a:xfrm>
            <a:off x="206932" y="1552019"/>
            <a:ext cx="8810425" cy="33239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 smtClean="0"/>
              <a:t>When you take a measurement, you should </a:t>
            </a:r>
            <a:endParaRPr lang="en-US" sz="2800" dirty="0" smtClean="0"/>
          </a:p>
          <a:p>
            <a:r>
              <a:rPr lang="en-US" sz="2800" dirty="0"/>
              <a:t> </a:t>
            </a:r>
            <a:r>
              <a:rPr lang="en-US" sz="2800" dirty="0" smtClean="0"/>
              <a:t>   take it a few times to check that they stay the same.</a:t>
            </a:r>
            <a:endParaRPr lang="en-US" sz="2800" dirty="0" smtClean="0"/>
          </a:p>
          <a:p>
            <a:r>
              <a:rPr lang="en-US" sz="2800" b="1" u="sng" dirty="0" smtClean="0">
                <a:solidFill>
                  <a:schemeClr val="tx1"/>
                </a:solidFill>
              </a:rPr>
              <a:t>If it does, </a:t>
            </a:r>
            <a:r>
              <a:rPr lang="en-US" sz="2800" dirty="0" smtClean="0">
                <a:solidFill>
                  <a:schemeClr val="tx1"/>
                </a:solidFill>
              </a:rPr>
              <a:t>so now they are </a:t>
            </a:r>
            <a:r>
              <a:rPr lang="en-US" sz="2800" b="1" u="sng" dirty="0" smtClean="0">
                <a:solidFill>
                  <a:srgbClr val="FF0000"/>
                </a:solidFill>
              </a:rPr>
              <a:t>precise and reliable.</a:t>
            </a:r>
            <a:endParaRPr lang="en-US" sz="2800" b="1" u="sng" dirty="0" smtClean="0">
              <a:solidFill>
                <a:srgbClr val="FF0000"/>
              </a:solidFill>
            </a:endParaRPr>
          </a:p>
          <a:p>
            <a:endParaRPr lang="en-US" sz="2800" b="1" u="sng" dirty="0" smtClean="0">
              <a:solidFill>
                <a:srgbClr val="FF0000"/>
              </a:solidFill>
            </a:endParaRPr>
          </a:p>
          <a:p>
            <a:r>
              <a:rPr lang="en-US" sz="2800" b="1" u="sng" dirty="0">
                <a:solidFill>
                  <a:schemeClr val="tx1"/>
                </a:solidFill>
              </a:rPr>
              <a:t>If it </a:t>
            </a:r>
            <a:r>
              <a:rPr lang="en-US" sz="2800" b="1" u="sng" dirty="0" smtClean="0">
                <a:solidFill>
                  <a:schemeClr val="tx1"/>
                </a:solidFill>
              </a:rPr>
              <a:t>does not, </a:t>
            </a:r>
            <a:r>
              <a:rPr lang="en-US" sz="2800" dirty="0" smtClean="0">
                <a:solidFill>
                  <a:schemeClr val="tx1"/>
                </a:solidFill>
              </a:rPr>
              <a:t>may be you can identify anomalous </a:t>
            </a:r>
            <a:endParaRPr lang="en-US" sz="2800" dirty="0" smtClean="0">
              <a:solidFill>
                <a:schemeClr val="tx1"/>
              </a:solidFill>
            </a:endParaRPr>
          </a:p>
          <a:p>
            <a:r>
              <a:rPr lang="en-US" sz="2800" dirty="0" smtClean="0">
                <a:solidFill>
                  <a:schemeClr val="tx1"/>
                </a:solidFill>
              </a:rPr>
              <a:t>Result and this mostly occur in the early part </a:t>
            </a:r>
            <a:endParaRPr lang="en-US" sz="2800" dirty="0" smtClean="0">
              <a:solidFill>
                <a:schemeClr val="tx1"/>
              </a:solidFill>
            </a:endParaRPr>
          </a:p>
          <a:p>
            <a:r>
              <a:rPr lang="en-US" sz="2800" dirty="0" smtClean="0">
                <a:solidFill>
                  <a:schemeClr val="tx1"/>
                </a:solidFill>
              </a:rPr>
              <a:t>of your investigation.</a:t>
            </a:r>
            <a:endParaRPr lang="en-US" sz="1800" dirty="0" smtClean="0"/>
          </a:p>
          <a:p>
            <a:endParaRPr lang="en-US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7" name="Google Shape;2017;p74"/>
          <p:cNvSpPr/>
          <p:nvPr/>
        </p:nvSpPr>
        <p:spPr>
          <a:xfrm>
            <a:off x="5339243" y="2095516"/>
            <a:ext cx="1074821" cy="1316272"/>
          </a:xfrm>
          <a:custGeom>
            <a:avLst/>
            <a:gdLst/>
            <a:ahLst/>
            <a:cxnLst/>
            <a:rect l="l" t="t" r="r" b="b"/>
            <a:pathLst>
              <a:path w="33818" h="41415" extrusionOk="0">
                <a:moveTo>
                  <a:pt x="25840" y="1"/>
                </a:moveTo>
                <a:lnTo>
                  <a:pt x="25840" y="1"/>
                </a:lnTo>
                <a:cubicBezTo>
                  <a:pt x="23244" y="4454"/>
                  <a:pt x="20958" y="8812"/>
                  <a:pt x="18362" y="13218"/>
                </a:cubicBezTo>
                <a:cubicBezTo>
                  <a:pt x="17171" y="10170"/>
                  <a:pt x="16099" y="7336"/>
                  <a:pt x="14980" y="4454"/>
                </a:cubicBezTo>
                <a:cubicBezTo>
                  <a:pt x="14623" y="4740"/>
                  <a:pt x="14671" y="5026"/>
                  <a:pt x="14623" y="5264"/>
                </a:cubicBezTo>
                <a:cubicBezTo>
                  <a:pt x="14051" y="8169"/>
                  <a:pt x="13504" y="11075"/>
                  <a:pt x="12932" y="13980"/>
                </a:cubicBezTo>
                <a:cubicBezTo>
                  <a:pt x="12815" y="14537"/>
                  <a:pt x="12770" y="14761"/>
                  <a:pt x="12541" y="14761"/>
                </a:cubicBezTo>
                <a:cubicBezTo>
                  <a:pt x="12398" y="14761"/>
                  <a:pt x="12184" y="14674"/>
                  <a:pt x="11837" y="14528"/>
                </a:cubicBezTo>
                <a:cubicBezTo>
                  <a:pt x="9503" y="13575"/>
                  <a:pt x="7145" y="12622"/>
                  <a:pt x="4788" y="11646"/>
                </a:cubicBezTo>
                <a:cubicBezTo>
                  <a:pt x="4508" y="11546"/>
                  <a:pt x="4244" y="11362"/>
                  <a:pt x="3928" y="11362"/>
                </a:cubicBezTo>
                <a:cubicBezTo>
                  <a:pt x="3867" y="11362"/>
                  <a:pt x="3805" y="11369"/>
                  <a:pt x="3740" y="11384"/>
                </a:cubicBezTo>
                <a:cubicBezTo>
                  <a:pt x="3763" y="11646"/>
                  <a:pt x="3930" y="11789"/>
                  <a:pt x="4073" y="11979"/>
                </a:cubicBezTo>
                <a:cubicBezTo>
                  <a:pt x="5740" y="14075"/>
                  <a:pt x="7407" y="16195"/>
                  <a:pt x="9074" y="18314"/>
                </a:cubicBezTo>
                <a:cubicBezTo>
                  <a:pt x="9717" y="19148"/>
                  <a:pt x="9717" y="19148"/>
                  <a:pt x="8931" y="19791"/>
                </a:cubicBezTo>
                <a:cubicBezTo>
                  <a:pt x="6240" y="22005"/>
                  <a:pt x="3525" y="24196"/>
                  <a:pt x="858" y="26411"/>
                </a:cubicBezTo>
                <a:cubicBezTo>
                  <a:pt x="549" y="26673"/>
                  <a:pt x="144" y="26840"/>
                  <a:pt x="1" y="27292"/>
                </a:cubicBezTo>
                <a:cubicBezTo>
                  <a:pt x="73" y="27314"/>
                  <a:pt x="143" y="27322"/>
                  <a:pt x="212" y="27322"/>
                </a:cubicBezTo>
                <a:cubicBezTo>
                  <a:pt x="369" y="27322"/>
                  <a:pt x="518" y="27278"/>
                  <a:pt x="668" y="27244"/>
                </a:cubicBezTo>
                <a:cubicBezTo>
                  <a:pt x="3930" y="26482"/>
                  <a:pt x="7169" y="25697"/>
                  <a:pt x="10408" y="24958"/>
                </a:cubicBezTo>
                <a:cubicBezTo>
                  <a:pt x="10651" y="24904"/>
                  <a:pt x="10830" y="24871"/>
                  <a:pt x="10960" y="24871"/>
                </a:cubicBezTo>
                <a:cubicBezTo>
                  <a:pt x="11286" y="24871"/>
                  <a:pt x="11289" y="25082"/>
                  <a:pt x="11170" y="25697"/>
                </a:cubicBezTo>
                <a:cubicBezTo>
                  <a:pt x="10479" y="29483"/>
                  <a:pt x="9789" y="33270"/>
                  <a:pt x="9098" y="37080"/>
                </a:cubicBezTo>
                <a:cubicBezTo>
                  <a:pt x="8836" y="38509"/>
                  <a:pt x="8598" y="39938"/>
                  <a:pt x="8336" y="41366"/>
                </a:cubicBezTo>
                <a:cubicBezTo>
                  <a:pt x="8431" y="41390"/>
                  <a:pt x="8503" y="41414"/>
                  <a:pt x="8574" y="41414"/>
                </a:cubicBezTo>
                <a:cubicBezTo>
                  <a:pt x="11289" y="37437"/>
                  <a:pt x="13980" y="33460"/>
                  <a:pt x="16790" y="29340"/>
                </a:cubicBezTo>
                <a:cubicBezTo>
                  <a:pt x="18671" y="33365"/>
                  <a:pt x="20457" y="37199"/>
                  <a:pt x="22267" y="41057"/>
                </a:cubicBezTo>
                <a:lnTo>
                  <a:pt x="22482" y="40985"/>
                </a:lnTo>
                <a:cubicBezTo>
                  <a:pt x="22482" y="36627"/>
                  <a:pt x="22339" y="32246"/>
                  <a:pt x="22053" y="27792"/>
                </a:cubicBezTo>
                <a:lnTo>
                  <a:pt x="22053" y="27792"/>
                </a:lnTo>
                <a:cubicBezTo>
                  <a:pt x="26078" y="28911"/>
                  <a:pt x="29936" y="30007"/>
                  <a:pt x="33817" y="31079"/>
                </a:cubicBezTo>
                <a:cubicBezTo>
                  <a:pt x="33698" y="30674"/>
                  <a:pt x="33484" y="30412"/>
                  <a:pt x="33270" y="30174"/>
                </a:cubicBezTo>
                <a:cubicBezTo>
                  <a:pt x="30698" y="27411"/>
                  <a:pt x="28102" y="24649"/>
                  <a:pt x="25530" y="21886"/>
                </a:cubicBezTo>
                <a:cubicBezTo>
                  <a:pt x="24839" y="21148"/>
                  <a:pt x="24720" y="21196"/>
                  <a:pt x="25554" y="20410"/>
                </a:cubicBezTo>
                <a:cubicBezTo>
                  <a:pt x="28126" y="18076"/>
                  <a:pt x="30674" y="15695"/>
                  <a:pt x="33246" y="13337"/>
                </a:cubicBezTo>
                <a:cubicBezTo>
                  <a:pt x="33389" y="13194"/>
                  <a:pt x="33651" y="13123"/>
                  <a:pt x="33460" y="12765"/>
                </a:cubicBezTo>
                <a:lnTo>
                  <a:pt x="33460" y="12765"/>
                </a:lnTo>
                <a:cubicBezTo>
                  <a:pt x="31936" y="13099"/>
                  <a:pt x="30412" y="13432"/>
                  <a:pt x="28888" y="13766"/>
                </a:cubicBezTo>
                <a:cubicBezTo>
                  <a:pt x="27126" y="14147"/>
                  <a:pt x="25363" y="14551"/>
                  <a:pt x="23625" y="14932"/>
                </a:cubicBezTo>
                <a:cubicBezTo>
                  <a:pt x="23444" y="14971"/>
                  <a:pt x="23306" y="14994"/>
                  <a:pt x="23204" y="14994"/>
                </a:cubicBezTo>
                <a:cubicBezTo>
                  <a:pt x="22931" y="14994"/>
                  <a:pt x="22912" y="14829"/>
                  <a:pt x="22982" y="14361"/>
                </a:cubicBezTo>
                <a:cubicBezTo>
                  <a:pt x="23006" y="14266"/>
                  <a:pt x="23029" y="14194"/>
                  <a:pt x="23029" y="14123"/>
                </a:cubicBezTo>
                <a:cubicBezTo>
                  <a:pt x="23815" y="10432"/>
                  <a:pt x="24601" y="6740"/>
                  <a:pt x="25363" y="3049"/>
                </a:cubicBezTo>
                <a:cubicBezTo>
                  <a:pt x="25530" y="2120"/>
                  <a:pt x="25863" y="1215"/>
                  <a:pt x="25840" y="1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2018" name="Google Shape;2018;p74"/>
          <p:cNvSpPr/>
          <p:nvPr/>
        </p:nvSpPr>
        <p:spPr>
          <a:xfrm>
            <a:off x="7137558" y="173243"/>
            <a:ext cx="1248700" cy="1270172"/>
          </a:xfrm>
          <a:custGeom>
            <a:avLst/>
            <a:gdLst/>
            <a:ahLst/>
            <a:cxnLst/>
            <a:rect l="l" t="t" r="r" b="b"/>
            <a:pathLst>
              <a:path w="5623" h="5447" extrusionOk="0">
                <a:moveTo>
                  <a:pt x="2987" y="1"/>
                </a:moveTo>
                <a:cubicBezTo>
                  <a:pt x="2618" y="1"/>
                  <a:pt x="2239" y="92"/>
                  <a:pt x="1860" y="246"/>
                </a:cubicBezTo>
                <a:cubicBezTo>
                  <a:pt x="955" y="651"/>
                  <a:pt x="336" y="1246"/>
                  <a:pt x="193" y="2318"/>
                </a:cubicBezTo>
                <a:cubicBezTo>
                  <a:pt x="0" y="3988"/>
                  <a:pt x="1926" y="5447"/>
                  <a:pt x="3441" y="5447"/>
                </a:cubicBezTo>
                <a:cubicBezTo>
                  <a:pt x="3611" y="5447"/>
                  <a:pt x="3776" y="5428"/>
                  <a:pt x="3932" y="5390"/>
                </a:cubicBezTo>
                <a:cubicBezTo>
                  <a:pt x="5051" y="5080"/>
                  <a:pt x="5623" y="4390"/>
                  <a:pt x="5623" y="3342"/>
                </a:cubicBezTo>
                <a:cubicBezTo>
                  <a:pt x="5623" y="2127"/>
                  <a:pt x="5170" y="1246"/>
                  <a:pt x="4384" y="556"/>
                </a:cubicBezTo>
                <a:cubicBezTo>
                  <a:pt x="3950" y="162"/>
                  <a:pt x="3477" y="1"/>
                  <a:pt x="2987" y="1"/>
                </a:cubicBezTo>
                <a:close/>
              </a:path>
            </a:pathLst>
          </a:custGeom>
          <a:solidFill>
            <a:schemeClr val="accent5">
              <a:alpha val="3095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2019" name="Google Shape;2019;p74"/>
          <p:cNvSpPr txBox="1">
            <a:spLocks noGrp="1"/>
          </p:cNvSpPr>
          <p:nvPr>
            <p:ph type="title"/>
          </p:nvPr>
        </p:nvSpPr>
        <p:spPr>
          <a:xfrm>
            <a:off x="2074709" y="445092"/>
            <a:ext cx="5130112" cy="971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4400" dirty="0" smtClean="0"/>
              <a:t>Precision</a:t>
            </a:r>
            <a:endParaRPr sz="4400" dirty="0">
              <a:solidFill>
                <a:schemeClr val="accent1"/>
              </a:solidFill>
            </a:endParaRPr>
          </a:p>
        </p:txBody>
      </p:sp>
      <p:sp>
        <p:nvSpPr>
          <p:cNvPr id="2021" name="Google Shape;2021;p74"/>
          <p:cNvSpPr txBox="1">
            <a:spLocks noGrp="1"/>
          </p:cNvSpPr>
          <p:nvPr>
            <p:ph type="title" idx="2"/>
          </p:nvPr>
        </p:nvSpPr>
        <p:spPr>
          <a:xfrm>
            <a:off x="7195508" y="387430"/>
            <a:ext cx="11328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 smtClean="0"/>
              <a:t>02</a:t>
            </a:r>
            <a:endParaRPr dirty="0"/>
          </a:p>
        </p:txBody>
      </p:sp>
      <p:grpSp>
        <p:nvGrpSpPr>
          <p:cNvPr id="2022" name="Google Shape;2022;p74"/>
          <p:cNvGrpSpPr/>
          <p:nvPr/>
        </p:nvGrpSpPr>
        <p:grpSpPr>
          <a:xfrm>
            <a:off x="7746044" y="3175453"/>
            <a:ext cx="1495621" cy="1291831"/>
            <a:chOff x="5614619" y="2740966"/>
            <a:chExt cx="1495621" cy="1291831"/>
          </a:xfrm>
        </p:grpSpPr>
        <p:sp>
          <p:nvSpPr>
            <p:cNvPr id="2023" name="Google Shape;2023;p74"/>
            <p:cNvSpPr/>
            <p:nvPr/>
          </p:nvSpPr>
          <p:spPr>
            <a:xfrm>
              <a:off x="5614619" y="3232736"/>
              <a:ext cx="233570" cy="259568"/>
            </a:xfrm>
            <a:custGeom>
              <a:avLst/>
              <a:gdLst/>
              <a:ahLst/>
              <a:cxnLst/>
              <a:rect l="l" t="t" r="r" b="b"/>
              <a:pathLst>
                <a:path w="7349" h="8167" extrusionOk="0">
                  <a:moveTo>
                    <a:pt x="2648" y="0"/>
                  </a:moveTo>
                  <a:cubicBezTo>
                    <a:pt x="2113" y="0"/>
                    <a:pt x="1614" y="173"/>
                    <a:pt x="1262" y="512"/>
                  </a:cubicBezTo>
                  <a:cubicBezTo>
                    <a:pt x="453" y="1275"/>
                    <a:pt x="0" y="2275"/>
                    <a:pt x="96" y="3394"/>
                  </a:cubicBezTo>
                  <a:cubicBezTo>
                    <a:pt x="286" y="5466"/>
                    <a:pt x="1644" y="7442"/>
                    <a:pt x="3882" y="8038"/>
                  </a:cubicBezTo>
                  <a:cubicBezTo>
                    <a:pt x="4194" y="8124"/>
                    <a:pt x="4508" y="8167"/>
                    <a:pt x="4812" y="8167"/>
                  </a:cubicBezTo>
                  <a:cubicBezTo>
                    <a:pt x="6181" y="8167"/>
                    <a:pt x="7348" y="7306"/>
                    <a:pt x="7192" y="5728"/>
                  </a:cubicBezTo>
                  <a:cubicBezTo>
                    <a:pt x="7002" y="3513"/>
                    <a:pt x="6002" y="1751"/>
                    <a:pt x="4192" y="489"/>
                  </a:cubicBezTo>
                  <a:cubicBezTo>
                    <a:pt x="3712" y="161"/>
                    <a:pt x="3164" y="0"/>
                    <a:pt x="264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024" name="Google Shape;2024;p74"/>
            <p:cNvSpPr/>
            <p:nvPr/>
          </p:nvSpPr>
          <p:spPr>
            <a:xfrm>
              <a:off x="5985489" y="3413038"/>
              <a:ext cx="243740" cy="219522"/>
            </a:xfrm>
            <a:custGeom>
              <a:avLst/>
              <a:gdLst/>
              <a:ahLst/>
              <a:cxnLst/>
              <a:rect l="l" t="t" r="r" b="b"/>
              <a:pathLst>
                <a:path w="7669" h="6907" extrusionOk="0">
                  <a:moveTo>
                    <a:pt x="2579" y="0"/>
                  </a:moveTo>
                  <a:cubicBezTo>
                    <a:pt x="1203" y="0"/>
                    <a:pt x="0" y="1093"/>
                    <a:pt x="0" y="2436"/>
                  </a:cubicBezTo>
                  <a:cubicBezTo>
                    <a:pt x="0" y="3151"/>
                    <a:pt x="215" y="3960"/>
                    <a:pt x="643" y="4675"/>
                  </a:cubicBezTo>
                  <a:cubicBezTo>
                    <a:pt x="1361" y="5791"/>
                    <a:pt x="2761" y="6906"/>
                    <a:pt x="4274" y="6906"/>
                  </a:cubicBezTo>
                  <a:cubicBezTo>
                    <a:pt x="4569" y="6906"/>
                    <a:pt x="4869" y="6864"/>
                    <a:pt x="5168" y="6770"/>
                  </a:cubicBezTo>
                  <a:cubicBezTo>
                    <a:pt x="6859" y="6247"/>
                    <a:pt x="7669" y="4794"/>
                    <a:pt x="6930" y="3198"/>
                  </a:cubicBezTo>
                  <a:cubicBezTo>
                    <a:pt x="6168" y="1627"/>
                    <a:pt x="4954" y="483"/>
                    <a:pt x="3215" y="79"/>
                  </a:cubicBezTo>
                  <a:cubicBezTo>
                    <a:pt x="3002" y="25"/>
                    <a:pt x="2789" y="0"/>
                    <a:pt x="2579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025" name="Google Shape;2025;p74"/>
            <p:cNvSpPr/>
            <p:nvPr/>
          </p:nvSpPr>
          <p:spPr>
            <a:xfrm>
              <a:off x="5884071" y="2740966"/>
              <a:ext cx="218759" cy="222064"/>
            </a:xfrm>
            <a:custGeom>
              <a:avLst/>
              <a:gdLst/>
              <a:ahLst/>
              <a:cxnLst/>
              <a:rect l="l" t="t" r="r" b="b"/>
              <a:pathLst>
                <a:path w="6883" h="6987" extrusionOk="0">
                  <a:moveTo>
                    <a:pt x="3502" y="0"/>
                  </a:moveTo>
                  <a:cubicBezTo>
                    <a:pt x="2862" y="0"/>
                    <a:pt x="2233" y="161"/>
                    <a:pt x="1643" y="482"/>
                  </a:cubicBezTo>
                  <a:cubicBezTo>
                    <a:pt x="643" y="1030"/>
                    <a:pt x="0" y="2364"/>
                    <a:pt x="381" y="3340"/>
                  </a:cubicBezTo>
                  <a:cubicBezTo>
                    <a:pt x="1000" y="4983"/>
                    <a:pt x="2120" y="6174"/>
                    <a:pt x="3811" y="6793"/>
                  </a:cubicBezTo>
                  <a:cubicBezTo>
                    <a:pt x="4163" y="6925"/>
                    <a:pt x="4487" y="6986"/>
                    <a:pt x="4780" y="6986"/>
                  </a:cubicBezTo>
                  <a:cubicBezTo>
                    <a:pt x="5817" y="6986"/>
                    <a:pt x="6485" y="6218"/>
                    <a:pt x="6764" y="5031"/>
                  </a:cubicBezTo>
                  <a:cubicBezTo>
                    <a:pt x="6811" y="4769"/>
                    <a:pt x="6764" y="4507"/>
                    <a:pt x="6764" y="4269"/>
                  </a:cubicBezTo>
                  <a:cubicBezTo>
                    <a:pt x="6883" y="3435"/>
                    <a:pt x="6645" y="2673"/>
                    <a:pt x="6311" y="1959"/>
                  </a:cubicBezTo>
                  <a:cubicBezTo>
                    <a:pt x="5882" y="1006"/>
                    <a:pt x="5239" y="220"/>
                    <a:pt x="4144" y="54"/>
                  </a:cubicBezTo>
                  <a:cubicBezTo>
                    <a:pt x="3930" y="18"/>
                    <a:pt x="3715" y="0"/>
                    <a:pt x="350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026" name="Google Shape;2026;p74"/>
            <p:cNvSpPr/>
            <p:nvPr/>
          </p:nvSpPr>
          <p:spPr>
            <a:xfrm>
              <a:off x="6513046" y="3075190"/>
              <a:ext cx="249779" cy="202200"/>
            </a:xfrm>
            <a:custGeom>
              <a:avLst/>
              <a:gdLst/>
              <a:ahLst/>
              <a:cxnLst/>
              <a:rect l="l" t="t" r="r" b="b"/>
              <a:pathLst>
                <a:path w="7859" h="6362" extrusionOk="0">
                  <a:moveTo>
                    <a:pt x="2811" y="0"/>
                  </a:moveTo>
                  <a:cubicBezTo>
                    <a:pt x="2016" y="0"/>
                    <a:pt x="1274" y="376"/>
                    <a:pt x="715" y="1064"/>
                  </a:cubicBezTo>
                  <a:cubicBezTo>
                    <a:pt x="0" y="1945"/>
                    <a:pt x="0" y="3064"/>
                    <a:pt x="810" y="4160"/>
                  </a:cubicBezTo>
                  <a:cubicBezTo>
                    <a:pt x="1874" y="5571"/>
                    <a:pt x="3275" y="6353"/>
                    <a:pt x="5057" y="6353"/>
                  </a:cubicBezTo>
                  <a:cubicBezTo>
                    <a:pt x="5109" y="6353"/>
                    <a:pt x="5162" y="6352"/>
                    <a:pt x="5215" y="6351"/>
                  </a:cubicBezTo>
                  <a:cubicBezTo>
                    <a:pt x="5358" y="6351"/>
                    <a:pt x="5512" y="6361"/>
                    <a:pt x="5662" y="6361"/>
                  </a:cubicBezTo>
                  <a:cubicBezTo>
                    <a:pt x="5737" y="6361"/>
                    <a:pt x="5811" y="6359"/>
                    <a:pt x="5882" y="6351"/>
                  </a:cubicBezTo>
                  <a:cubicBezTo>
                    <a:pt x="7240" y="6255"/>
                    <a:pt x="7859" y="5303"/>
                    <a:pt x="7454" y="4041"/>
                  </a:cubicBezTo>
                  <a:cubicBezTo>
                    <a:pt x="6883" y="2278"/>
                    <a:pt x="5668" y="1040"/>
                    <a:pt x="4001" y="278"/>
                  </a:cubicBezTo>
                  <a:cubicBezTo>
                    <a:pt x="3602" y="90"/>
                    <a:pt x="3200" y="0"/>
                    <a:pt x="281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027" name="Google Shape;2027;p74"/>
            <p:cNvSpPr/>
            <p:nvPr/>
          </p:nvSpPr>
          <p:spPr>
            <a:xfrm>
              <a:off x="6376795" y="3405887"/>
              <a:ext cx="229470" cy="191839"/>
            </a:xfrm>
            <a:custGeom>
              <a:avLst/>
              <a:gdLst/>
              <a:ahLst/>
              <a:cxnLst/>
              <a:rect l="l" t="t" r="r" b="b"/>
              <a:pathLst>
                <a:path w="7220" h="6036" extrusionOk="0">
                  <a:moveTo>
                    <a:pt x="2204" y="1"/>
                  </a:moveTo>
                  <a:cubicBezTo>
                    <a:pt x="1854" y="1"/>
                    <a:pt x="1482" y="140"/>
                    <a:pt x="1144" y="280"/>
                  </a:cubicBezTo>
                  <a:cubicBezTo>
                    <a:pt x="477" y="566"/>
                    <a:pt x="1" y="1399"/>
                    <a:pt x="96" y="2114"/>
                  </a:cubicBezTo>
                  <a:cubicBezTo>
                    <a:pt x="429" y="4424"/>
                    <a:pt x="1858" y="5829"/>
                    <a:pt x="4049" y="6019"/>
                  </a:cubicBezTo>
                  <a:cubicBezTo>
                    <a:pt x="4166" y="6030"/>
                    <a:pt x="4282" y="6036"/>
                    <a:pt x="4395" y="6036"/>
                  </a:cubicBezTo>
                  <a:cubicBezTo>
                    <a:pt x="5995" y="6036"/>
                    <a:pt x="7220" y="4946"/>
                    <a:pt x="6597" y="2923"/>
                  </a:cubicBezTo>
                  <a:cubicBezTo>
                    <a:pt x="6168" y="1518"/>
                    <a:pt x="4478" y="42"/>
                    <a:pt x="2406" y="18"/>
                  </a:cubicBezTo>
                  <a:cubicBezTo>
                    <a:pt x="2340" y="6"/>
                    <a:pt x="2272" y="1"/>
                    <a:pt x="2204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028" name="Google Shape;2028;p74"/>
            <p:cNvSpPr/>
            <p:nvPr/>
          </p:nvSpPr>
          <p:spPr>
            <a:xfrm>
              <a:off x="6099715" y="3104208"/>
              <a:ext cx="178713" cy="173119"/>
            </a:xfrm>
            <a:custGeom>
              <a:avLst/>
              <a:gdLst/>
              <a:ahLst/>
              <a:cxnLst/>
              <a:rect l="l" t="t" r="r" b="b"/>
              <a:pathLst>
                <a:path w="5623" h="5447" extrusionOk="0">
                  <a:moveTo>
                    <a:pt x="2987" y="1"/>
                  </a:moveTo>
                  <a:cubicBezTo>
                    <a:pt x="2618" y="1"/>
                    <a:pt x="2239" y="92"/>
                    <a:pt x="1860" y="246"/>
                  </a:cubicBezTo>
                  <a:cubicBezTo>
                    <a:pt x="955" y="651"/>
                    <a:pt x="336" y="1246"/>
                    <a:pt x="193" y="2318"/>
                  </a:cubicBezTo>
                  <a:cubicBezTo>
                    <a:pt x="0" y="3988"/>
                    <a:pt x="1926" y="5447"/>
                    <a:pt x="3441" y="5447"/>
                  </a:cubicBezTo>
                  <a:cubicBezTo>
                    <a:pt x="3611" y="5447"/>
                    <a:pt x="3776" y="5428"/>
                    <a:pt x="3932" y="5390"/>
                  </a:cubicBezTo>
                  <a:cubicBezTo>
                    <a:pt x="5051" y="5080"/>
                    <a:pt x="5623" y="4390"/>
                    <a:pt x="5623" y="3342"/>
                  </a:cubicBezTo>
                  <a:cubicBezTo>
                    <a:pt x="5623" y="2127"/>
                    <a:pt x="5170" y="1246"/>
                    <a:pt x="4384" y="556"/>
                  </a:cubicBezTo>
                  <a:cubicBezTo>
                    <a:pt x="3950" y="162"/>
                    <a:pt x="3477" y="1"/>
                    <a:pt x="298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029" name="Google Shape;2029;p74"/>
            <p:cNvSpPr/>
            <p:nvPr/>
          </p:nvSpPr>
          <p:spPr>
            <a:xfrm>
              <a:off x="5900121" y="3798306"/>
              <a:ext cx="164125" cy="145564"/>
            </a:xfrm>
            <a:custGeom>
              <a:avLst/>
              <a:gdLst/>
              <a:ahLst/>
              <a:cxnLst/>
              <a:rect l="l" t="t" r="r" b="b"/>
              <a:pathLst>
                <a:path w="5164" h="4580" extrusionOk="0">
                  <a:moveTo>
                    <a:pt x="2026" y="0"/>
                  </a:moveTo>
                  <a:cubicBezTo>
                    <a:pt x="859" y="0"/>
                    <a:pt x="0" y="1133"/>
                    <a:pt x="424" y="2341"/>
                  </a:cubicBezTo>
                  <a:cubicBezTo>
                    <a:pt x="877" y="3626"/>
                    <a:pt x="1758" y="4460"/>
                    <a:pt x="3187" y="4579"/>
                  </a:cubicBezTo>
                  <a:cubicBezTo>
                    <a:pt x="4020" y="4484"/>
                    <a:pt x="4639" y="4079"/>
                    <a:pt x="5163" y="3460"/>
                  </a:cubicBezTo>
                  <a:cubicBezTo>
                    <a:pt x="5139" y="3222"/>
                    <a:pt x="5163" y="3007"/>
                    <a:pt x="5115" y="2793"/>
                  </a:cubicBezTo>
                  <a:cubicBezTo>
                    <a:pt x="4806" y="1340"/>
                    <a:pt x="3901" y="412"/>
                    <a:pt x="2472" y="54"/>
                  </a:cubicBezTo>
                  <a:cubicBezTo>
                    <a:pt x="2320" y="18"/>
                    <a:pt x="2171" y="0"/>
                    <a:pt x="2026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030" name="Google Shape;2030;p74"/>
            <p:cNvSpPr/>
            <p:nvPr/>
          </p:nvSpPr>
          <p:spPr>
            <a:xfrm>
              <a:off x="6873301" y="3460045"/>
              <a:ext cx="236939" cy="186690"/>
            </a:xfrm>
            <a:custGeom>
              <a:avLst/>
              <a:gdLst/>
              <a:ahLst/>
              <a:cxnLst/>
              <a:rect l="l" t="t" r="r" b="b"/>
              <a:pathLst>
                <a:path w="7455" h="5874" extrusionOk="0">
                  <a:moveTo>
                    <a:pt x="3176" y="1"/>
                  </a:moveTo>
                  <a:cubicBezTo>
                    <a:pt x="2331" y="1"/>
                    <a:pt x="1547" y="476"/>
                    <a:pt x="882" y="1434"/>
                  </a:cubicBezTo>
                  <a:cubicBezTo>
                    <a:pt x="1" y="2648"/>
                    <a:pt x="239" y="3982"/>
                    <a:pt x="1501" y="4815"/>
                  </a:cubicBezTo>
                  <a:cubicBezTo>
                    <a:pt x="2644" y="5577"/>
                    <a:pt x="3954" y="5815"/>
                    <a:pt x="5311" y="5863"/>
                  </a:cubicBezTo>
                  <a:cubicBezTo>
                    <a:pt x="5438" y="5863"/>
                    <a:pt x="5565" y="5874"/>
                    <a:pt x="5685" y="5874"/>
                  </a:cubicBezTo>
                  <a:cubicBezTo>
                    <a:pt x="5745" y="5874"/>
                    <a:pt x="5804" y="5871"/>
                    <a:pt x="5859" y="5863"/>
                  </a:cubicBezTo>
                  <a:cubicBezTo>
                    <a:pt x="7026" y="5768"/>
                    <a:pt x="7455" y="5268"/>
                    <a:pt x="7336" y="4101"/>
                  </a:cubicBezTo>
                  <a:cubicBezTo>
                    <a:pt x="7288" y="3863"/>
                    <a:pt x="7217" y="3601"/>
                    <a:pt x="7121" y="3363"/>
                  </a:cubicBezTo>
                  <a:cubicBezTo>
                    <a:pt x="6764" y="2338"/>
                    <a:pt x="6074" y="1576"/>
                    <a:pt x="5264" y="886"/>
                  </a:cubicBezTo>
                  <a:cubicBezTo>
                    <a:pt x="4549" y="297"/>
                    <a:pt x="3844" y="1"/>
                    <a:pt x="317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031" name="Google Shape;2031;p74"/>
            <p:cNvSpPr/>
            <p:nvPr/>
          </p:nvSpPr>
          <p:spPr>
            <a:xfrm>
              <a:off x="6360141" y="3860981"/>
              <a:ext cx="180938" cy="171816"/>
            </a:xfrm>
            <a:custGeom>
              <a:avLst/>
              <a:gdLst/>
              <a:ahLst/>
              <a:cxnLst/>
              <a:rect l="l" t="t" r="r" b="b"/>
              <a:pathLst>
                <a:path w="5693" h="5406" extrusionOk="0">
                  <a:moveTo>
                    <a:pt x="2939" y="1"/>
                  </a:moveTo>
                  <a:cubicBezTo>
                    <a:pt x="2400" y="1"/>
                    <a:pt x="1842" y="186"/>
                    <a:pt x="1310" y="559"/>
                  </a:cubicBezTo>
                  <a:cubicBezTo>
                    <a:pt x="310" y="1250"/>
                    <a:pt x="1" y="2393"/>
                    <a:pt x="477" y="3512"/>
                  </a:cubicBezTo>
                  <a:cubicBezTo>
                    <a:pt x="943" y="4665"/>
                    <a:pt x="2131" y="5406"/>
                    <a:pt x="3447" y="5406"/>
                  </a:cubicBezTo>
                  <a:cubicBezTo>
                    <a:pt x="3544" y="5406"/>
                    <a:pt x="3641" y="5402"/>
                    <a:pt x="3739" y="5393"/>
                  </a:cubicBezTo>
                  <a:cubicBezTo>
                    <a:pt x="5049" y="5298"/>
                    <a:pt x="5692" y="4607"/>
                    <a:pt x="5692" y="3298"/>
                  </a:cubicBezTo>
                  <a:cubicBezTo>
                    <a:pt x="5692" y="2321"/>
                    <a:pt x="5287" y="1321"/>
                    <a:pt x="4597" y="678"/>
                  </a:cubicBezTo>
                  <a:cubicBezTo>
                    <a:pt x="4109" y="228"/>
                    <a:pt x="3535" y="1"/>
                    <a:pt x="2939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032" name="Google Shape;2032;p74"/>
            <p:cNvSpPr/>
            <p:nvPr/>
          </p:nvSpPr>
          <p:spPr>
            <a:xfrm>
              <a:off x="6799121" y="3820808"/>
              <a:ext cx="156720" cy="160819"/>
            </a:xfrm>
            <a:custGeom>
              <a:avLst/>
              <a:gdLst/>
              <a:ahLst/>
              <a:cxnLst/>
              <a:rect l="l" t="t" r="r" b="b"/>
              <a:pathLst>
                <a:path w="4931" h="5060" extrusionOk="0">
                  <a:moveTo>
                    <a:pt x="2551" y="0"/>
                  </a:moveTo>
                  <a:cubicBezTo>
                    <a:pt x="2088" y="0"/>
                    <a:pt x="1601" y="147"/>
                    <a:pt x="1144" y="442"/>
                  </a:cubicBezTo>
                  <a:cubicBezTo>
                    <a:pt x="215" y="1013"/>
                    <a:pt x="1" y="1894"/>
                    <a:pt x="525" y="2966"/>
                  </a:cubicBezTo>
                  <a:cubicBezTo>
                    <a:pt x="954" y="3895"/>
                    <a:pt x="1692" y="4490"/>
                    <a:pt x="2621" y="4895"/>
                  </a:cubicBezTo>
                  <a:cubicBezTo>
                    <a:pt x="2887" y="5005"/>
                    <a:pt x="3137" y="5059"/>
                    <a:pt x="3368" y="5059"/>
                  </a:cubicBezTo>
                  <a:cubicBezTo>
                    <a:pt x="3986" y="5059"/>
                    <a:pt x="4469" y="4677"/>
                    <a:pt x="4764" y="3966"/>
                  </a:cubicBezTo>
                  <a:cubicBezTo>
                    <a:pt x="4883" y="3633"/>
                    <a:pt x="4907" y="3300"/>
                    <a:pt x="4907" y="2966"/>
                  </a:cubicBezTo>
                  <a:cubicBezTo>
                    <a:pt x="4931" y="2156"/>
                    <a:pt x="4597" y="1442"/>
                    <a:pt x="4145" y="799"/>
                  </a:cubicBezTo>
                  <a:cubicBezTo>
                    <a:pt x="3749" y="266"/>
                    <a:pt x="3172" y="0"/>
                    <a:pt x="255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grpSp>
        <p:nvGrpSpPr>
          <p:cNvPr id="2033" name="Google Shape;2033;p74"/>
          <p:cNvGrpSpPr/>
          <p:nvPr/>
        </p:nvGrpSpPr>
        <p:grpSpPr>
          <a:xfrm>
            <a:off x="182944" y="33042"/>
            <a:ext cx="1891765" cy="1602604"/>
            <a:chOff x="5806500" y="2591150"/>
            <a:chExt cx="1404950" cy="1190200"/>
          </a:xfrm>
        </p:grpSpPr>
        <p:sp>
          <p:nvSpPr>
            <p:cNvPr id="2034" name="Google Shape;2034;p74"/>
            <p:cNvSpPr/>
            <p:nvPr/>
          </p:nvSpPr>
          <p:spPr>
            <a:xfrm>
              <a:off x="6178275" y="3511600"/>
              <a:ext cx="141600" cy="269750"/>
            </a:xfrm>
            <a:custGeom>
              <a:avLst/>
              <a:gdLst/>
              <a:ahLst/>
              <a:cxnLst/>
              <a:rect l="l" t="t" r="r" b="b"/>
              <a:pathLst>
                <a:path w="5664" h="10790" extrusionOk="0">
                  <a:moveTo>
                    <a:pt x="5358" y="1"/>
                  </a:moveTo>
                  <a:cubicBezTo>
                    <a:pt x="5279" y="1"/>
                    <a:pt x="5199" y="34"/>
                    <a:pt x="5152" y="110"/>
                  </a:cubicBezTo>
                  <a:cubicBezTo>
                    <a:pt x="4184" y="1590"/>
                    <a:pt x="3683" y="3373"/>
                    <a:pt x="3473" y="5110"/>
                  </a:cubicBezTo>
                  <a:cubicBezTo>
                    <a:pt x="3345" y="6077"/>
                    <a:pt x="3334" y="7056"/>
                    <a:pt x="3427" y="8035"/>
                  </a:cubicBezTo>
                  <a:cubicBezTo>
                    <a:pt x="3438" y="8210"/>
                    <a:pt x="3450" y="8396"/>
                    <a:pt x="3462" y="8583"/>
                  </a:cubicBezTo>
                  <a:cubicBezTo>
                    <a:pt x="3020" y="8212"/>
                    <a:pt x="2403" y="7996"/>
                    <a:pt x="1819" y="7996"/>
                  </a:cubicBezTo>
                  <a:cubicBezTo>
                    <a:pt x="1065" y="7996"/>
                    <a:pt x="366" y="8357"/>
                    <a:pt x="175" y="9212"/>
                  </a:cubicBezTo>
                  <a:cubicBezTo>
                    <a:pt x="0" y="10016"/>
                    <a:pt x="630" y="10576"/>
                    <a:pt x="1364" y="10715"/>
                  </a:cubicBezTo>
                  <a:cubicBezTo>
                    <a:pt x="1617" y="10766"/>
                    <a:pt x="1877" y="10790"/>
                    <a:pt x="2138" y="10790"/>
                  </a:cubicBezTo>
                  <a:cubicBezTo>
                    <a:pt x="2971" y="10790"/>
                    <a:pt x="3816" y="10544"/>
                    <a:pt x="4499" y="10109"/>
                  </a:cubicBezTo>
                  <a:cubicBezTo>
                    <a:pt x="4720" y="9970"/>
                    <a:pt x="4662" y="9655"/>
                    <a:pt x="4464" y="9550"/>
                  </a:cubicBezTo>
                  <a:cubicBezTo>
                    <a:pt x="4534" y="8944"/>
                    <a:pt x="4301" y="8268"/>
                    <a:pt x="4254" y="7674"/>
                  </a:cubicBezTo>
                  <a:cubicBezTo>
                    <a:pt x="4196" y="6881"/>
                    <a:pt x="4208" y="6089"/>
                    <a:pt x="4277" y="5296"/>
                  </a:cubicBezTo>
                  <a:cubicBezTo>
                    <a:pt x="4441" y="3537"/>
                    <a:pt x="4988" y="1940"/>
                    <a:pt x="5594" y="308"/>
                  </a:cubicBezTo>
                  <a:cubicBezTo>
                    <a:pt x="5663" y="124"/>
                    <a:pt x="5511" y="1"/>
                    <a:pt x="535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035" name="Google Shape;2035;p74"/>
            <p:cNvSpPr/>
            <p:nvPr/>
          </p:nvSpPr>
          <p:spPr>
            <a:xfrm>
              <a:off x="6579250" y="3508975"/>
              <a:ext cx="150575" cy="266700"/>
            </a:xfrm>
            <a:custGeom>
              <a:avLst/>
              <a:gdLst/>
              <a:ahLst/>
              <a:cxnLst/>
              <a:rect l="l" t="t" r="r" b="b"/>
              <a:pathLst>
                <a:path w="6023" h="10668" extrusionOk="0">
                  <a:moveTo>
                    <a:pt x="319" y="0"/>
                  </a:moveTo>
                  <a:cubicBezTo>
                    <a:pt x="160" y="0"/>
                    <a:pt x="1" y="128"/>
                    <a:pt x="79" y="308"/>
                  </a:cubicBezTo>
                  <a:cubicBezTo>
                    <a:pt x="743" y="1928"/>
                    <a:pt x="1350" y="3502"/>
                    <a:pt x="1571" y="5250"/>
                  </a:cubicBezTo>
                  <a:cubicBezTo>
                    <a:pt x="1664" y="6031"/>
                    <a:pt x="1711" y="6835"/>
                    <a:pt x="1676" y="7627"/>
                  </a:cubicBezTo>
                  <a:cubicBezTo>
                    <a:pt x="1653" y="8222"/>
                    <a:pt x="1443" y="8909"/>
                    <a:pt x="1536" y="9515"/>
                  </a:cubicBezTo>
                  <a:cubicBezTo>
                    <a:pt x="1338" y="9620"/>
                    <a:pt x="1291" y="9935"/>
                    <a:pt x="1524" y="10075"/>
                  </a:cubicBezTo>
                  <a:cubicBezTo>
                    <a:pt x="2182" y="10457"/>
                    <a:pt x="2976" y="10668"/>
                    <a:pt x="3758" y="10668"/>
                  </a:cubicBezTo>
                  <a:cubicBezTo>
                    <a:pt x="4071" y="10668"/>
                    <a:pt x="4383" y="10634"/>
                    <a:pt x="4683" y="10564"/>
                  </a:cubicBezTo>
                  <a:cubicBezTo>
                    <a:pt x="5417" y="10401"/>
                    <a:pt x="6023" y="9818"/>
                    <a:pt x="5813" y="9014"/>
                  </a:cubicBezTo>
                  <a:cubicBezTo>
                    <a:pt x="5598" y="8197"/>
                    <a:pt x="4932" y="7855"/>
                    <a:pt x="4210" y="7855"/>
                  </a:cubicBezTo>
                  <a:cubicBezTo>
                    <a:pt x="3602" y="7855"/>
                    <a:pt x="2956" y="8097"/>
                    <a:pt x="2503" y="8501"/>
                  </a:cubicBezTo>
                  <a:cubicBezTo>
                    <a:pt x="2515" y="8315"/>
                    <a:pt x="2515" y="8140"/>
                    <a:pt x="2527" y="7954"/>
                  </a:cubicBezTo>
                  <a:cubicBezTo>
                    <a:pt x="2585" y="6986"/>
                    <a:pt x="2527" y="6007"/>
                    <a:pt x="2375" y="5040"/>
                  </a:cubicBezTo>
                  <a:cubicBezTo>
                    <a:pt x="2107" y="3304"/>
                    <a:pt x="1536" y="1544"/>
                    <a:pt x="522" y="99"/>
                  </a:cubicBezTo>
                  <a:cubicBezTo>
                    <a:pt x="473" y="30"/>
                    <a:pt x="396" y="0"/>
                    <a:pt x="31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036" name="Google Shape;2036;p74"/>
            <p:cNvSpPr/>
            <p:nvPr/>
          </p:nvSpPr>
          <p:spPr>
            <a:xfrm>
              <a:off x="5834325" y="2628600"/>
              <a:ext cx="180500" cy="280175"/>
            </a:xfrm>
            <a:custGeom>
              <a:avLst/>
              <a:gdLst/>
              <a:ahLst/>
              <a:cxnLst/>
              <a:rect l="l" t="t" r="r" b="b"/>
              <a:pathLst>
                <a:path w="7220" h="11207" extrusionOk="0">
                  <a:moveTo>
                    <a:pt x="3026" y="0"/>
                  </a:moveTo>
                  <a:cubicBezTo>
                    <a:pt x="2810" y="0"/>
                    <a:pt x="2599" y="143"/>
                    <a:pt x="2594" y="433"/>
                  </a:cubicBezTo>
                  <a:lnTo>
                    <a:pt x="2582" y="1179"/>
                  </a:lnTo>
                  <a:cubicBezTo>
                    <a:pt x="2535" y="1074"/>
                    <a:pt x="2489" y="946"/>
                    <a:pt x="2454" y="829"/>
                  </a:cubicBezTo>
                  <a:cubicBezTo>
                    <a:pt x="2393" y="609"/>
                    <a:pt x="2222" y="513"/>
                    <a:pt x="2047" y="513"/>
                  </a:cubicBezTo>
                  <a:cubicBezTo>
                    <a:pt x="1787" y="513"/>
                    <a:pt x="1519" y="727"/>
                    <a:pt x="1603" y="1062"/>
                  </a:cubicBezTo>
                  <a:lnTo>
                    <a:pt x="1848" y="1948"/>
                  </a:lnTo>
                  <a:cubicBezTo>
                    <a:pt x="1521" y="1750"/>
                    <a:pt x="1207" y="1563"/>
                    <a:pt x="880" y="1365"/>
                  </a:cubicBezTo>
                  <a:cubicBezTo>
                    <a:pt x="811" y="1324"/>
                    <a:pt x="738" y="1305"/>
                    <a:pt x="668" y="1305"/>
                  </a:cubicBezTo>
                  <a:cubicBezTo>
                    <a:pt x="307" y="1305"/>
                    <a:pt x="1" y="1793"/>
                    <a:pt x="333" y="2076"/>
                  </a:cubicBezTo>
                  <a:cubicBezTo>
                    <a:pt x="939" y="2577"/>
                    <a:pt x="1603" y="3137"/>
                    <a:pt x="2361" y="3370"/>
                  </a:cubicBezTo>
                  <a:cubicBezTo>
                    <a:pt x="1941" y="6376"/>
                    <a:pt x="3852" y="9558"/>
                    <a:pt x="6311" y="11131"/>
                  </a:cubicBezTo>
                  <a:cubicBezTo>
                    <a:pt x="6394" y="11184"/>
                    <a:pt x="6476" y="11207"/>
                    <a:pt x="6553" y="11207"/>
                  </a:cubicBezTo>
                  <a:cubicBezTo>
                    <a:pt x="6953" y="11207"/>
                    <a:pt x="7219" y="10589"/>
                    <a:pt x="6789" y="10316"/>
                  </a:cubicBezTo>
                  <a:cubicBezTo>
                    <a:pt x="4085" y="8591"/>
                    <a:pt x="3141" y="5829"/>
                    <a:pt x="3071" y="2799"/>
                  </a:cubicBezTo>
                  <a:cubicBezTo>
                    <a:pt x="3246" y="2764"/>
                    <a:pt x="3409" y="2601"/>
                    <a:pt x="3444" y="2414"/>
                  </a:cubicBezTo>
                  <a:cubicBezTo>
                    <a:pt x="3677" y="2204"/>
                    <a:pt x="3922" y="2030"/>
                    <a:pt x="4202" y="1878"/>
                  </a:cubicBezTo>
                  <a:cubicBezTo>
                    <a:pt x="4538" y="1672"/>
                    <a:pt x="4350" y="1205"/>
                    <a:pt x="4004" y="1205"/>
                  </a:cubicBezTo>
                  <a:cubicBezTo>
                    <a:pt x="3978" y="1205"/>
                    <a:pt x="3950" y="1208"/>
                    <a:pt x="3922" y="1214"/>
                  </a:cubicBezTo>
                  <a:cubicBezTo>
                    <a:pt x="3771" y="1249"/>
                    <a:pt x="3631" y="1295"/>
                    <a:pt x="3491" y="1354"/>
                  </a:cubicBezTo>
                  <a:cubicBezTo>
                    <a:pt x="3503" y="1051"/>
                    <a:pt x="3514" y="736"/>
                    <a:pt x="3491" y="433"/>
                  </a:cubicBezTo>
                  <a:cubicBezTo>
                    <a:pt x="3468" y="146"/>
                    <a:pt x="3244" y="0"/>
                    <a:pt x="302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037" name="Google Shape;2037;p74"/>
            <p:cNvSpPr/>
            <p:nvPr/>
          </p:nvSpPr>
          <p:spPr>
            <a:xfrm>
              <a:off x="6901425" y="2591150"/>
              <a:ext cx="171400" cy="266975"/>
            </a:xfrm>
            <a:custGeom>
              <a:avLst/>
              <a:gdLst/>
              <a:ahLst/>
              <a:cxnLst/>
              <a:rect l="l" t="t" r="r" b="b"/>
              <a:pathLst>
                <a:path w="6856" h="10679" extrusionOk="0">
                  <a:moveTo>
                    <a:pt x="5541" y="0"/>
                  </a:moveTo>
                  <a:cubicBezTo>
                    <a:pt x="5372" y="0"/>
                    <a:pt x="5205" y="91"/>
                    <a:pt x="5140" y="299"/>
                  </a:cubicBezTo>
                  <a:cubicBezTo>
                    <a:pt x="5023" y="649"/>
                    <a:pt x="4872" y="964"/>
                    <a:pt x="4709" y="1290"/>
                  </a:cubicBezTo>
                  <a:cubicBezTo>
                    <a:pt x="4639" y="1022"/>
                    <a:pt x="4580" y="765"/>
                    <a:pt x="4557" y="497"/>
                  </a:cubicBezTo>
                  <a:cubicBezTo>
                    <a:pt x="4533" y="227"/>
                    <a:pt x="4313" y="87"/>
                    <a:pt x="4103" y="87"/>
                  </a:cubicBezTo>
                  <a:cubicBezTo>
                    <a:pt x="3897" y="87"/>
                    <a:pt x="3700" y="221"/>
                    <a:pt x="3706" y="497"/>
                  </a:cubicBezTo>
                  <a:cubicBezTo>
                    <a:pt x="3718" y="870"/>
                    <a:pt x="3718" y="1232"/>
                    <a:pt x="3741" y="1593"/>
                  </a:cubicBezTo>
                  <a:cubicBezTo>
                    <a:pt x="3496" y="1360"/>
                    <a:pt x="3240" y="1127"/>
                    <a:pt x="2995" y="882"/>
                  </a:cubicBezTo>
                  <a:cubicBezTo>
                    <a:pt x="2946" y="836"/>
                    <a:pt x="2890" y="816"/>
                    <a:pt x="2834" y="816"/>
                  </a:cubicBezTo>
                  <a:cubicBezTo>
                    <a:pt x="2665" y="816"/>
                    <a:pt x="2505" y="1001"/>
                    <a:pt x="2611" y="1185"/>
                  </a:cubicBezTo>
                  <a:cubicBezTo>
                    <a:pt x="2984" y="1873"/>
                    <a:pt x="3520" y="2455"/>
                    <a:pt x="4056" y="3026"/>
                  </a:cubicBezTo>
                  <a:cubicBezTo>
                    <a:pt x="4056" y="3026"/>
                    <a:pt x="4056" y="3038"/>
                    <a:pt x="4056" y="3038"/>
                  </a:cubicBezTo>
                  <a:cubicBezTo>
                    <a:pt x="3811" y="4355"/>
                    <a:pt x="3590" y="5614"/>
                    <a:pt x="2937" y="6849"/>
                  </a:cubicBezTo>
                  <a:cubicBezTo>
                    <a:pt x="2319" y="8003"/>
                    <a:pt x="1305" y="9343"/>
                    <a:pt x="210" y="10065"/>
                  </a:cubicBezTo>
                  <a:cubicBezTo>
                    <a:pt x="24" y="10194"/>
                    <a:pt x="0" y="10462"/>
                    <a:pt x="210" y="10578"/>
                  </a:cubicBezTo>
                  <a:cubicBezTo>
                    <a:pt x="327" y="10647"/>
                    <a:pt x="450" y="10678"/>
                    <a:pt x="579" y="10678"/>
                  </a:cubicBezTo>
                  <a:cubicBezTo>
                    <a:pt x="1671" y="10678"/>
                    <a:pt x="3111" y="8423"/>
                    <a:pt x="3496" y="7735"/>
                  </a:cubicBezTo>
                  <a:cubicBezTo>
                    <a:pt x="4196" y="6523"/>
                    <a:pt x="4732" y="5008"/>
                    <a:pt x="4674" y="3562"/>
                  </a:cubicBezTo>
                  <a:cubicBezTo>
                    <a:pt x="4755" y="3562"/>
                    <a:pt x="4837" y="3551"/>
                    <a:pt x="4918" y="3504"/>
                  </a:cubicBezTo>
                  <a:cubicBezTo>
                    <a:pt x="4977" y="3481"/>
                    <a:pt x="5035" y="3434"/>
                    <a:pt x="5093" y="3376"/>
                  </a:cubicBezTo>
                  <a:cubicBezTo>
                    <a:pt x="5466" y="3131"/>
                    <a:pt x="6025" y="3003"/>
                    <a:pt x="6410" y="2805"/>
                  </a:cubicBezTo>
                  <a:cubicBezTo>
                    <a:pt x="6855" y="2572"/>
                    <a:pt x="6571" y="1980"/>
                    <a:pt x="6153" y="1980"/>
                  </a:cubicBezTo>
                  <a:cubicBezTo>
                    <a:pt x="6090" y="1980"/>
                    <a:pt x="6023" y="1993"/>
                    <a:pt x="5956" y="2024"/>
                  </a:cubicBezTo>
                  <a:cubicBezTo>
                    <a:pt x="5804" y="2094"/>
                    <a:pt x="5652" y="2141"/>
                    <a:pt x="5501" y="2187"/>
                  </a:cubicBezTo>
                  <a:cubicBezTo>
                    <a:pt x="5652" y="1640"/>
                    <a:pt x="5816" y="1080"/>
                    <a:pt x="5967" y="532"/>
                  </a:cubicBezTo>
                  <a:cubicBezTo>
                    <a:pt x="6058" y="209"/>
                    <a:pt x="5798" y="0"/>
                    <a:pt x="55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038" name="Google Shape;2038;p74"/>
            <p:cNvSpPr/>
            <p:nvPr/>
          </p:nvSpPr>
          <p:spPr>
            <a:xfrm>
              <a:off x="5875550" y="3399550"/>
              <a:ext cx="49450" cy="9950"/>
            </a:xfrm>
            <a:custGeom>
              <a:avLst/>
              <a:gdLst/>
              <a:ahLst/>
              <a:cxnLst/>
              <a:rect l="l" t="t" r="r" b="b"/>
              <a:pathLst>
                <a:path w="1978" h="398" extrusionOk="0">
                  <a:moveTo>
                    <a:pt x="106" y="0"/>
                  </a:moveTo>
                  <a:cubicBezTo>
                    <a:pt x="24" y="0"/>
                    <a:pt x="1" y="105"/>
                    <a:pt x="59" y="140"/>
                  </a:cubicBezTo>
                  <a:cubicBezTo>
                    <a:pt x="338" y="329"/>
                    <a:pt x="700" y="397"/>
                    <a:pt x="1063" y="397"/>
                  </a:cubicBezTo>
                  <a:cubicBezTo>
                    <a:pt x="1352" y="397"/>
                    <a:pt x="1641" y="354"/>
                    <a:pt x="1889" y="292"/>
                  </a:cubicBezTo>
                  <a:cubicBezTo>
                    <a:pt x="1978" y="270"/>
                    <a:pt x="1939" y="151"/>
                    <a:pt x="1854" y="151"/>
                  </a:cubicBezTo>
                  <a:cubicBezTo>
                    <a:pt x="1850" y="151"/>
                    <a:pt x="1846" y="151"/>
                    <a:pt x="1842" y="152"/>
                  </a:cubicBezTo>
                  <a:cubicBezTo>
                    <a:pt x="1679" y="175"/>
                    <a:pt x="1516" y="187"/>
                    <a:pt x="1353" y="187"/>
                  </a:cubicBezTo>
                  <a:cubicBezTo>
                    <a:pt x="1189" y="187"/>
                    <a:pt x="1026" y="175"/>
                    <a:pt x="863" y="152"/>
                  </a:cubicBezTo>
                  <a:cubicBezTo>
                    <a:pt x="607" y="117"/>
                    <a:pt x="362" y="35"/>
                    <a:pt x="10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039" name="Google Shape;2039;p74"/>
            <p:cNvSpPr/>
            <p:nvPr/>
          </p:nvSpPr>
          <p:spPr>
            <a:xfrm>
              <a:off x="5875275" y="3273100"/>
              <a:ext cx="33325" cy="10325"/>
            </a:xfrm>
            <a:custGeom>
              <a:avLst/>
              <a:gdLst/>
              <a:ahLst/>
              <a:cxnLst/>
              <a:rect l="l" t="t" r="r" b="b"/>
              <a:pathLst>
                <a:path w="1333" h="413" extrusionOk="0">
                  <a:moveTo>
                    <a:pt x="114" y="1"/>
                  </a:moveTo>
                  <a:cubicBezTo>
                    <a:pt x="54" y="1"/>
                    <a:pt x="0" y="83"/>
                    <a:pt x="58" y="140"/>
                  </a:cubicBezTo>
                  <a:cubicBezTo>
                    <a:pt x="250" y="332"/>
                    <a:pt x="517" y="412"/>
                    <a:pt x="785" y="412"/>
                  </a:cubicBezTo>
                  <a:cubicBezTo>
                    <a:pt x="940" y="412"/>
                    <a:pt x="1094" y="386"/>
                    <a:pt x="1235" y="339"/>
                  </a:cubicBezTo>
                  <a:cubicBezTo>
                    <a:pt x="1333" y="306"/>
                    <a:pt x="1310" y="173"/>
                    <a:pt x="1222" y="173"/>
                  </a:cubicBezTo>
                  <a:cubicBezTo>
                    <a:pt x="1215" y="173"/>
                    <a:pt x="1208" y="174"/>
                    <a:pt x="1200" y="175"/>
                  </a:cubicBezTo>
                  <a:cubicBezTo>
                    <a:pt x="1095" y="201"/>
                    <a:pt x="995" y="212"/>
                    <a:pt x="899" y="212"/>
                  </a:cubicBezTo>
                  <a:cubicBezTo>
                    <a:pt x="641" y="212"/>
                    <a:pt x="406" y="131"/>
                    <a:pt x="152" y="12"/>
                  </a:cubicBezTo>
                  <a:cubicBezTo>
                    <a:pt x="139" y="4"/>
                    <a:pt x="127" y="1"/>
                    <a:pt x="11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040" name="Google Shape;2040;p74"/>
            <p:cNvSpPr/>
            <p:nvPr/>
          </p:nvSpPr>
          <p:spPr>
            <a:xfrm>
              <a:off x="5903325" y="3115450"/>
              <a:ext cx="37925" cy="9700"/>
            </a:xfrm>
            <a:custGeom>
              <a:avLst/>
              <a:gdLst/>
              <a:ahLst/>
              <a:cxnLst/>
              <a:rect l="l" t="t" r="r" b="b"/>
              <a:pathLst>
                <a:path w="1517" h="388" extrusionOk="0">
                  <a:moveTo>
                    <a:pt x="89" y="0"/>
                  </a:moveTo>
                  <a:cubicBezTo>
                    <a:pt x="37" y="0"/>
                    <a:pt x="0" y="63"/>
                    <a:pt x="43" y="107"/>
                  </a:cubicBezTo>
                  <a:cubicBezTo>
                    <a:pt x="224" y="314"/>
                    <a:pt x="517" y="387"/>
                    <a:pt x="813" y="387"/>
                  </a:cubicBezTo>
                  <a:cubicBezTo>
                    <a:pt x="1032" y="387"/>
                    <a:pt x="1252" y="348"/>
                    <a:pt x="1430" y="293"/>
                  </a:cubicBezTo>
                  <a:cubicBezTo>
                    <a:pt x="1516" y="272"/>
                    <a:pt x="1483" y="151"/>
                    <a:pt x="1404" y="151"/>
                  </a:cubicBezTo>
                  <a:cubicBezTo>
                    <a:pt x="1398" y="151"/>
                    <a:pt x="1391" y="151"/>
                    <a:pt x="1384" y="153"/>
                  </a:cubicBezTo>
                  <a:cubicBezTo>
                    <a:pt x="1259" y="179"/>
                    <a:pt x="1124" y="195"/>
                    <a:pt x="988" y="195"/>
                  </a:cubicBezTo>
                  <a:cubicBezTo>
                    <a:pt x="882" y="195"/>
                    <a:pt x="775" y="185"/>
                    <a:pt x="673" y="165"/>
                  </a:cubicBezTo>
                  <a:cubicBezTo>
                    <a:pt x="475" y="130"/>
                    <a:pt x="300" y="37"/>
                    <a:pt x="102" y="2"/>
                  </a:cubicBezTo>
                  <a:cubicBezTo>
                    <a:pt x="97" y="1"/>
                    <a:pt x="93" y="0"/>
                    <a:pt x="8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041" name="Google Shape;2041;p74"/>
            <p:cNvSpPr/>
            <p:nvPr/>
          </p:nvSpPr>
          <p:spPr>
            <a:xfrm>
              <a:off x="5835050" y="2620875"/>
              <a:ext cx="1353950" cy="946525"/>
            </a:xfrm>
            <a:custGeom>
              <a:avLst/>
              <a:gdLst/>
              <a:ahLst/>
              <a:cxnLst/>
              <a:rect l="l" t="t" r="r" b="b"/>
              <a:pathLst>
                <a:path w="54158" h="37861" extrusionOk="0">
                  <a:moveTo>
                    <a:pt x="26334" y="12008"/>
                  </a:moveTo>
                  <a:cubicBezTo>
                    <a:pt x="40873" y="12008"/>
                    <a:pt x="39509" y="27581"/>
                    <a:pt x="39509" y="27581"/>
                  </a:cubicBezTo>
                  <a:lnTo>
                    <a:pt x="12646" y="27581"/>
                  </a:lnTo>
                  <a:cubicBezTo>
                    <a:pt x="12646" y="27581"/>
                    <a:pt x="11049" y="12268"/>
                    <a:pt x="25978" y="12011"/>
                  </a:cubicBezTo>
                  <a:cubicBezTo>
                    <a:pt x="26098" y="12009"/>
                    <a:pt x="26217" y="12008"/>
                    <a:pt x="26334" y="12008"/>
                  </a:cubicBezTo>
                  <a:close/>
                  <a:moveTo>
                    <a:pt x="26670" y="0"/>
                  </a:moveTo>
                  <a:cubicBezTo>
                    <a:pt x="16102" y="0"/>
                    <a:pt x="6822" y="8293"/>
                    <a:pt x="4185" y="15181"/>
                  </a:cubicBezTo>
                  <a:cubicBezTo>
                    <a:pt x="1" y="26055"/>
                    <a:pt x="1154" y="33303"/>
                    <a:pt x="1970" y="37860"/>
                  </a:cubicBezTo>
                  <a:lnTo>
                    <a:pt x="50883" y="37581"/>
                  </a:lnTo>
                  <a:cubicBezTo>
                    <a:pt x="50883" y="37581"/>
                    <a:pt x="54158" y="15240"/>
                    <a:pt x="39217" y="4296"/>
                  </a:cubicBezTo>
                  <a:cubicBezTo>
                    <a:pt x="35049" y="1244"/>
                    <a:pt x="30763" y="0"/>
                    <a:pt x="26670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042" name="Google Shape;2042;p74"/>
            <p:cNvSpPr/>
            <p:nvPr/>
          </p:nvSpPr>
          <p:spPr>
            <a:xfrm>
              <a:off x="6107775" y="2951450"/>
              <a:ext cx="224075" cy="358100"/>
            </a:xfrm>
            <a:custGeom>
              <a:avLst/>
              <a:gdLst/>
              <a:ahLst/>
              <a:cxnLst/>
              <a:rect l="l" t="t" r="r" b="b"/>
              <a:pathLst>
                <a:path w="8963" h="14324" extrusionOk="0">
                  <a:moveTo>
                    <a:pt x="8962" y="0"/>
                  </a:moveTo>
                  <a:cubicBezTo>
                    <a:pt x="8088" y="164"/>
                    <a:pt x="7226" y="385"/>
                    <a:pt x="6387" y="700"/>
                  </a:cubicBezTo>
                  <a:cubicBezTo>
                    <a:pt x="4487" y="1411"/>
                    <a:pt x="3182" y="2576"/>
                    <a:pt x="2191" y="4301"/>
                  </a:cubicBezTo>
                  <a:cubicBezTo>
                    <a:pt x="1142" y="6119"/>
                    <a:pt x="315" y="8240"/>
                    <a:pt x="128" y="10349"/>
                  </a:cubicBezTo>
                  <a:cubicBezTo>
                    <a:pt x="0" y="11748"/>
                    <a:pt x="117" y="13519"/>
                    <a:pt x="1387" y="14323"/>
                  </a:cubicBezTo>
                  <a:cubicBezTo>
                    <a:pt x="1492" y="14277"/>
                    <a:pt x="1608" y="14242"/>
                    <a:pt x="1725" y="14218"/>
                  </a:cubicBezTo>
                  <a:cubicBezTo>
                    <a:pt x="1632" y="12937"/>
                    <a:pt x="1189" y="3415"/>
                    <a:pt x="8962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043" name="Google Shape;2043;p74"/>
            <p:cNvSpPr/>
            <p:nvPr/>
          </p:nvSpPr>
          <p:spPr>
            <a:xfrm>
              <a:off x="5869425" y="2620925"/>
              <a:ext cx="1319575" cy="946475"/>
            </a:xfrm>
            <a:custGeom>
              <a:avLst/>
              <a:gdLst/>
              <a:ahLst/>
              <a:cxnLst/>
              <a:rect l="l" t="t" r="r" b="b"/>
              <a:pathLst>
                <a:path w="52783" h="37859" extrusionOk="0">
                  <a:moveTo>
                    <a:pt x="25315" y="1"/>
                  </a:moveTo>
                  <a:cubicBezTo>
                    <a:pt x="24889" y="1"/>
                    <a:pt x="24465" y="14"/>
                    <a:pt x="24044" y="41"/>
                  </a:cubicBezTo>
                  <a:cubicBezTo>
                    <a:pt x="24964" y="297"/>
                    <a:pt x="25885" y="612"/>
                    <a:pt x="26771" y="973"/>
                  </a:cubicBezTo>
                  <a:cubicBezTo>
                    <a:pt x="38821" y="5844"/>
                    <a:pt x="47818" y="18874"/>
                    <a:pt x="47061" y="32031"/>
                  </a:cubicBezTo>
                  <a:cubicBezTo>
                    <a:pt x="47014" y="32847"/>
                    <a:pt x="46420" y="33488"/>
                    <a:pt x="45581" y="33500"/>
                  </a:cubicBezTo>
                  <a:cubicBezTo>
                    <a:pt x="41292" y="33593"/>
                    <a:pt x="36991" y="33628"/>
                    <a:pt x="32703" y="33628"/>
                  </a:cubicBezTo>
                  <a:cubicBezTo>
                    <a:pt x="25209" y="33628"/>
                    <a:pt x="17715" y="33535"/>
                    <a:pt x="10233" y="33511"/>
                  </a:cubicBezTo>
                  <a:cubicBezTo>
                    <a:pt x="10125" y="33511"/>
                    <a:pt x="10016" y="33511"/>
                    <a:pt x="9908" y="33511"/>
                  </a:cubicBezTo>
                  <a:cubicBezTo>
                    <a:pt x="6602" y="33511"/>
                    <a:pt x="3296" y="33680"/>
                    <a:pt x="1" y="33838"/>
                  </a:cubicBezTo>
                  <a:cubicBezTo>
                    <a:pt x="152" y="35364"/>
                    <a:pt x="386" y="36693"/>
                    <a:pt x="595" y="37858"/>
                  </a:cubicBezTo>
                  <a:lnTo>
                    <a:pt x="49508" y="37579"/>
                  </a:lnTo>
                  <a:cubicBezTo>
                    <a:pt x="49508" y="37579"/>
                    <a:pt x="52783" y="15238"/>
                    <a:pt x="37842" y="4294"/>
                  </a:cubicBezTo>
                  <a:cubicBezTo>
                    <a:pt x="33684" y="1244"/>
                    <a:pt x="29402" y="1"/>
                    <a:pt x="25315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044" name="Google Shape;2044;p74"/>
            <p:cNvSpPr/>
            <p:nvPr/>
          </p:nvSpPr>
          <p:spPr>
            <a:xfrm>
              <a:off x="5868925" y="2626575"/>
              <a:ext cx="1213275" cy="919250"/>
            </a:xfrm>
            <a:custGeom>
              <a:avLst/>
              <a:gdLst/>
              <a:ahLst/>
              <a:cxnLst/>
              <a:rect l="l" t="t" r="r" b="b"/>
              <a:pathLst>
                <a:path w="48531" h="36770" extrusionOk="0">
                  <a:moveTo>
                    <a:pt x="24881" y="0"/>
                  </a:moveTo>
                  <a:cubicBezTo>
                    <a:pt x="24795" y="0"/>
                    <a:pt x="24755" y="142"/>
                    <a:pt x="24856" y="164"/>
                  </a:cubicBezTo>
                  <a:cubicBezTo>
                    <a:pt x="31522" y="1877"/>
                    <a:pt x="37536" y="5851"/>
                    <a:pt x="41487" y="11527"/>
                  </a:cubicBezTo>
                  <a:cubicBezTo>
                    <a:pt x="45740" y="17634"/>
                    <a:pt x="47349" y="25360"/>
                    <a:pt x="46043" y="32668"/>
                  </a:cubicBezTo>
                  <a:cubicBezTo>
                    <a:pt x="46043" y="32726"/>
                    <a:pt x="46055" y="32772"/>
                    <a:pt x="46078" y="32807"/>
                  </a:cubicBezTo>
                  <a:cubicBezTo>
                    <a:pt x="46050" y="32779"/>
                    <a:pt x="46021" y="32758"/>
                    <a:pt x="45973" y="32758"/>
                  </a:cubicBezTo>
                  <a:cubicBezTo>
                    <a:pt x="45962" y="32758"/>
                    <a:pt x="45951" y="32759"/>
                    <a:pt x="45939" y="32761"/>
                  </a:cubicBezTo>
                  <a:cubicBezTo>
                    <a:pt x="41054" y="33197"/>
                    <a:pt x="36161" y="33310"/>
                    <a:pt x="31264" y="33310"/>
                  </a:cubicBezTo>
                  <a:cubicBezTo>
                    <a:pt x="28449" y="33310"/>
                    <a:pt x="25633" y="33273"/>
                    <a:pt x="22817" y="33239"/>
                  </a:cubicBezTo>
                  <a:cubicBezTo>
                    <a:pt x="20623" y="33205"/>
                    <a:pt x="18429" y="33179"/>
                    <a:pt x="16236" y="33179"/>
                  </a:cubicBezTo>
                  <a:cubicBezTo>
                    <a:pt x="14642" y="33179"/>
                    <a:pt x="13048" y="33193"/>
                    <a:pt x="11454" y="33227"/>
                  </a:cubicBezTo>
                  <a:cubicBezTo>
                    <a:pt x="7701" y="33309"/>
                    <a:pt x="3820" y="33355"/>
                    <a:pt x="114" y="34008"/>
                  </a:cubicBezTo>
                  <a:cubicBezTo>
                    <a:pt x="1" y="34019"/>
                    <a:pt x="20" y="34206"/>
                    <a:pt x="128" y="34206"/>
                  </a:cubicBezTo>
                  <a:cubicBezTo>
                    <a:pt x="131" y="34206"/>
                    <a:pt x="134" y="34206"/>
                    <a:pt x="137" y="34206"/>
                  </a:cubicBezTo>
                  <a:cubicBezTo>
                    <a:pt x="3913" y="34031"/>
                    <a:pt x="7666" y="33658"/>
                    <a:pt x="11454" y="33588"/>
                  </a:cubicBezTo>
                  <a:cubicBezTo>
                    <a:pt x="12942" y="33557"/>
                    <a:pt x="14431" y="33544"/>
                    <a:pt x="15919" y="33544"/>
                  </a:cubicBezTo>
                  <a:cubicBezTo>
                    <a:pt x="18288" y="33544"/>
                    <a:pt x="20657" y="33576"/>
                    <a:pt x="23026" y="33612"/>
                  </a:cubicBezTo>
                  <a:cubicBezTo>
                    <a:pt x="25976" y="33652"/>
                    <a:pt x="28927" y="33700"/>
                    <a:pt x="31876" y="33700"/>
                  </a:cubicBezTo>
                  <a:cubicBezTo>
                    <a:pt x="36560" y="33700"/>
                    <a:pt x="41241" y="33580"/>
                    <a:pt x="45904" y="33122"/>
                  </a:cubicBezTo>
                  <a:cubicBezTo>
                    <a:pt x="45904" y="33169"/>
                    <a:pt x="45915" y="33204"/>
                    <a:pt x="45939" y="33250"/>
                  </a:cubicBezTo>
                  <a:cubicBezTo>
                    <a:pt x="46859" y="34322"/>
                    <a:pt x="47628" y="35488"/>
                    <a:pt x="48304" y="36712"/>
                  </a:cubicBezTo>
                  <a:cubicBezTo>
                    <a:pt x="48327" y="36753"/>
                    <a:pt x="48360" y="36770"/>
                    <a:pt x="48393" y="36770"/>
                  </a:cubicBezTo>
                  <a:cubicBezTo>
                    <a:pt x="48463" y="36770"/>
                    <a:pt x="48530" y="36694"/>
                    <a:pt x="48491" y="36607"/>
                  </a:cubicBezTo>
                  <a:cubicBezTo>
                    <a:pt x="47873" y="35313"/>
                    <a:pt x="47081" y="34136"/>
                    <a:pt x="46148" y="33041"/>
                  </a:cubicBezTo>
                  <a:cubicBezTo>
                    <a:pt x="46137" y="33017"/>
                    <a:pt x="46113" y="33006"/>
                    <a:pt x="46102" y="32994"/>
                  </a:cubicBezTo>
                  <a:cubicBezTo>
                    <a:pt x="46125" y="32947"/>
                    <a:pt x="46113" y="32877"/>
                    <a:pt x="46090" y="32831"/>
                  </a:cubicBezTo>
                  <a:lnTo>
                    <a:pt x="46090" y="32831"/>
                  </a:lnTo>
                  <a:cubicBezTo>
                    <a:pt x="46133" y="32879"/>
                    <a:pt x="46197" y="32907"/>
                    <a:pt x="46258" y="32907"/>
                  </a:cubicBezTo>
                  <a:cubicBezTo>
                    <a:pt x="46331" y="32907"/>
                    <a:pt x="46397" y="32867"/>
                    <a:pt x="46416" y="32772"/>
                  </a:cubicBezTo>
                  <a:cubicBezTo>
                    <a:pt x="48479" y="21363"/>
                    <a:pt x="43340" y="9616"/>
                    <a:pt x="33480" y="3497"/>
                  </a:cubicBezTo>
                  <a:cubicBezTo>
                    <a:pt x="30835" y="1854"/>
                    <a:pt x="27933" y="677"/>
                    <a:pt x="24891" y="1"/>
                  </a:cubicBezTo>
                  <a:cubicBezTo>
                    <a:pt x="24888" y="1"/>
                    <a:pt x="24884" y="0"/>
                    <a:pt x="2488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045" name="Google Shape;2045;p74"/>
            <p:cNvSpPr/>
            <p:nvPr/>
          </p:nvSpPr>
          <p:spPr>
            <a:xfrm>
              <a:off x="6093500" y="2927150"/>
              <a:ext cx="273600" cy="372250"/>
            </a:xfrm>
            <a:custGeom>
              <a:avLst/>
              <a:gdLst/>
              <a:ahLst/>
              <a:cxnLst/>
              <a:rect l="l" t="t" r="r" b="b"/>
              <a:pathLst>
                <a:path w="10944" h="14890" extrusionOk="0">
                  <a:moveTo>
                    <a:pt x="10603" y="0"/>
                  </a:moveTo>
                  <a:cubicBezTo>
                    <a:pt x="6929" y="0"/>
                    <a:pt x="3599" y="2887"/>
                    <a:pt x="1993" y="5995"/>
                  </a:cubicBezTo>
                  <a:cubicBezTo>
                    <a:pt x="1061" y="7802"/>
                    <a:pt x="548" y="9806"/>
                    <a:pt x="396" y="11834"/>
                  </a:cubicBezTo>
                  <a:cubicBezTo>
                    <a:pt x="328" y="12727"/>
                    <a:pt x="191" y="14890"/>
                    <a:pt x="1577" y="14890"/>
                  </a:cubicBezTo>
                  <a:cubicBezTo>
                    <a:pt x="1603" y="14890"/>
                    <a:pt x="1629" y="14889"/>
                    <a:pt x="1655" y="14887"/>
                  </a:cubicBezTo>
                  <a:cubicBezTo>
                    <a:pt x="1806" y="14876"/>
                    <a:pt x="1865" y="14631"/>
                    <a:pt x="1690" y="14608"/>
                  </a:cubicBezTo>
                  <a:cubicBezTo>
                    <a:pt x="0" y="14305"/>
                    <a:pt x="839" y="10739"/>
                    <a:pt x="1061" y="9713"/>
                  </a:cubicBezTo>
                  <a:cubicBezTo>
                    <a:pt x="1422" y="8012"/>
                    <a:pt x="2074" y="6368"/>
                    <a:pt x="3042" y="4923"/>
                  </a:cubicBezTo>
                  <a:cubicBezTo>
                    <a:pt x="4906" y="2138"/>
                    <a:pt x="7645" y="693"/>
                    <a:pt x="10873" y="133"/>
                  </a:cubicBezTo>
                  <a:cubicBezTo>
                    <a:pt x="10943" y="122"/>
                    <a:pt x="10932" y="5"/>
                    <a:pt x="10862" y="5"/>
                  </a:cubicBezTo>
                  <a:cubicBezTo>
                    <a:pt x="10775" y="2"/>
                    <a:pt x="10689" y="0"/>
                    <a:pt x="1060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046" name="Google Shape;2046;p74"/>
            <p:cNvSpPr/>
            <p:nvPr/>
          </p:nvSpPr>
          <p:spPr>
            <a:xfrm>
              <a:off x="5946300" y="2988250"/>
              <a:ext cx="39075" cy="20850"/>
            </a:xfrm>
            <a:custGeom>
              <a:avLst/>
              <a:gdLst/>
              <a:ahLst/>
              <a:cxnLst/>
              <a:rect l="l" t="t" r="r" b="b"/>
              <a:pathLst>
                <a:path w="1563" h="834" extrusionOk="0">
                  <a:moveTo>
                    <a:pt x="118" y="0"/>
                  </a:moveTo>
                  <a:cubicBezTo>
                    <a:pt x="37" y="0"/>
                    <a:pt x="1" y="132"/>
                    <a:pt x="73" y="183"/>
                  </a:cubicBezTo>
                  <a:cubicBezTo>
                    <a:pt x="480" y="440"/>
                    <a:pt x="958" y="638"/>
                    <a:pt x="1389" y="824"/>
                  </a:cubicBezTo>
                  <a:cubicBezTo>
                    <a:pt x="1404" y="831"/>
                    <a:pt x="1418" y="834"/>
                    <a:pt x="1432" y="834"/>
                  </a:cubicBezTo>
                  <a:cubicBezTo>
                    <a:pt x="1514" y="834"/>
                    <a:pt x="1563" y="725"/>
                    <a:pt x="1483" y="684"/>
                  </a:cubicBezTo>
                  <a:cubicBezTo>
                    <a:pt x="1052" y="440"/>
                    <a:pt x="609" y="172"/>
                    <a:pt x="154" y="9"/>
                  </a:cubicBezTo>
                  <a:cubicBezTo>
                    <a:pt x="141" y="3"/>
                    <a:pt x="129" y="0"/>
                    <a:pt x="118" y="0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047" name="Google Shape;2047;p74"/>
            <p:cNvSpPr/>
            <p:nvPr/>
          </p:nvSpPr>
          <p:spPr>
            <a:xfrm>
              <a:off x="6017775" y="2862525"/>
              <a:ext cx="38175" cy="25975"/>
            </a:xfrm>
            <a:custGeom>
              <a:avLst/>
              <a:gdLst/>
              <a:ahLst/>
              <a:cxnLst/>
              <a:rect l="l" t="t" r="r" b="b"/>
              <a:pathLst>
                <a:path w="1527" h="1039" extrusionOk="0">
                  <a:moveTo>
                    <a:pt x="113" y="1"/>
                  </a:moveTo>
                  <a:cubicBezTo>
                    <a:pt x="38" y="1"/>
                    <a:pt x="1" y="108"/>
                    <a:pt x="69" y="166"/>
                  </a:cubicBezTo>
                  <a:cubicBezTo>
                    <a:pt x="488" y="469"/>
                    <a:pt x="943" y="749"/>
                    <a:pt x="1386" y="1029"/>
                  </a:cubicBezTo>
                  <a:cubicBezTo>
                    <a:pt x="1398" y="1035"/>
                    <a:pt x="1410" y="1039"/>
                    <a:pt x="1421" y="1039"/>
                  </a:cubicBezTo>
                  <a:cubicBezTo>
                    <a:pt x="1485" y="1039"/>
                    <a:pt x="1527" y="940"/>
                    <a:pt x="1467" y="900"/>
                  </a:cubicBezTo>
                  <a:cubicBezTo>
                    <a:pt x="1036" y="597"/>
                    <a:pt x="605" y="283"/>
                    <a:pt x="162" y="15"/>
                  </a:cubicBezTo>
                  <a:cubicBezTo>
                    <a:pt x="145" y="5"/>
                    <a:pt x="128" y="1"/>
                    <a:pt x="113" y="1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048" name="Google Shape;2048;p74"/>
            <p:cNvSpPr/>
            <p:nvPr/>
          </p:nvSpPr>
          <p:spPr>
            <a:xfrm>
              <a:off x="6105500" y="2785975"/>
              <a:ext cx="31775" cy="37200"/>
            </a:xfrm>
            <a:custGeom>
              <a:avLst/>
              <a:gdLst/>
              <a:ahLst/>
              <a:cxnLst/>
              <a:rect l="l" t="t" r="r" b="b"/>
              <a:pathLst>
                <a:path w="1271" h="1488" extrusionOk="0">
                  <a:moveTo>
                    <a:pt x="119" y="0"/>
                  </a:moveTo>
                  <a:cubicBezTo>
                    <a:pt x="62" y="0"/>
                    <a:pt x="1" y="64"/>
                    <a:pt x="33" y="128"/>
                  </a:cubicBezTo>
                  <a:cubicBezTo>
                    <a:pt x="313" y="664"/>
                    <a:pt x="674" y="1119"/>
                    <a:pt x="1152" y="1480"/>
                  </a:cubicBezTo>
                  <a:cubicBezTo>
                    <a:pt x="1160" y="1485"/>
                    <a:pt x="1170" y="1488"/>
                    <a:pt x="1179" y="1488"/>
                  </a:cubicBezTo>
                  <a:cubicBezTo>
                    <a:pt x="1228" y="1488"/>
                    <a:pt x="1271" y="1415"/>
                    <a:pt x="1222" y="1375"/>
                  </a:cubicBezTo>
                  <a:cubicBezTo>
                    <a:pt x="790" y="1002"/>
                    <a:pt x="429" y="559"/>
                    <a:pt x="184" y="47"/>
                  </a:cubicBezTo>
                  <a:cubicBezTo>
                    <a:pt x="170" y="14"/>
                    <a:pt x="145" y="0"/>
                    <a:pt x="119" y="0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049" name="Google Shape;2049;p74"/>
            <p:cNvSpPr/>
            <p:nvPr/>
          </p:nvSpPr>
          <p:spPr>
            <a:xfrm>
              <a:off x="6225650" y="2703850"/>
              <a:ext cx="20925" cy="42700"/>
            </a:xfrm>
            <a:custGeom>
              <a:avLst/>
              <a:gdLst/>
              <a:ahLst/>
              <a:cxnLst/>
              <a:rect l="l" t="t" r="r" b="b"/>
              <a:pathLst>
                <a:path w="837" h="1708" extrusionOk="0">
                  <a:moveTo>
                    <a:pt x="112" y="1"/>
                  </a:moveTo>
                  <a:cubicBezTo>
                    <a:pt x="56" y="1"/>
                    <a:pt x="1" y="46"/>
                    <a:pt x="28" y="115"/>
                  </a:cubicBezTo>
                  <a:cubicBezTo>
                    <a:pt x="238" y="639"/>
                    <a:pt x="460" y="1152"/>
                    <a:pt x="681" y="1677"/>
                  </a:cubicBezTo>
                  <a:cubicBezTo>
                    <a:pt x="692" y="1699"/>
                    <a:pt x="712" y="1708"/>
                    <a:pt x="734" y="1708"/>
                  </a:cubicBezTo>
                  <a:cubicBezTo>
                    <a:pt x="781" y="1708"/>
                    <a:pt x="837" y="1663"/>
                    <a:pt x="821" y="1607"/>
                  </a:cubicBezTo>
                  <a:cubicBezTo>
                    <a:pt x="623" y="1094"/>
                    <a:pt x="413" y="581"/>
                    <a:pt x="203" y="68"/>
                  </a:cubicBezTo>
                  <a:cubicBezTo>
                    <a:pt x="189" y="21"/>
                    <a:pt x="150" y="1"/>
                    <a:pt x="112" y="1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050" name="Google Shape;2050;p74"/>
            <p:cNvSpPr/>
            <p:nvPr/>
          </p:nvSpPr>
          <p:spPr>
            <a:xfrm>
              <a:off x="6360650" y="2649175"/>
              <a:ext cx="11750" cy="53450"/>
            </a:xfrm>
            <a:custGeom>
              <a:avLst/>
              <a:gdLst/>
              <a:ahLst/>
              <a:cxnLst/>
              <a:rect l="l" t="t" r="r" b="b"/>
              <a:pathLst>
                <a:path w="470" h="2138" extrusionOk="0">
                  <a:moveTo>
                    <a:pt x="173" y="1"/>
                  </a:moveTo>
                  <a:cubicBezTo>
                    <a:pt x="127" y="1"/>
                    <a:pt x="81" y="31"/>
                    <a:pt x="71" y="99"/>
                  </a:cubicBezTo>
                  <a:cubicBezTo>
                    <a:pt x="1" y="787"/>
                    <a:pt x="71" y="1440"/>
                    <a:pt x="304" y="2092"/>
                  </a:cubicBezTo>
                  <a:cubicBezTo>
                    <a:pt x="318" y="2124"/>
                    <a:pt x="347" y="2138"/>
                    <a:pt x="376" y="2138"/>
                  </a:cubicBezTo>
                  <a:cubicBezTo>
                    <a:pt x="423" y="2138"/>
                    <a:pt x="470" y="2103"/>
                    <a:pt x="455" y="2046"/>
                  </a:cubicBezTo>
                  <a:cubicBezTo>
                    <a:pt x="246" y="1428"/>
                    <a:pt x="176" y="775"/>
                    <a:pt x="269" y="123"/>
                  </a:cubicBezTo>
                  <a:cubicBezTo>
                    <a:pt x="282" y="46"/>
                    <a:pt x="228" y="1"/>
                    <a:pt x="173" y="1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051" name="Google Shape;2051;p74"/>
            <p:cNvSpPr/>
            <p:nvPr/>
          </p:nvSpPr>
          <p:spPr>
            <a:xfrm>
              <a:off x="6515525" y="2643825"/>
              <a:ext cx="12700" cy="58825"/>
            </a:xfrm>
            <a:custGeom>
              <a:avLst/>
              <a:gdLst/>
              <a:ahLst/>
              <a:cxnLst/>
              <a:rect l="l" t="t" r="r" b="b"/>
              <a:pathLst>
                <a:path w="508" h="2353" extrusionOk="0">
                  <a:moveTo>
                    <a:pt x="432" y="1"/>
                  </a:moveTo>
                  <a:cubicBezTo>
                    <a:pt x="409" y="1"/>
                    <a:pt x="388" y="11"/>
                    <a:pt x="379" y="34"/>
                  </a:cubicBezTo>
                  <a:cubicBezTo>
                    <a:pt x="76" y="698"/>
                    <a:pt x="29" y="1560"/>
                    <a:pt x="6" y="2283"/>
                  </a:cubicBezTo>
                  <a:cubicBezTo>
                    <a:pt x="0" y="2330"/>
                    <a:pt x="35" y="2353"/>
                    <a:pt x="73" y="2353"/>
                  </a:cubicBezTo>
                  <a:cubicBezTo>
                    <a:pt x="111" y="2353"/>
                    <a:pt x="152" y="2330"/>
                    <a:pt x="157" y="2283"/>
                  </a:cubicBezTo>
                  <a:cubicBezTo>
                    <a:pt x="227" y="1537"/>
                    <a:pt x="449" y="803"/>
                    <a:pt x="507" y="69"/>
                  </a:cubicBezTo>
                  <a:cubicBezTo>
                    <a:pt x="507" y="26"/>
                    <a:pt x="468" y="1"/>
                    <a:pt x="432" y="1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052" name="Google Shape;2052;p74"/>
            <p:cNvSpPr/>
            <p:nvPr/>
          </p:nvSpPr>
          <p:spPr>
            <a:xfrm>
              <a:off x="6645800" y="2703625"/>
              <a:ext cx="21875" cy="42125"/>
            </a:xfrm>
            <a:custGeom>
              <a:avLst/>
              <a:gdLst/>
              <a:ahLst/>
              <a:cxnLst/>
              <a:rect l="l" t="t" r="r" b="b"/>
              <a:pathLst>
                <a:path w="875" h="1685" extrusionOk="0">
                  <a:moveTo>
                    <a:pt x="751" y="1"/>
                  </a:moveTo>
                  <a:cubicBezTo>
                    <a:pt x="723" y="1"/>
                    <a:pt x="696" y="16"/>
                    <a:pt x="680" y="54"/>
                  </a:cubicBezTo>
                  <a:cubicBezTo>
                    <a:pt x="459" y="567"/>
                    <a:pt x="226" y="1080"/>
                    <a:pt x="16" y="1592"/>
                  </a:cubicBezTo>
                  <a:cubicBezTo>
                    <a:pt x="1" y="1646"/>
                    <a:pt x="46" y="1685"/>
                    <a:pt x="89" y="1685"/>
                  </a:cubicBezTo>
                  <a:cubicBezTo>
                    <a:pt x="111" y="1685"/>
                    <a:pt x="132" y="1675"/>
                    <a:pt x="144" y="1651"/>
                  </a:cubicBezTo>
                  <a:cubicBezTo>
                    <a:pt x="389" y="1150"/>
                    <a:pt x="610" y="648"/>
                    <a:pt x="844" y="147"/>
                  </a:cubicBezTo>
                  <a:cubicBezTo>
                    <a:pt x="875" y="69"/>
                    <a:pt x="811" y="1"/>
                    <a:pt x="751" y="1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053" name="Google Shape;2053;p74"/>
            <p:cNvSpPr/>
            <p:nvPr/>
          </p:nvSpPr>
          <p:spPr>
            <a:xfrm>
              <a:off x="6750775" y="2797175"/>
              <a:ext cx="31725" cy="36225"/>
            </a:xfrm>
            <a:custGeom>
              <a:avLst/>
              <a:gdLst/>
              <a:ahLst/>
              <a:cxnLst/>
              <a:rect l="l" t="t" r="r" b="b"/>
              <a:pathLst>
                <a:path w="1269" h="1449" extrusionOk="0">
                  <a:moveTo>
                    <a:pt x="1170" y="0"/>
                  </a:moveTo>
                  <a:cubicBezTo>
                    <a:pt x="1153" y="0"/>
                    <a:pt x="1135" y="9"/>
                    <a:pt x="1120" y="30"/>
                  </a:cubicBezTo>
                  <a:cubicBezTo>
                    <a:pt x="758" y="461"/>
                    <a:pt x="397" y="904"/>
                    <a:pt x="36" y="1347"/>
                  </a:cubicBezTo>
                  <a:cubicBezTo>
                    <a:pt x="1" y="1391"/>
                    <a:pt x="39" y="1448"/>
                    <a:pt x="80" y="1448"/>
                  </a:cubicBezTo>
                  <a:cubicBezTo>
                    <a:pt x="93" y="1448"/>
                    <a:pt x="106" y="1442"/>
                    <a:pt x="118" y="1428"/>
                  </a:cubicBezTo>
                  <a:cubicBezTo>
                    <a:pt x="490" y="997"/>
                    <a:pt x="863" y="566"/>
                    <a:pt x="1225" y="135"/>
                  </a:cubicBezTo>
                  <a:cubicBezTo>
                    <a:pt x="1268" y="74"/>
                    <a:pt x="1221" y="0"/>
                    <a:pt x="1170" y="0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054" name="Google Shape;2054;p74"/>
            <p:cNvSpPr/>
            <p:nvPr/>
          </p:nvSpPr>
          <p:spPr>
            <a:xfrm>
              <a:off x="6848675" y="2911350"/>
              <a:ext cx="37100" cy="25825"/>
            </a:xfrm>
            <a:custGeom>
              <a:avLst/>
              <a:gdLst/>
              <a:ahLst/>
              <a:cxnLst/>
              <a:rect l="l" t="t" r="r" b="b"/>
              <a:pathLst>
                <a:path w="1484" h="1033" extrusionOk="0">
                  <a:moveTo>
                    <a:pt x="1380" y="0"/>
                  </a:moveTo>
                  <a:cubicBezTo>
                    <a:pt x="1371" y="0"/>
                    <a:pt x="1362" y="3"/>
                    <a:pt x="1353" y="8"/>
                  </a:cubicBezTo>
                  <a:cubicBezTo>
                    <a:pt x="898" y="276"/>
                    <a:pt x="479" y="602"/>
                    <a:pt x="59" y="905"/>
                  </a:cubicBezTo>
                  <a:cubicBezTo>
                    <a:pt x="0" y="944"/>
                    <a:pt x="32" y="1033"/>
                    <a:pt x="85" y="1033"/>
                  </a:cubicBezTo>
                  <a:cubicBezTo>
                    <a:pt x="95" y="1033"/>
                    <a:pt x="106" y="1029"/>
                    <a:pt x="117" y="1022"/>
                  </a:cubicBezTo>
                  <a:cubicBezTo>
                    <a:pt x="560" y="719"/>
                    <a:pt x="1015" y="439"/>
                    <a:pt x="1434" y="113"/>
                  </a:cubicBezTo>
                  <a:cubicBezTo>
                    <a:pt x="1484" y="73"/>
                    <a:pt x="1433" y="0"/>
                    <a:pt x="1380" y="0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055" name="Google Shape;2055;p74"/>
            <p:cNvSpPr/>
            <p:nvPr/>
          </p:nvSpPr>
          <p:spPr>
            <a:xfrm>
              <a:off x="6919800" y="3037875"/>
              <a:ext cx="47900" cy="25725"/>
            </a:xfrm>
            <a:custGeom>
              <a:avLst/>
              <a:gdLst/>
              <a:ahLst/>
              <a:cxnLst/>
              <a:rect l="l" t="t" r="r" b="b"/>
              <a:pathLst>
                <a:path w="1916" h="1029" extrusionOk="0">
                  <a:moveTo>
                    <a:pt x="1841" y="0"/>
                  </a:moveTo>
                  <a:cubicBezTo>
                    <a:pt x="1833" y="0"/>
                    <a:pt x="1826" y="2"/>
                    <a:pt x="1817" y="5"/>
                  </a:cubicBezTo>
                  <a:cubicBezTo>
                    <a:pt x="1526" y="75"/>
                    <a:pt x="1258" y="261"/>
                    <a:pt x="990" y="413"/>
                  </a:cubicBezTo>
                  <a:cubicBezTo>
                    <a:pt x="687" y="576"/>
                    <a:pt x="372" y="739"/>
                    <a:pt x="69" y="902"/>
                  </a:cubicBezTo>
                  <a:cubicBezTo>
                    <a:pt x="0" y="932"/>
                    <a:pt x="40" y="1029"/>
                    <a:pt x="104" y="1029"/>
                  </a:cubicBezTo>
                  <a:cubicBezTo>
                    <a:pt x="115" y="1029"/>
                    <a:pt x="127" y="1026"/>
                    <a:pt x="139" y="1019"/>
                  </a:cubicBezTo>
                  <a:cubicBezTo>
                    <a:pt x="454" y="855"/>
                    <a:pt x="757" y="704"/>
                    <a:pt x="1072" y="541"/>
                  </a:cubicBezTo>
                  <a:cubicBezTo>
                    <a:pt x="1340" y="401"/>
                    <a:pt x="1643" y="284"/>
                    <a:pt x="1876" y="86"/>
                  </a:cubicBezTo>
                  <a:cubicBezTo>
                    <a:pt x="1916" y="56"/>
                    <a:pt x="1887" y="0"/>
                    <a:pt x="1841" y="0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056" name="Google Shape;2056;p74"/>
            <p:cNvSpPr/>
            <p:nvPr/>
          </p:nvSpPr>
          <p:spPr>
            <a:xfrm>
              <a:off x="6963000" y="3141100"/>
              <a:ext cx="44400" cy="10550"/>
            </a:xfrm>
            <a:custGeom>
              <a:avLst/>
              <a:gdLst/>
              <a:ahLst/>
              <a:cxnLst/>
              <a:rect l="l" t="t" r="r" b="b"/>
              <a:pathLst>
                <a:path w="1776" h="422" extrusionOk="0">
                  <a:moveTo>
                    <a:pt x="1638" y="1"/>
                  </a:moveTo>
                  <a:cubicBezTo>
                    <a:pt x="1635" y="1"/>
                    <a:pt x="1631" y="1"/>
                    <a:pt x="1628" y="1"/>
                  </a:cubicBezTo>
                  <a:cubicBezTo>
                    <a:pt x="1115" y="83"/>
                    <a:pt x="602" y="176"/>
                    <a:pt x="101" y="269"/>
                  </a:cubicBezTo>
                  <a:cubicBezTo>
                    <a:pt x="0" y="281"/>
                    <a:pt x="40" y="421"/>
                    <a:pt x="136" y="421"/>
                  </a:cubicBezTo>
                  <a:cubicBezTo>
                    <a:pt x="140" y="421"/>
                    <a:pt x="144" y="421"/>
                    <a:pt x="148" y="421"/>
                  </a:cubicBezTo>
                  <a:cubicBezTo>
                    <a:pt x="649" y="339"/>
                    <a:pt x="1162" y="269"/>
                    <a:pt x="1674" y="176"/>
                  </a:cubicBezTo>
                  <a:cubicBezTo>
                    <a:pt x="1776" y="165"/>
                    <a:pt x="1736" y="1"/>
                    <a:pt x="1638" y="1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057" name="Google Shape;2057;p74"/>
            <p:cNvSpPr/>
            <p:nvPr/>
          </p:nvSpPr>
          <p:spPr>
            <a:xfrm>
              <a:off x="6985625" y="3266250"/>
              <a:ext cx="41975" cy="5500"/>
            </a:xfrm>
            <a:custGeom>
              <a:avLst/>
              <a:gdLst/>
              <a:ahLst/>
              <a:cxnLst/>
              <a:rect l="l" t="t" r="r" b="b"/>
              <a:pathLst>
                <a:path w="1679" h="220" extrusionOk="0">
                  <a:moveTo>
                    <a:pt x="1051" y="0"/>
                  </a:moveTo>
                  <a:cubicBezTo>
                    <a:pt x="723" y="0"/>
                    <a:pt x="385" y="34"/>
                    <a:pt x="82" y="42"/>
                  </a:cubicBezTo>
                  <a:cubicBezTo>
                    <a:pt x="0" y="42"/>
                    <a:pt x="0" y="181"/>
                    <a:pt x="82" y="181"/>
                  </a:cubicBezTo>
                  <a:cubicBezTo>
                    <a:pt x="395" y="181"/>
                    <a:pt x="747" y="220"/>
                    <a:pt x="1084" y="220"/>
                  </a:cubicBezTo>
                  <a:cubicBezTo>
                    <a:pt x="1274" y="220"/>
                    <a:pt x="1460" y="207"/>
                    <a:pt x="1632" y="170"/>
                  </a:cubicBezTo>
                  <a:cubicBezTo>
                    <a:pt x="1678" y="146"/>
                    <a:pt x="1678" y="65"/>
                    <a:pt x="1632" y="53"/>
                  </a:cubicBezTo>
                  <a:cubicBezTo>
                    <a:pt x="1450" y="13"/>
                    <a:pt x="1252" y="0"/>
                    <a:pt x="1051" y="0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058" name="Google Shape;2058;p74"/>
            <p:cNvSpPr/>
            <p:nvPr/>
          </p:nvSpPr>
          <p:spPr>
            <a:xfrm>
              <a:off x="6985725" y="3360500"/>
              <a:ext cx="31375" cy="9375"/>
            </a:xfrm>
            <a:custGeom>
              <a:avLst/>
              <a:gdLst/>
              <a:ahLst/>
              <a:cxnLst/>
              <a:rect l="l" t="t" r="r" b="b"/>
              <a:pathLst>
                <a:path w="1255" h="375" extrusionOk="0">
                  <a:moveTo>
                    <a:pt x="1173" y="1"/>
                  </a:moveTo>
                  <a:cubicBezTo>
                    <a:pt x="812" y="1"/>
                    <a:pt x="416" y="164"/>
                    <a:pt x="78" y="246"/>
                  </a:cubicBezTo>
                  <a:cubicBezTo>
                    <a:pt x="0" y="268"/>
                    <a:pt x="28" y="375"/>
                    <a:pt x="91" y="375"/>
                  </a:cubicBezTo>
                  <a:cubicBezTo>
                    <a:pt x="95" y="375"/>
                    <a:pt x="98" y="374"/>
                    <a:pt x="101" y="374"/>
                  </a:cubicBezTo>
                  <a:cubicBezTo>
                    <a:pt x="462" y="304"/>
                    <a:pt x="882" y="269"/>
                    <a:pt x="1208" y="117"/>
                  </a:cubicBezTo>
                  <a:cubicBezTo>
                    <a:pt x="1255" y="82"/>
                    <a:pt x="1232" y="1"/>
                    <a:pt x="11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059" name="Google Shape;2059;p74"/>
            <p:cNvSpPr/>
            <p:nvPr/>
          </p:nvSpPr>
          <p:spPr>
            <a:xfrm>
              <a:off x="6319000" y="2840150"/>
              <a:ext cx="62950" cy="25950"/>
            </a:xfrm>
            <a:custGeom>
              <a:avLst/>
              <a:gdLst/>
              <a:ahLst/>
              <a:cxnLst/>
              <a:rect l="l" t="t" r="r" b="b"/>
              <a:pathLst>
                <a:path w="2518" h="1038" extrusionOk="0">
                  <a:moveTo>
                    <a:pt x="1259" y="1"/>
                  </a:moveTo>
                  <a:cubicBezTo>
                    <a:pt x="560" y="1"/>
                    <a:pt x="0" y="234"/>
                    <a:pt x="0" y="525"/>
                  </a:cubicBezTo>
                  <a:cubicBezTo>
                    <a:pt x="0" y="805"/>
                    <a:pt x="560" y="1038"/>
                    <a:pt x="1259" y="1038"/>
                  </a:cubicBezTo>
                  <a:cubicBezTo>
                    <a:pt x="1958" y="1038"/>
                    <a:pt x="2518" y="805"/>
                    <a:pt x="2518" y="525"/>
                  </a:cubicBezTo>
                  <a:cubicBezTo>
                    <a:pt x="2518" y="234"/>
                    <a:pt x="1958" y="1"/>
                    <a:pt x="1259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060" name="Google Shape;2060;p74"/>
            <p:cNvSpPr/>
            <p:nvPr/>
          </p:nvSpPr>
          <p:spPr>
            <a:xfrm>
              <a:off x="6424175" y="2798700"/>
              <a:ext cx="66175" cy="67450"/>
            </a:xfrm>
            <a:custGeom>
              <a:avLst/>
              <a:gdLst/>
              <a:ahLst/>
              <a:cxnLst/>
              <a:rect l="l" t="t" r="r" b="b"/>
              <a:pathLst>
                <a:path w="2647" h="2698" extrusionOk="0">
                  <a:moveTo>
                    <a:pt x="535" y="1"/>
                  </a:moveTo>
                  <a:cubicBezTo>
                    <a:pt x="490" y="1"/>
                    <a:pt x="443" y="33"/>
                    <a:pt x="432" y="97"/>
                  </a:cubicBezTo>
                  <a:cubicBezTo>
                    <a:pt x="339" y="878"/>
                    <a:pt x="1" y="2638"/>
                    <a:pt x="1283" y="2696"/>
                  </a:cubicBezTo>
                  <a:cubicBezTo>
                    <a:pt x="1299" y="2697"/>
                    <a:pt x="1315" y="2697"/>
                    <a:pt x="1331" y="2697"/>
                  </a:cubicBezTo>
                  <a:cubicBezTo>
                    <a:pt x="1755" y="2697"/>
                    <a:pt x="2141" y="2403"/>
                    <a:pt x="2343" y="2043"/>
                  </a:cubicBezTo>
                  <a:cubicBezTo>
                    <a:pt x="2646" y="1484"/>
                    <a:pt x="2530" y="808"/>
                    <a:pt x="2425" y="213"/>
                  </a:cubicBezTo>
                  <a:cubicBezTo>
                    <a:pt x="2410" y="137"/>
                    <a:pt x="2355" y="104"/>
                    <a:pt x="2297" y="104"/>
                  </a:cubicBezTo>
                  <a:cubicBezTo>
                    <a:pt x="2213" y="104"/>
                    <a:pt x="2124" y="173"/>
                    <a:pt x="2145" y="283"/>
                  </a:cubicBezTo>
                  <a:cubicBezTo>
                    <a:pt x="2227" y="750"/>
                    <a:pt x="2331" y="1286"/>
                    <a:pt x="2157" y="1752"/>
                  </a:cubicBezTo>
                  <a:cubicBezTo>
                    <a:pt x="2022" y="2092"/>
                    <a:pt x="1696" y="2405"/>
                    <a:pt x="1340" y="2405"/>
                  </a:cubicBezTo>
                  <a:cubicBezTo>
                    <a:pt x="1233" y="2405"/>
                    <a:pt x="1123" y="2376"/>
                    <a:pt x="1014" y="2311"/>
                  </a:cubicBezTo>
                  <a:cubicBezTo>
                    <a:pt x="269" y="1880"/>
                    <a:pt x="677" y="773"/>
                    <a:pt x="630" y="97"/>
                  </a:cubicBezTo>
                  <a:cubicBezTo>
                    <a:pt x="624" y="33"/>
                    <a:pt x="580" y="1"/>
                    <a:pt x="53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061" name="Google Shape;2061;p74"/>
            <p:cNvSpPr/>
            <p:nvPr/>
          </p:nvSpPr>
          <p:spPr>
            <a:xfrm>
              <a:off x="6326175" y="2736125"/>
              <a:ext cx="92500" cy="78600"/>
            </a:xfrm>
            <a:custGeom>
              <a:avLst/>
              <a:gdLst/>
              <a:ahLst/>
              <a:cxnLst/>
              <a:rect l="l" t="t" r="r" b="b"/>
              <a:pathLst>
                <a:path w="3700" h="3144" extrusionOk="0">
                  <a:moveTo>
                    <a:pt x="1564" y="1"/>
                  </a:moveTo>
                  <a:cubicBezTo>
                    <a:pt x="79" y="1"/>
                    <a:pt x="1" y="1893"/>
                    <a:pt x="168" y="3008"/>
                  </a:cubicBezTo>
                  <a:cubicBezTo>
                    <a:pt x="183" y="3101"/>
                    <a:pt x="266" y="3144"/>
                    <a:pt x="350" y="3144"/>
                  </a:cubicBezTo>
                  <a:cubicBezTo>
                    <a:pt x="454" y="3144"/>
                    <a:pt x="560" y="3078"/>
                    <a:pt x="541" y="2961"/>
                  </a:cubicBezTo>
                  <a:cubicBezTo>
                    <a:pt x="432" y="2077"/>
                    <a:pt x="343" y="385"/>
                    <a:pt x="1568" y="385"/>
                  </a:cubicBezTo>
                  <a:cubicBezTo>
                    <a:pt x="1650" y="385"/>
                    <a:pt x="1739" y="393"/>
                    <a:pt x="1834" y="409"/>
                  </a:cubicBezTo>
                  <a:cubicBezTo>
                    <a:pt x="3151" y="642"/>
                    <a:pt x="3233" y="2006"/>
                    <a:pt x="3338" y="3078"/>
                  </a:cubicBezTo>
                  <a:cubicBezTo>
                    <a:pt x="3338" y="3089"/>
                    <a:pt x="3347" y="3095"/>
                    <a:pt x="3357" y="3095"/>
                  </a:cubicBezTo>
                  <a:cubicBezTo>
                    <a:pt x="3367" y="3095"/>
                    <a:pt x="3379" y="3089"/>
                    <a:pt x="3384" y="3078"/>
                  </a:cubicBezTo>
                  <a:cubicBezTo>
                    <a:pt x="3699" y="1877"/>
                    <a:pt x="3210" y="164"/>
                    <a:pt x="1776" y="13"/>
                  </a:cubicBezTo>
                  <a:cubicBezTo>
                    <a:pt x="1702" y="5"/>
                    <a:pt x="1632" y="1"/>
                    <a:pt x="15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062" name="Google Shape;2062;p74"/>
            <p:cNvSpPr/>
            <p:nvPr/>
          </p:nvSpPr>
          <p:spPr>
            <a:xfrm>
              <a:off x="6537800" y="2840150"/>
              <a:ext cx="63250" cy="25950"/>
            </a:xfrm>
            <a:custGeom>
              <a:avLst/>
              <a:gdLst/>
              <a:ahLst/>
              <a:cxnLst/>
              <a:rect l="l" t="t" r="r" b="b"/>
              <a:pathLst>
                <a:path w="2530" h="1038" extrusionOk="0">
                  <a:moveTo>
                    <a:pt x="1271" y="1"/>
                  </a:moveTo>
                  <a:cubicBezTo>
                    <a:pt x="572" y="1"/>
                    <a:pt x="1" y="234"/>
                    <a:pt x="1" y="525"/>
                  </a:cubicBezTo>
                  <a:cubicBezTo>
                    <a:pt x="1" y="805"/>
                    <a:pt x="572" y="1038"/>
                    <a:pt x="1271" y="1038"/>
                  </a:cubicBezTo>
                  <a:cubicBezTo>
                    <a:pt x="1959" y="1038"/>
                    <a:pt x="2530" y="805"/>
                    <a:pt x="2530" y="525"/>
                  </a:cubicBezTo>
                  <a:cubicBezTo>
                    <a:pt x="2530" y="234"/>
                    <a:pt x="1959" y="1"/>
                    <a:pt x="127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063" name="Google Shape;2063;p74"/>
            <p:cNvSpPr/>
            <p:nvPr/>
          </p:nvSpPr>
          <p:spPr>
            <a:xfrm>
              <a:off x="6501100" y="2736125"/>
              <a:ext cx="92475" cy="78600"/>
            </a:xfrm>
            <a:custGeom>
              <a:avLst/>
              <a:gdLst/>
              <a:ahLst/>
              <a:cxnLst/>
              <a:rect l="l" t="t" r="r" b="b"/>
              <a:pathLst>
                <a:path w="3699" h="3144" extrusionOk="0">
                  <a:moveTo>
                    <a:pt x="2135" y="1"/>
                  </a:moveTo>
                  <a:cubicBezTo>
                    <a:pt x="2068" y="1"/>
                    <a:pt x="1997" y="5"/>
                    <a:pt x="1923" y="13"/>
                  </a:cubicBezTo>
                  <a:cubicBezTo>
                    <a:pt x="490" y="164"/>
                    <a:pt x="0" y="1877"/>
                    <a:pt x="315" y="3078"/>
                  </a:cubicBezTo>
                  <a:cubicBezTo>
                    <a:pt x="321" y="3089"/>
                    <a:pt x="332" y="3095"/>
                    <a:pt x="343" y="3095"/>
                  </a:cubicBezTo>
                  <a:cubicBezTo>
                    <a:pt x="353" y="3095"/>
                    <a:pt x="362" y="3089"/>
                    <a:pt x="362" y="3078"/>
                  </a:cubicBezTo>
                  <a:cubicBezTo>
                    <a:pt x="478" y="2006"/>
                    <a:pt x="548" y="642"/>
                    <a:pt x="1865" y="409"/>
                  </a:cubicBezTo>
                  <a:cubicBezTo>
                    <a:pt x="1960" y="393"/>
                    <a:pt x="2049" y="385"/>
                    <a:pt x="2132" y="385"/>
                  </a:cubicBezTo>
                  <a:cubicBezTo>
                    <a:pt x="3358" y="385"/>
                    <a:pt x="3279" y="2077"/>
                    <a:pt x="3159" y="2961"/>
                  </a:cubicBezTo>
                  <a:cubicBezTo>
                    <a:pt x="3146" y="3078"/>
                    <a:pt x="3251" y="3144"/>
                    <a:pt x="3354" y="3144"/>
                  </a:cubicBezTo>
                  <a:cubicBezTo>
                    <a:pt x="3436" y="3144"/>
                    <a:pt x="3516" y="3101"/>
                    <a:pt x="3532" y="3008"/>
                  </a:cubicBezTo>
                  <a:cubicBezTo>
                    <a:pt x="3699" y="1893"/>
                    <a:pt x="3621" y="1"/>
                    <a:pt x="213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064" name="Google Shape;2064;p74"/>
            <p:cNvSpPr/>
            <p:nvPr/>
          </p:nvSpPr>
          <p:spPr>
            <a:xfrm>
              <a:off x="7085550" y="2961450"/>
              <a:ext cx="125900" cy="506125"/>
            </a:xfrm>
            <a:custGeom>
              <a:avLst/>
              <a:gdLst/>
              <a:ahLst/>
              <a:cxnLst/>
              <a:rect l="l" t="t" r="r" b="b"/>
              <a:pathLst>
                <a:path w="5036" h="20245" extrusionOk="0">
                  <a:moveTo>
                    <a:pt x="72" y="0"/>
                  </a:moveTo>
                  <a:cubicBezTo>
                    <a:pt x="36" y="0"/>
                    <a:pt x="0" y="42"/>
                    <a:pt x="24" y="90"/>
                  </a:cubicBezTo>
                  <a:cubicBezTo>
                    <a:pt x="1422" y="3225"/>
                    <a:pt x="2483" y="6500"/>
                    <a:pt x="3136" y="9879"/>
                  </a:cubicBezTo>
                  <a:cubicBezTo>
                    <a:pt x="3788" y="13306"/>
                    <a:pt x="3777" y="16639"/>
                    <a:pt x="3893" y="20100"/>
                  </a:cubicBezTo>
                  <a:cubicBezTo>
                    <a:pt x="3899" y="20198"/>
                    <a:pt x="3967" y="20244"/>
                    <a:pt x="4037" y="20244"/>
                  </a:cubicBezTo>
                  <a:cubicBezTo>
                    <a:pt x="4109" y="20244"/>
                    <a:pt x="4184" y="20195"/>
                    <a:pt x="4196" y="20100"/>
                  </a:cubicBezTo>
                  <a:cubicBezTo>
                    <a:pt x="5035" y="13364"/>
                    <a:pt x="3031" y="6034"/>
                    <a:pt x="117" y="32"/>
                  </a:cubicBezTo>
                  <a:cubicBezTo>
                    <a:pt x="106" y="9"/>
                    <a:pt x="89" y="0"/>
                    <a:pt x="7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065" name="Google Shape;2065;p74"/>
            <p:cNvSpPr/>
            <p:nvPr/>
          </p:nvSpPr>
          <p:spPr>
            <a:xfrm>
              <a:off x="5806500" y="3037875"/>
              <a:ext cx="55875" cy="243700"/>
            </a:xfrm>
            <a:custGeom>
              <a:avLst/>
              <a:gdLst/>
              <a:ahLst/>
              <a:cxnLst/>
              <a:rect l="l" t="t" r="r" b="b"/>
              <a:pathLst>
                <a:path w="2235" h="9748" extrusionOk="0">
                  <a:moveTo>
                    <a:pt x="2056" y="1"/>
                  </a:moveTo>
                  <a:cubicBezTo>
                    <a:pt x="1998" y="1"/>
                    <a:pt x="1939" y="30"/>
                    <a:pt x="1912" y="98"/>
                  </a:cubicBezTo>
                  <a:cubicBezTo>
                    <a:pt x="653" y="3151"/>
                    <a:pt x="1" y="6368"/>
                    <a:pt x="175" y="9678"/>
                  </a:cubicBezTo>
                  <a:cubicBezTo>
                    <a:pt x="181" y="9724"/>
                    <a:pt x="219" y="9748"/>
                    <a:pt x="256" y="9748"/>
                  </a:cubicBezTo>
                  <a:cubicBezTo>
                    <a:pt x="292" y="9748"/>
                    <a:pt x="327" y="9724"/>
                    <a:pt x="327" y="9678"/>
                  </a:cubicBezTo>
                  <a:cubicBezTo>
                    <a:pt x="385" y="6368"/>
                    <a:pt x="933" y="3233"/>
                    <a:pt x="2192" y="180"/>
                  </a:cubicBezTo>
                  <a:cubicBezTo>
                    <a:pt x="2234" y="73"/>
                    <a:pt x="2147" y="1"/>
                    <a:pt x="2056" y="1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grpSp>
        <p:nvGrpSpPr>
          <p:cNvPr id="2066" name="Google Shape;2066;p74"/>
          <p:cNvGrpSpPr/>
          <p:nvPr/>
        </p:nvGrpSpPr>
        <p:grpSpPr>
          <a:xfrm>
            <a:off x="8116914" y="3672538"/>
            <a:ext cx="846996" cy="1227857"/>
            <a:chOff x="3289475" y="1878575"/>
            <a:chExt cx="710925" cy="1030600"/>
          </a:xfrm>
        </p:grpSpPr>
        <p:sp>
          <p:nvSpPr>
            <p:cNvPr id="2067" name="Google Shape;2067;p74"/>
            <p:cNvSpPr/>
            <p:nvPr/>
          </p:nvSpPr>
          <p:spPr>
            <a:xfrm>
              <a:off x="3289475" y="1933075"/>
              <a:ext cx="177475" cy="184850"/>
            </a:xfrm>
            <a:custGeom>
              <a:avLst/>
              <a:gdLst/>
              <a:ahLst/>
              <a:cxnLst/>
              <a:rect l="l" t="t" r="r" b="b"/>
              <a:pathLst>
                <a:path w="7099" h="7394" extrusionOk="0">
                  <a:moveTo>
                    <a:pt x="2221" y="0"/>
                  </a:moveTo>
                  <a:cubicBezTo>
                    <a:pt x="2058" y="0"/>
                    <a:pt x="1906" y="102"/>
                    <a:pt x="1912" y="319"/>
                  </a:cubicBezTo>
                  <a:cubicBezTo>
                    <a:pt x="1924" y="529"/>
                    <a:pt x="1935" y="750"/>
                    <a:pt x="1947" y="960"/>
                  </a:cubicBezTo>
                  <a:cubicBezTo>
                    <a:pt x="1819" y="832"/>
                    <a:pt x="1702" y="715"/>
                    <a:pt x="1574" y="587"/>
                  </a:cubicBezTo>
                  <a:cubicBezTo>
                    <a:pt x="1503" y="514"/>
                    <a:pt x="1425" y="483"/>
                    <a:pt x="1350" y="483"/>
                  </a:cubicBezTo>
                  <a:cubicBezTo>
                    <a:pt x="1103" y="483"/>
                    <a:pt x="891" y="815"/>
                    <a:pt x="1096" y="1065"/>
                  </a:cubicBezTo>
                  <a:cubicBezTo>
                    <a:pt x="1224" y="1216"/>
                    <a:pt x="1329" y="1380"/>
                    <a:pt x="1423" y="1543"/>
                  </a:cubicBezTo>
                  <a:cubicBezTo>
                    <a:pt x="1233" y="1506"/>
                    <a:pt x="1044" y="1488"/>
                    <a:pt x="849" y="1488"/>
                  </a:cubicBezTo>
                  <a:cubicBezTo>
                    <a:pt x="732" y="1488"/>
                    <a:pt x="613" y="1495"/>
                    <a:pt x="490" y="1508"/>
                  </a:cubicBezTo>
                  <a:cubicBezTo>
                    <a:pt x="106" y="1543"/>
                    <a:pt x="1" y="2079"/>
                    <a:pt x="397" y="2195"/>
                  </a:cubicBezTo>
                  <a:cubicBezTo>
                    <a:pt x="851" y="2335"/>
                    <a:pt x="1306" y="2475"/>
                    <a:pt x="1772" y="2603"/>
                  </a:cubicBezTo>
                  <a:cubicBezTo>
                    <a:pt x="1806" y="2611"/>
                    <a:pt x="1839" y="2615"/>
                    <a:pt x="1869" y="2615"/>
                  </a:cubicBezTo>
                  <a:cubicBezTo>
                    <a:pt x="1974" y="2615"/>
                    <a:pt x="2056" y="2571"/>
                    <a:pt x="2110" y="2498"/>
                  </a:cubicBezTo>
                  <a:cubicBezTo>
                    <a:pt x="2250" y="3559"/>
                    <a:pt x="2833" y="4596"/>
                    <a:pt x="3485" y="5389"/>
                  </a:cubicBezTo>
                  <a:cubicBezTo>
                    <a:pt x="4115" y="6150"/>
                    <a:pt x="5434" y="7393"/>
                    <a:pt x="6542" y="7393"/>
                  </a:cubicBezTo>
                  <a:cubicBezTo>
                    <a:pt x="6604" y="7393"/>
                    <a:pt x="6665" y="7389"/>
                    <a:pt x="6725" y="7381"/>
                  </a:cubicBezTo>
                  <a:cubicBezTo>
                    <a:pt x="6935" y="7358"/>
                    <a:pt x="7098" y="7102"/>
                    <a:pt x="6912" y="6915"/>
                  </a:cubicBezTo>
                  <a:cubicBezTo>
                    <a:pt x="6539" y="6554"/>
                    <a:pt x="5991" y="6449"/>
                    <a:pt x="5548" y="6181"/>
                  </a:cubicBezTo>
                  <a:cubicBezTo>
                    <a:pt x="5035" y="5866"/>
                    <a:pt x="4569" y="5493"/>
                    <a:pt x="4173" y="5051"/>
                  </a:cubicBezTo>
                  <a:cubicBezTo>
                    <a:pt x="3345" y="4177"/>
                    <a:pt x="2949" y="3198"/>
                    <a:pt x="2553" y="2102"/>
                  </a:cubicBezTo>
                  <a:cubicBezTo>
                    <a:pt x="2623" y="2102"/>
                    <a:pt x="2681" y="2067"/>
                    <a:pt x="2728" y="2032"/>
                  </a:cubicBezTo>
                  <a:cubicBezTo>
                    <a:pt x="3066" y="1776"/>
                    <a:pt x="3392" y="1519"/>
                    <a:pt x="3683" y="1240"/>
                  </a:cubicBezTo>
                  <a:cubicBezTo>
                    <a:pt x="3887" y="1046"/>
                    <a:pt x="3704" y="731"/>
                    <a:pt x="3475" y="731"/>
                  </a:cubicBezTo>
                  <a:cubicBezTo>
                    <a:pt x="3429" y="731"/>
                    <a:pt x="3381" y="744"/>
                    <a:pt x="3334" y="774"/>
                  </a:cubicBezTo>
                  <a:cubicBezTo>
                    <a:pt x="3147" y="890"/>
                    <a:pt x="2973" y="1007"/>
                    <a:pt x="2809" y="1135"/>
                  </a:cubicBezTo>
                  <a:cubicBezTo>
                    <a:pt x="2763" y="832"/>
                    <a:pt x="2693" y="529"/>
                    <a:pt x="2576" y="226"/>
                  </a:cubicBezTo>
                  <a:cubicBezTo>
                    <a:pt x="2516" y="79"/>
                    <a:pt x="2365" y="0"/>
                    <a:pt x="222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068" name="Google Shape;2068;p74"/>
            <p:cNvSpPr/>
            <p:nvPr/>
          </p:nvSpPr>
          <p:spPr>
            <a:xfrm>
              <a:off x="3846925" y="2266175"/>
              <a:ext cx="153475" cy="217175"/>
            </a:xfrm>
            <a:custGeom>
              <a:avLst/>
              <a:gdLst/>
              <a:ahLst/>
              <a:cxnLst/>
              <a:rect l="l" t="t" r="r" b="b"/>
              <a:pathLst>
                <a:path w="6139" h="8687" extrusionOk="0">
                  <a:moveTo>
                    <a:pt x="404" y="1"/>
                  </a:moveTo>
                  <a:cubicBezTo>
                    <a:pt x="88" y="1"/>
                    <a:pt x="1" y="423"/>
                    <a:pt x="254" y="584"/>
                  </a:cubicBezTo>
                  <a:cubicBezTo>
                    <a:pt x="801" y="910"/>
                    <a:pt x="1431" y="1085"/>
                    <a:pt x="1967" y="1458"/>
                  </a:cubicBezTo>
                  <a:cubicBezTo>
                    <a:pt x="2550" y="1854"/>
                    <a:pt x="3051" y="2367"/>
                    <a:pt x="3459" y="2949"/>
                  </a:cubicBezTo>
                  <a:cubicBezTo>
                    <a:pt x="4181" y="3975"/>
                    <a:pt x="4496" y="5071"/>
                    <a:pt x="4612" y="6283"/>
                  </a:cubicBezTo>
                  <a:cubicBezTo>
                    <a:pt x="4601" y="6283"/>
                    <a:pt x="4577" y="6283"/>
                    <a:pt x="4566" y="6294"/>
                  </a:cubicBezTo>
                  <a:cubicBezTo>
                    <a:pt x="3971" y="6457"/>
                    <a:pt x="3272" y="6679"/>
                    <a:pt x="2829" y="7122"/>
                  </a:cubicBezTo>
                  <a:cubicBezTo>
                    <a:pt x="2655" y="7307"/>
                    <a:pt x="2788" y="7655"/>
                    <a:pt x="3029" y="7655"/>
                  </a:cubicBezTo>
                  <a:cubicBezTo>
                    <a:pt x="3062" y="7655"/>
                    <a:pt x="3096" y="7648"/>
                    <a:pt x="3132" y="7634"/>
                  </a:cubicBezTo>
                  <a:cubicBezTo>
                    <a:pt x="3354" y="7553"/>
                    <a:pt x="3563" y="7448"/>
                    <a:pt x="3773" y="7343"/>
                  </a:cubicBezTo>
                  <a:lnTo>
                    <a:pt x="3773" y="7343"/>
                  </a:lnTo>
                  <a:lnTo>
                    <a:pt x="3365" y="7972"/>
                  </a:lnTo>
                  <a:cubicBezTo>
                    <a:pt x="3209" y="8207"/>
                    <a:pt x="3441" y="8474"/>
                    <a:pt x="3671" y="8474"/>
                  </a:cubicBezTo>
                  <a:cubicBezTo>
                    <a:pt x="3749" y="8474"/>
                    <a:pt x="3827" y="8443"/>
                    <a:pt x="3890" y="8369"/>
                  </a:cubicBezTo>
                  <a:cubicBezTo>
                    <a:pt x="3983" y="8252"/>
                    <a:pt x="4076" y="8136"/>
                    <a:pt x="4181" y="8019"/>
                  </a:cubicBezTo>
                  <a:cubicBezTo>
                    <a:pt x="4181" y="8136"/>
                    <a:pt x="4181" y="8252"/>
                    <a:pt x="4181" y="8357"/>
                  </a:cubicBezTo>
                  <a:cubicBezTo>
                    <a:pt x="4188" y="8547"/>
                    <a:pt x="4370" y="8687"/>
                    <a:pt x="4539" y="8687"/>
                  </a:cubicBezTo>
                  <a:cubicBezTo>
                    <a:pt x="4639" y="8687"/>
                    <a:pt x="4735" y="8637"/>
                    <a:pt x="4787" y="8520"/>
                  </a:cubicBezTo>
                  <a:cubicBezTo>
                    <a:pt x="4904" y="8287"/>
                    <a:pt x="4974" y="8054"/>
                    <a:pt x="5020" y="7809"/>
                  </a:cubicBezTo>
                  <a:cubicBezTo>
                    <a:pt x="5172" y="7961"/>
                    <a:pt x="5335" y="8101"/>
                    <a:pt x="5521" y="8217"/>
                  </a:cubicBezTo>
                  <a:cubicBezTo>
                    <a:pt x="5572" y="8251"/>
                    <a:pt x="5625" y="8265"/>
                    <a:pt x="5676" y="8265"/>
                  </a:cubicBezTo>
                  <a:cubicBezTo>
                    <a:pt x="5928" y="8265"/>
                    <a:pt x="6139" y="7912"/>
                    <a:pt x="5906" y="7728"/>
                  </a:cubicBezTo>
                  <a:cubicBezTo>
                    <a:pt x="5545" y="7436"/>
                    <a:pt x="5288" y="7087"/>
                    <a:pt x="5032" y="6714"/>
                  </a:cubicBezTo>
                  <a:cubicBezTo>
                    <a:pt x="5323" y="5257"/>
                    <a:pt x="4822" y="3672"/>
                    <a:pt x="4006" y="2483"/>
                  </a:cubicBezTo>
                  <a:cubicBezTo>
                    <a:pt x="3249" y="1388"/>
                    <a:pt x="1827" y="36"/>
                    <a:pt x="417" y="1"/>
                  </a:cubicBezTo>
                  <a:cubicBezTo>
                    <a:pt x="412" y="1"/>
                    <a:pt x="408" y="1"/>
                    <a:pt x="40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069" name="Google Shape;2069;p74"/>
            <p:cNvSpPr/>
            <p:nvPr/>
          </p:nvSpPr>
          <p:spPr>
            <a:xfrm>
              <a:off x="3323850" y="2690325"/>
              <a:ext cx="114725" cy="218850"/>
            </a:xfrm>
            <a:custGeom>
              <a:avLst/>
              <a:gdLst/>
              <a:ahLst/>
              <a:cxnLst/>
              <a:rect l="l" t="t" r="r" b="b"/>
              <a:pathLst>
                <a:path w="4589" h="8754" extrusionOk="0">
                  <a:moveTo>
                    <a:pt x="4338" y="0"/>
                  </a:moveTo>
                  <a:cubicBezTo>
                    <a:pt x="4275" y="0"/>
                    <a:pt x="4212" y="26"/>
                    <a:pt x="4173" y="85"/>
                  </a:cubicBezTo>
                  <a:cubicBezTo>
                    <a:pt x="3392" y="1285"/>
                    <a:pt x="2984" y="2730"/>
                    <a:pt x="2810" y="4141"/>
                  </a:cubicBezTo>
                  <a:cubicBezTo>
                    <a:pt x="2716" y="4933"/>
                    <a:pt x="2705" y="5726"/>
                    <a:pt x="2775" y="6518"/>
                  </a:cubicBezTo>
                  <a:cubicBezTo>
                    <a:pt x="2786" y="6658"/>
                    <a:pt x="2798" y="6809"/>
                    <a:pt x="2810" y="6949"/>
                  </a:cubicBezTo>
                  <a:cubicBezTo>
                    <a:pt x="2449" y="6655"/>
                    <a:pt x="1949" y="6482"/>
                    <a:pt x="1476" y="6482"/>
                  </a:cubicBezTo>
                  <a:cubicBezTo>
                    <a:pt x="865" y="6482"/>
                    <a:pt x="299" y="6772"/>
                    <a:pt x="141" y="7462"/>
                  </a:cubicBezTo>
                  <a:cubicBezTo>
                    <a:pt x="1" y="8126"/>
                    <a:pt x="502" y="8581"/>
                    <a:pt x="1108" y="8697"/>
                  </a:cubicBezTo>
                  <a:cubicBezTo>
                    <a:pt x="1306" y="8735"/>
                    <a:pt x="1510" y="8754"/>
                    <a:pt x="1715" y="8754"/>
                  </a:cubicBezTo>
                  <a:cubicBezTo>
                    <a:pt x="2392" y="8754"/>
                    <a:pt x="3085" y="8554"/>
                    <a:pt x="3649" y="8196"/>
                  </a:cubicBezTo>
                  <a:cubicBezTo>
                    <a:pt x="3824" y="8091"/>
                    <a:pt x="3777" y="7823"/>
                    <a:pt x="3625" y="7753"/>
                  </a:cubicBezTo>
                  <a:cubicBezTo>
                    <a:pt x="3684" y="7252"/>
                    <a:pt x="3486" y="6704"/>
                    <a:pt x="3451" y="6215"/>
                  </a:cubicBezTo>
                  <a:cubicBezTo>
                    <a:pt x="3404" y="5574"/>
                    <a:pt x="3416" y="4933"/>
                    <a:pt x="3474" y="4292"/>
                  </a:cubicBezTo>
                  <a:cubicBezTo>
                    <a:pt x="3602" y="2870"/>
                    <a:pt x="4045" y="1577"/>
                    <a:pt x="4534" y="248"/>
                  </a:cubicBezTo>
                  <a:cubicBezTo>
                    <a:pt x="4589" y="101"/>
                    <a:pt x="4463" y="0"/>
                    <a:pt x="43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070" name="Google Shape;2070;p74"/>
            <p:cNvSpPr/>
            <p:nvPr/>
          </p:nvSpPr>
          <p:spPr>
            <a:xfrm>
              <a:off x="3649100" y="2688075"/>
              <a:ext cx="122025" cy="216350"/>
            </a:xfrm>
            <a:custGeom>
              <a:avLst/>
              <a:gdLst/>
              <a:ahLst/>
              <a:cxnLst/>
              <a:rect l="l" t="t" r="r" b="b"/>
              <a:pathLst>
                <a:path w="4881" h="8654" extrusionOk="0">
                  <a:moveTo>
                    <a:pt x="253" y="0"/>
                  </a:moveTo>
                  <a:cubicBezTo>
                    <a:pt x="126" y="0"/>
                    <a:pt x="0" y="107"/>
                    <a:pt x="55" y="257"/>
                  </a:cubicBezTo>
                  <a:cubicBezTo>
                    <a:pt x="603" y="1562"/>
                    <a:pt x="1093" y="2844"/>
                    <a:pt x="1267" y="4266"/>
                  </a:cubicBezTo>
                  <a:cubicBezTo>
                    <a:pt x="1349" y="4895"/>
                    <a:pt x="1384" y="5547"/>
                    <a:pt x="1361" y="6188"/>
                  </a:cubicBezTo>
                  <a:cubicBezTo>
                    <a:pt x="1337" y="6678"/>
                    <a:pt x="1174" y="7226"/>
                    <a:pt x="1244" y="7715"/>
                  </a:cubicBezTo>
                  <a:cubicBezTo>
                    <a:pt x="1081" y="7797"/>
                    <a:pt x="1046" y="8065"/>
                    <a:pt x="1232" y="8170"/>
                  </a:cubicBezTo>
                  <a:cubicBezTo>
                    <a:pt x="1773" y="8482"/>
                    <a:pt x="2429" y="8654"/>
                    <a:pt x="3069" y="8654"/>
                  </a:cubicBezTo>
                  <a:cubicBezTo>
                    <a:pt x="3313" y="8654"/>
                    <a:pt x="3553" y="8629"/>
                    <a:pt x="3785" y="8578"/>
                  </a:cubicBezTo>
                  <a:cubicBezTo>
                    <a:pt x="4391" y="8438"/>
                    <a:pt x="4880" y="7960"/>
                    <a:pt x="4705" y="7319"/>
                  </a:cubicBezTo>
                  <a:cubicBezTo>
                    <a:pt x="4534" y="6653"/>
                    <a:pt x="3994" y="6374"/>
                    <a:pt x="3407" y="6374"/>
                  </a:cubicBezTo>
                  <a:cubicBezTo>
                    <a:pt x="2916" y="6374"/>
                    <a:pt x="2392" y="6570"/>
                    <a:pt x="2025" y="6899"/>
                  </a:cubicBezTo>
                  <a:cubicBezTo>
                    <a:pt x="2037" y="6748"/>
                    <a:pt x="2037" y="6596"/>
                    <a:pt x="2048" y="6457"/>
                  </a:cubicBezTo>
                  <a:cubicBezTo>
                    <a:pt x="2095" y="5664"/>
                    <a:pt x="2048" y="4872"/>
                    <a:pt x="1920" y="4091"/>
                  </a:cubicBezTo>
                  <a:cubicBezTo>
                    <a:pt x="1699" y="2681"/>
                    <a:pt x="1232" y="1259"/>
                    <a:pt x="417" y="82"/>
                  </a:cubicBezTo>
                  <a:cubicBezTo>
                    <a:pt x="375" y="25"/>
                    <a:pt x="314" y="0"/>
                    <a:pt x="25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071" name="Google Shape;2071;p74"/>
            <p:cNvSpPr/>
            <p:nvPr/>
          </p:nvSpPr>
          <p:spPr>
            <a:xfrm>
              <a:off x="3353000" y="1928700"/>
              <a:ext cx="636925" cy="812825"/>
            </a:xfrm>
            <a:custGeom>
              <a:avLst/>
              <a:gdLst/>
              <a:ahLst/>
              <a:cxnLst/>
              <a:rect l="l" t="t" r="r" b="b"/>
              <a:pathLst>
                <a:path w="25477" h="32513" extrusionOk="0">
                  <a:moveTo>
                    <a:pt x="11050" y="0"/>
                  </a:moveTo>
                  <a:cubicBezTo>
                    <a:pt x="8519" y="0"/>
                    <a:pt x="5898" y="1371"/>
                    <a:pt x="5221" y="3967"/>
                  </a:cubicBezTo>
                  <a:cubicBezTo>
                    <a:pt x="4161" y="8081"/>
                    <a:pt x="0" y="21250"/>
                    <a:pt x="443" y="26692"/>
                  </a:cubicBezTo>
                  <a:cubicBezTo>
                    <a:pt x="898" y="32135"/>
                    <a:pt x="6235" y="32030"/>
                    <a:pt x="10221" y="32403"/>
                  </a:cubicBezTo>
                  <a:cubicBezTo>
                    <a:pt x="10935" y="32472"/>
                    <a:pt x="11637" y="32512"/>
                    <a:pt x="12314" y="32512"/>
                  </a:cubicBezTo>
                  <a:cubicBezTo>
                    <a:pt x="15429" y="32512"/>
                    <a:pt x="18009" y="31649"/>
                    <a:pt x="18717" y="28662"/>
                  </a:cubicBezTo>
                  <a:cubicBezTo>
                    <a:pt x="19579" y="25038"/>
                    <a:pt x="20046" y="17008"/>
                    <a:pt x="21363" y="13185"/>
                  </a:cubicBezTo>
                  <a:cubicBezTo>
                    <a:pt x="22691" y="9374"/>
                    <a:pt x="25476" y="5738"/>
                    <a:pt x="22330" y="4153"/>
                  </a:cubicBezTo>
                  <a:cubicBezTo>
                    <a:pt x="19183" y="2568"/>
                    <a:pt x="15034" y="587"/>
                    <a:pt x="12202" y="98"/>
                  </a:cubicBezTo>
                  <a:cubicBezTo>
                    <a:pt x="11825" y="33"/>
                    <a:pt x="11439" y="0"/>
                    <a:pt x="1105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072" name="Google Shape;2072;p74"/>
            <p:cNvSpPr/>
            <p:nvPr/>
          </p:nvSpPr>
          <p:spPr>
            <a:xfrm>
              <a:off x="3508875" y="1928650"/>
              <a:ext cx="481050" cy="805475"/>
            </a:xfrm>
            <a:custGeom>
              <a:avLst/>
              <a:gdLst/>
              <a:ahLst/>
              <a:cxnLst/>
              <a:rect l="l" t="t" r="r" b="b"/>
              <a:pathLst>
                <a:path w="19242" h="32219" extrusionOk="0">
                  <a:moveTo>
                    <a:pt x="4815" y="1"/>
                  </a:moveTo>
                  <a:cubicBezTo>
                    <a:pt x="3014" y="1"/>
                    <a:pt x="1160" y="704"/>
                    <a:pt x="0" y="2046"/>
                  </a:cubicBezTo>
                  <a:cubicBezTo>
                    <a:pt x="1527" y="2221"/>
                    <a:pt x="3030" y="2570"/>
                    <a:pt x="4371" y="2908"/>
                  </a:cubicBezTo>
                  <a:cubicBezTo>
                    <a:pt x="6702" y="3514"/>
                    <a:pt x="9452" y="4132"/>
                    <a:pt x="11468" y="5472"/>
                  </a:cubicBezTo>
                  <a:cubicBezTo>
                    <a:pt x="13997" y="7162"/>
                    <a:pt x="13356" y="10355"/>
                    <a:pt x="12599" y="12861"/>
                  </a:cubicBezTo>
                  <a:cubicBezTo>
                    <a:pt x="12167" y="14271"/>
                    <a:pt x="11631" y="15646"/>
                    <a:pt x="11270" y="17080"/>
                  </a:cubicBezTo>
                  <a:cubicBezTo>
                    <a:pt x="10746" y="19096"/>
                    <a:pt x="10268" y="21124"/>
                    <a:pt x="9860" y="23152"/>
                  </a:cubicBezTo>
                  <a:cubicBezTo>
                    <a:pt x="9265" y="26147"/>
                    <a:pt x="8869" y="29177"/>
                    <a:pt x="8811" y="32218"/>
                  </a:cubicBezTo>
                  <a:cubicBezTo>
                    <a:pt x="10629" y="31764"/>
                    <a:pt x="11993" y="30715"/>
                    <a:pt x="12482" y="28664"/>
                  </a:cubicBezTo>
                  <a:cubicBezTo>
                    <a:pt x="13344" y="25040"/>
                    <a:pt x="13811" y="17010"/>
                    <a:pt x="15128" y="13187"/>
                  </a:cubicBezTo>
                  <a:cubicBezTo>
                    <a:pt x="16456" y="9376"/>
                    <a:pt x="19241" y="5740"/>
                    <a:pt x="16095" y="4155"/>
                  </a:cubicBezTo>
                  <a:cubicBezTo>
                    <a:pt x="12948" y="2570"/>
                    <a:pt x="8799" y="589"/>
                    <a:pt x="5967" y="100"/>
                  </a:cubicBezTo>
                  <a:cubicBezTo>
                    <a:pt x="5591" y="34"/>
                    <a:pt x="5204" y="1"/>
                    <a:pt x="481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073" name="Google Shape;2073;p74"/>
            <p:cNvSpPr/>
            <p:nvPr/>
          </p:nvSpPr>
          <p:spPr>
            <a:xfrm>
              <a:off x="3521100" y="1977450"/>
              <a:ext cx="309000" cy="123200"/>
            </a:xfrm>
            <a:custGeom>
              <a:avLst/>
              <a:gdLst/>
              <a:ahLst/>
              <a:cxnLst/>
              <a:rect l="l" t="t" r="r" b="b"/>
              <a:pathLst>
                <a:path w="12360" h="4928" extrusionOk="0">
                  <a:moveTo>
                    <a:pt x="71" y="1"/>
                  </a:moveTo>
                  <a:cubicBezTo>
                    <a:pt x="12" y="1"/>
                    <a:pt x="1" y="94"/>
                    <a:pt x="59" y="106"/>
                  </a:cubicBezTo>
                  <a:cubicBezTo>
                    <a:pt x="2203" y="420"/>
                    <a:pt x="4278" y="840"/>
                    <a:pt x="6306" y="1621"/>
                  </a:cubicBezTo>
                  <a:cubicBezTo>
                    <a:pt x="8415" y="2436"/>
                    <a:pt x="10280" y="3602"/>
                    <a:pt x="12121" y="4907"/>
                  </a:cubicBezTo>
                  <a:cubicBezTo>
                    <a:pt x="12141" y="4921"/>
                    <a:pt x="12162" y="4927"/>
                    <a:pt x="12182" y="4927"/>
                  </a:cubicBezTo>
                  <a:cubicBezTo>
                    <a:pt x="12279" y="4927"/>
                    <a:pt x="12359" y="4788"/>
                    <a:pt x="12273" y="4721"/>
                  </a:cubicBezTo>
                  <a:cubicBezTo>
                    <a:pt x="8986" y="1982"/>
                    <a:pt x="4360" y="164"/>
                    <a:pt x="71" y="1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074" name="Google Shape;2074;p74"/>
            <p:cNvSpPr/>
            <p:nvPr/>
          </p:nvSpPr>
          <p:spPr>
            <a:xfrm>
              <a:off x="3721550" y="2134500"/>
              <a:ext cx="120450" cy="570625"/>
            </a:xfrm>
            <a:custGeom>
              <a:avLst/>
              <a:gdLst/>
              <a:ahLst/>
              <a:cxnLst/>
              <a:rect l="l" t="t" r="r" b="b"/>
              <a:pathLst>
                <a:path w="4818" h="22825" extrusionOk="0">
                  <a:moveTo>
                    <a:pt x="4743" y="1"/>
                  </a:moveTo>
                  <a:cubicBezTo>
                    <a:pt x="4724" y="1"/>
                    <a:pt x="4706" y="11"/>
                    <a:pt x="4698" y="35"/>
                  </a:cubicBezTo>
                  <a:cubicBezTo>
                    <a:pt x="3124" y="3566"/>
                    <a:pt x="2064" y="7354"/>
                    <a:pt x="1318" y="11142"/>
                  </a:cubicBezTo>
                  <a:cubicBezTo>
                    <a:pt x="560" y="14894"/>
                    <a:pt x="1" y="18868"/>
                    <a:pt x="129" y="22703"/>
                  </a:cubicBezTo>
                  <a:cubicBezTo>
                    <a:pt x="129" y="22784"/>
                    <a:pt x="187" y="22825"/>
                    <a:pt x="246" y="22825"/>
                  </a:cubicBezTo>
                  <a:cubicBezTo>
                    <a:pt x="304" y="22825"/>
                    <a:pt x="362" y="22784"/>
                    <a:pt x="362" y="22703"/>
                  </a:cubicBezTo>
                  <a:cubicBezTo>
                    <a:pt x="584" y="18775"/>
                    <a:pt x="817" y="14918"/>
                    <a:pt x="1598" y="11048"/>
                  </a:cubicBezTo>
                  <a:cubicBezTo>
                    <a:pt x="2355" y="7296"/>
                    <a:pt x="3521" y="3683"/>
                    <a:pt x="4802" y="82"/>
                  </a:cubicBezTo>
                  <a:cubicBezTo>
                    <a:pt x="4818" y="36"/>
                    <a:pt x="4778" y="1"/>
                    <a:pt x="4743" y="1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075" name="Google Shape;2075;p74"/>
            <p:cNvSpPr/>
            <p:nvPr/>
          </p:nvSpPr>
          <p:spPr>
            <a:xfrm>
              <a:off x="3852400" y="2058675"/>
              <a:ext cx="81700" cy="59775"/>
            </a:xfrm>
            <a:custGeom>
              <a:avLst/>
              <a:gdLst/>
              <a:ahLst/>
              <a:cxnLst/>
              <a:rect l="l" t="t" r="r" b="b"/>
              <a:pathLst>
                <a:path w="3268" h="2391" extrusionOk="0">
                  <a:moveTo>
                    <a:pt x="3148" y="0"/>
                  </a:moveTo>
                  <a:cubicBezTo>
                    <a:pt x="3140" y="0"/>
                    <a:pt x="3132" y="1"/>
                    <a:pt x="3123" y="3"/>
                  </a:cubicBezTo>
                  <a:cubicBezTo>
                    <a:pt x="1923" y="260"/>
                    <a:pt x="746" y="1343"/>
                    <a:pt x="35" y="2287"/>
                  </a:cubicBezTo>
                  <a:cubicBezTo>
                    <a:pt x="0" y="2339"/>
                    <a:pt x="48" y="2391"/>
                    <a:pt x="95" y="2391"/>
                  </a:cubicBezTo>
                  <a:cubicBezTo>
                    <a:pt x="111" y="2391"/>
                    <a:pt x="127" y="2384"/>
                    <a:pt x="140" y="2369"/>
                  </a:cubicBezTo>
                  <a:cubicBezTo>
                    <a:pt x="594" y="1891"/>
                    <a:pt x="1072" y="1437"/>
                    <a:pt x="1620" y="1052"/>
                  </a:cubicBezTo>
                  <a:cubicBezTo>
                    <a:pt x="2121" y="703"/>
                    <a:pt x="2680" y="493"/>
                    <a:pt x="3193" y="166"/>
                  </a:cubicBezTo>
                  <a:cubicBezTo>
                    <a:pt x="3268" y="113"/>
                    <a:pt x="3235" y="0"/>
                    <a:pt x="3148" y="0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076" name="Google Shape;2076;p74"/>
            <p:cNvSpPr/>
            <p:nvPr/>
          </p:nvSpPr>
          <p:spPr>
            <a:xfrm>
              <a:off x="3595700" y="2170900"/>
              <a:ext cx="42375" cy="28125"/>
            </a:xfrm>
            <a:custGeom>
              <a:avLst/>
              <a:gdLst/>
              <a:ahLst/>
              <a:cxnLst/>
              <a:rect l="l" t="t" r="r" b="b"/>
              <a:pathLst>
                <a:path w="1695" h="1125" extrusionOk="0">
                  <a:moveTo>
                    <a:pt x="388" y="1"/>
                  </a:moveTo>
                  <a:cubicBezTo>
                    <a:pt x="379" y="1"/>
                    <a:pt x="370" y="4"/>
                    <a:pt x="362" y="13"/>
                  </a:cubicBezTo>
                  <a:cubicBezTo>
                    <a:pt x="0" y="351"/>
                    <a:pt x="233" y="992"/>
                    <a:pt x="676" y="1108"/>
                  </a:cubicBezTo>
                  <a:cubicBezTo>
                    <a:pt x="717" y="1119"/>
                    <a:pt x="760" y="1124"/>
                    <a:pt x="805" y="1124"/>
                  </a:cubicBezTo>
                  <a:cubicBezTo>
                    <a:pt x="1196" y="1124"/>
                    <a:pt x="1694" y="735"/>
                    <a:pt x="1527" y="327"/>
                  </a:cubicBezTo>
                  <a:cubicBezTo>
                    <a:pt x="1513" y="304"/>
                    <a:pt x="1489" y="294"/>
                    <a:pt x="1465" y="294"/>
                  </a:cubicBezTo>
                  <a:cubicBezTo>
                    <a:pt x="1428" y="294"/>
                    <a:pt x="1389" y="316"/>
                    <a:pt x="1376" y="351"/>
                  </a:cubicBezTo>
                  <a:cubicBezTo>
                    <a:pt x="1329" y="502"/>
                    <a:pt x="1329" y="630"/>
                    <a:pt x="1224" y="759"/>
                  </a:cubicBezTo>
                  <a:cubicBezTo>
                    <a:pt x="1116" y="867"/>
                    <a:pt x="975" y="942"/>
                    <a:pt x="829" y="942"/>
                  </a:cubicBezTo>
                  <a:cubicBezTo>
                    <a:pt x="801" y="942"/>
                    <a:pt x="774" y="939"/>
                    <a:pt x="746" y="933"/>
                  </a:cubicBezTo>
                  <a:cubicBezTo>
                    <a:pt x="362" y="852"/>
                    <a:pt x="280" y="374"/>
                    <a:pt x="420" y="71"/>
                  </a:cubicBezTo>
                  <a:cubicBezTo>
                    <a:pt x="437" y="36"/>
                    <a:pt x="415" y="1"/>
                    <a:pt x="388" y="1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077" name="Google Shape;2077;p74"/>
            <p:cNvSpPr/>
            <p:nvPr/>
          </p:nvSpPr>
          <p:spPr>
            <a:xfrm>
              <a:off x="3529550" y="2111750"/>
              <a:ext cx="44325" cy="75800"/>
            </a:xfrm>
            <a:custGeom>
              <a:avLst/>
              <a:gdLst/>
              <a:ahLst/>
              <a:cxnLst/>
              <a:rect l="l" t="t" r="r" b="b"/>
              <a:pathLst>
                <a:path w="1773" h="3032" extrusionOk="0">
                  <a:moveTo>
                    <a:pt x="1246" y="1"/>
                  </a:moveTo>
                  <a:cubicBezTo>
                    <a:pt x="906" y="1"/>
                    <a:pt x="471" y="566"/>
                    <a:pt x="246" y="1330"/>
                  </a:cubicBezTo>
                  <a:cubicBezTo>
                    <a:pt x="1" y="2157"/>
                    <a:pt x="94" y="2915"/>
                    <a:pt x="444" y="3020"/>
                  </a:cubicBezTo>
                  <a:cubicBezTo>
                    <a:pt x="471" y="3028"/>
                    <a:pt x="500" y="3032"/>
                    <a:pt x="529" y="3032"/>
                  </a:cubicBezTo>
                  <a:cubicBezTo>
                    <a:pt x="877" y="3032"/>
                    <a:pt x="1302" y="2467"/>
                    <a:pt x="1528" y="1703"/>
                  </a:cubicBezTo>
                  <a:cubicBezTo>
                    <a:pt x="1772" y="875"/>
                    <a:pt x="1679" y="118"/>
                    <a:pt x="1329" y="13"/>
                  </a:cubicBezTo>
                  <a:cubicBezTo>
                    <a:pt x="1302" y="5"/>
                    <a:pt x="1275" y="1"/>
                    <a:pt x="124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078" name="Google Shape;2078;p74"/>
            <p:cNvSpPr/>
            <p:nvPr/>
          </p:nvSpPr>
          <p:spPr>
            <a:xfrm>
              <a:off x="3491400" y="2194500"/>
              <a:ext cx="52450" cy="25100"/>
            </a:xfrm>
            <a:custGeom>
              <a:avLst/>
              <a:gdLst/>
              <a:ahLst/>
              <a:cxnLst/>
              <a:rect l="l" t="t" r="r" b="b"/>
              <a:pathLst>
                <a:path w="2098" h="1004" extrusionOk="0">
                  <a:moveTo>
                    <a:pt x="576" y="1"/>
                  </a:moveTo>
                  <a:cubicBezTo>
                    <a:pt x="303" y="1"/>
                    <a:pt x="106" y="75"/>
                    <a:pt x="70" y="211"/>
                  </a:cubicBezTo>
                  <a:cubicBezTo>
                    <a:pt x="0" y="432"/>
                    <a:pt x="385" y="747"/>
                    <a:pt x="921" y="910"/>
                  </a:cubicBezTo>
                  <a:cubicBezTo>
                    <a:pt x="1133" y="973"/>
                    <a:pt x="1337" y="1003"/>
                    <a:pt x="1511" y="1003"/>
                  </a:cubicBezTo>
                  <a:cubicBezTo>
                    <a:pt x="1785" y="1003"/>
                    <a:pt x="1985" y="929"/>
                    <a:pt x="2028" y="794"/>
                  </a:cubicBezTo>
                  <a:cubicBezTo>
                    <a:pt x="2098" y="560"/>
                    <a:pt x="1702" y="257"/>
                    <a:pt x="1166" y="94"/>
                  </a:cubicBezTo>
                  <a:cubicBezTo>
                    <a:pt x="953" y="31"/>
                    <a:pt x="749" y="1"/>
                    <a:pt x="57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079" name="Google Shape;2079;p74"/>
            <p:cNvSpPr/>
            <p:nvPr/>
          </p:nvSpPr>
          <p:spPr>
            <a:xfrm>
              <a:off x="3668250" y="2152550"/>
              <a:ext cx="44000" cy="75800"/>
            </a:xfrm>
            <a:custGeom>
              <a:avLst/>
              <a:gdLst/>
              <a:ahLst/>
              <a:cxnLst/>
              <a:rect l="l" t="t" r="r" b="b"/>
              <a:pathLst>
                <a:path w="1760" h="3032" extrusionOk="0">
                  <a:moveTo>
                    <a:pt x="1234" y="1"/>
                  </a:moveTo>
                  <a:cubicBezTo>
                    <a:pt x="895" y="1"/>
                    <a:pt x="471" y="566"/>
                    <a:pt x="245" y="1329"/>
                  </a:cubicBezTo>
                  <a:cubicBezTo>
                    <a:pt x="0" y="2157"/>
                    <a:pt x="82" y="2914"/>
                    <a:pt x="443" y="3019"/>
                  </a:cubicBezTo>
                  <a:cubicBezTo>
                    <a:pt x="470" y="3027"/>
                    <a:pt x="498" y="3031"/>
                    <a:pt x="526" y="3031"/>
                  </a:cubicBezTo>
                  <a:cubicBezTo>
                    <a:pt x="865" y="3031"/>
                    <a:pt x="1289" y="2466"/>
                    <a:pt x="1515" y="1702"/>
                  </a:cubicBezTo>
                  <a:cubicBezTo>
                    <a:pt x="1760" y="875"/>
                    <a:pt x="1678" y="117"/>
                    <a:pt x="1317" y="13"/>
                  </a:cubicBezTo>
                  <a:cubicBezTo>
                    <a:pt x="1290" y="4"/>
                    <a:pt x="1263" y="1"/>
                    <a:pt x="123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080" name="Google Shape;2080;p74"/>
            <p:cNvSpPr/>
            <p:nvPr/>
          </p:nvSpPr>
          <p:spPr>
            <a:xfrm>
              <a:off x="3661825" y="2244625"/>
              <a:ext cx="52175" cy="25075"/>
            </a:xfrm>
            <a:custGeom>
              <a:avLst/>
              <a:gdLst/>
              <a:ahLst/>
              <a:cxnLst/>
              <a:rect l="l" t="t" r="r" b="b"/>
              <a:pathLst>
                <a:path w="2087" h="1003" extrusionOk="0">
                  <a:moveTo>
                    <a:pt x="576" y="1"/>
                  </a:moveTo>
                  <a:cubicBezTo>
                    <a:pt x="302" y="1"/>
                    <a:pt x="102" y="75"/>
                    <a:pt x="59" y="210"/>
                  </a:cubicBezTo>
                  <a:cubicBezTo>
                    <a:pt x="1" y="443"/>
                    <a:pt x="385" y="746"/>
                    <a:pt x="922" y="910"/>
                  </a:cubicBezTo>
                  <a:cubicBezTo>
                    <a:pt x="1134" y="973"/>
                    <a:pt x="1338" y="1003"/>
                    <a:pt x="1512" y="1003"/>
                  </a:cubicBezTo>
                  <a:cubicBezTo>
                    <a:pt x="1786" y="1003"/>
                    <a:pt x="1986" y="929"/>
                    <a:pt x="2029" y="793"/>
                  </a:cubicBezTo>
                  <a:cubicBezTo>
                    <a:pt x="2087" y="572"/>
                    <a:pt x="1702" y="257"/>
                    <a:pt x="1166" y="94"/>
                  </a:cubicBezTo>
                  <a:cubicBezTo>
                    <a:pt x="954" y="30"/>
                    <a:pt x="750" y="1"/>
                    <a:pt x="57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081" name="Google Shape;2081;p74"/>
            <p:cNvSpPr/>
            <p:nvPr/>
          </p:nvSpPr>
          <p:spPr>
            <a:xfrm>
              <a:off x="3573250" y="1878575"/>
              <a:ext cx="143275" cy="35425"/>
            </a:xfrm>
            <a:custGeom>
              <a:avLst/>
              <a:gdLst/>
              <a:ahLst/>
              <a:cxnLst/>
              <a:rect l="l" t="t" r="r" b="b"/>
              <a:pathLst>
                <a:path w="5731" h="1417" extrusionOk="0">
                  <a:moveTo>
                    <a:pt x="1385" y="1"/>
                  </a:moveTo>
                  <a:cubicBezTo>
                    <a:pt x="935" y="1"/>
                    <a:pt x="490" y="37"/>
                    <a:pt x="59" y="110"/>
                  </a:cubicBezTo>
                  <a:cubicBezTo>
                    <a:pt x="1" y="122"/>
                    <a:pt x="13" y="226"/>
                    <a:pt x="83" y="226"/>
                  </a:cubicBezTo>
                  <a:cubicBezTo>
                    <a:pt x="322" y="211"/>
                    <a:pt x="556" y="204"/>
                    <a:pt x="785" y="204"/>
                  </a:cubicBezTo>
                  <a:cubicBezTo>
                    <a:pt x="2496" y="204"/>
                    <a:pt x="3945" y="622"/>
                    <a:pt x="5548" y="1404"/>
                  </a:cubicBezTo>
                  <a:cubicBezTo>
                    <a:pt x="5565" y="1413"/>
                    <a:pt x="5581" y="1417"/>
                    <a:pt x="5596" y="1417"/>
                  </a:cubicBezTo>
                  <a:cubicBezTo>
                    <a:pt x="5677" y="1417"/>
                    <a:pt x="5730" y="1299"/>
                    <a:pt x="5642" y="1240"/>
                  </a:cubicBezTo>
                  <a:cubicBezTo>
                    <a:pt x="4432" y="407"/>
                    <a:pt x="2884" y="1"/>
                    <a:pt x="1385" y="1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082" name="Google Shape;2082;p74"/>
            <p:cNvSpPr/>
            <p:nvPr/>
          </p:nvSpPr>
          <p:spPr>
            <a:xfrm>
              <a:off x="3345650" y="2179375"/>
              <a:ext cx="64850" cy="192400"/>
            </a:xfrm>
            <a:custGeom>
              <a:avLst/>
              <a:gdLst/>
              <a:ahLst/>
              <a:cxnLst/>
              <a:rect l="l" t="t" r="r" b="b"/>
              <a:pathLst>
                <a:path w="2594" h="7696" extrusionOk="0">
                  <a:moveTo>
                    <a:pt x="2516" y="0"/>
                  </a:moveTo>
                  <a:cubicBezTo>
                    <a:pt x="2495" y="0"/>
                    <a:pt x="2474" y="11"/>
                    <a:pt x="2462" y="35"/>
                  </a:cubicBezTo>
                  <a:cubicBezTo>
                    <a:pt x="1285" y="2401"/>
                    <a:pt x="516" y="4953"/>
                    <a:pt x="15" y="7552"/>
                  </a:cubicBezTo>
                  <a:cubicBezTo>
                    <a:pt x="1" y="7636"/>
                    <a:pt x="76" y="7695"/>
                    <a:pt x="145" y="7695"/>
                  </a:cubicBezTo>
                  <a:cubicBezTo>
                    <a:pt x="191" y="7695"/>
                    <a:pt x="234" y="7670"/>
                    <a:pt x="248" y="7610"/>
                  </a:cubicBezTo>
                  <a:cubicBezTo>
                    <a:pt x="737" y="5000"/>
                    <a:pt x="1565" y="2529"/>
                    <a:pt x="2579" y="82"/>
                  </a:cubicBezTo>
                  <a:cubicBezTo>
                    <a:pt x="2594" y="36"/>
                    <a:pt x="2555" y="0"/>
                    <a:pt x="2516" y="0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grpSp>
        <p:nvGrpSpPr>
          <p:cNvPr id="2083" name="Google Shape;2083;p74"/>
          <p:cNvGrpSpPr/>
          <p:nvPr/>
        </p:nvGrpSpPr>
        <p:grpSpPr>
          <a:xfrm>
            <a:off x="6448135" y="174825"/>
            <a:ext cx="478200" cy="478200"/>
            <a:chOff x="4644063" y="-1164916"/>
            <a:chExt cx="478200" cy="478200"/>
          </a:xfrm>
        </p:grpSpPr>
        <p:sp>
          <p:nvSpPr>
            <p:cNvPr id="2084" name="Google Shape;2084;p74"/>
            <p:cNvSpPr/>
            <p:nvPr/>
          </p:nvSpPr>
          <p:spPr>
            <a:xfrm>
              <a:off x="4644063" y="-1164916"/>
              <a:ext cx="478200" cy="4782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085" name="Google Shape;2085;p74"/>
            <p:cNvSpPr/>
            <p:nvPr/>
          </p:nvSpPr>
          <p:spPr>
            <a:xfrm>
              <a:off x="4903506" y="-1158675"/>
              <a:ext cx="205919" cy="321289"/>
            </a:xfrm>
            <a:custGeom>
              <a:avLst/>
              <a:gdLst/>
              <a:ahLst/>
              <a:cxnLst/>
              <a:rect l="l" t="t" r="r" b="b"/>
              <a:pathLst>
                <a:path w="6479" h="10109" extrusionOk="0">
                  <a:moveTo>
                    <a:pt x="942" y="0"/>
                  </a:moveTo>
                  <a:cubicBezTo>
                    <a:pt x="892" y="0"/>
                    <a:pt x="840" y="5"/>
                    <a:pt x="787" y="11"/>
                  </a:cubicBezTo>
                  <a:cubicBezTo>
                    <a:pt x="144" y="1654"/>
                    <a:pt x="1" y="3321"/>
                    <a:pt x="548" y="5036"/>
                  </a:cubicBezTo>
                  <a:cubicBezTo>
                    <a:pt x="1477" y="7822"/>
                    <a:pt x="3406" y="9465"/>
                    <a:pt x="6264" y="10108"/>
                  </a:cubicBezTo>
                  <a:cubicBezTo>
                    <a:pt x="6454" y="9965"/>
                    <a:pt x="6478" y="9775"/>
                    <a:pt x="6431" y="9560"/>
                  </a:cubicBezTo>
                  <a:cubicBezTo>
                    <a:pt x="5216" y="9299"/>
                    <a:pt x="4097" y="8822"/>
                    <a:pt x="3144" y="8013"/>
                  </a:cubicBezTo>
                  <a:cubicBezTo>
                    <a:pt x="1239" y="6369"/>
                    <a:pt x="48" y="3488"/>
                    <a:pt x="1334" y="201"/>
                  </a:cubicBezTo>
                  <a:cubicBezTo>
                    <a:pt x="1227" y="41"/>
                    <a:pt x="1093" y="0"/>
                    <a:pt x="94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086" name="Google Shape;2086;p74"/>
            <p:cNvSpPr/>
            <p:nvPr/>
          </p:nvSpPr>
          <p:spPr>
            <a:xfrm>
              <a:off x="4656779" y="-1013016"/>
              <a:ext cx="231631" cy="318143"/>
            </a:xfrm>
            <a:custGeom>
              <a:avLst/>
              <a:gdLst/>
              <a:ahLst/>
              <a:cxnLst/>
              <a:rect l="l" t="t" r="r" b="b"/>
              <a:pathLst>
                <a:path w="7288" h="10010" extrusionOk="0">
                  <a:moveTo>
                    <a:pt x="215" y="0"/>
                  </a:moveTo>
                  <a:cubicBezTo>
                    <a:pt x="48" y="143"/>
                    <a:pt x="0" y="334"/>
                    <a:pt x="24" y="524"/>
                  </a:cubicBezTo>
                  <a:cubicBezTo>
                    <a:pt x="453" y="667"/>
                    <a:pt x="881" y="762"/>
                    <a:pt x="1310" y="929"/>
                  </a:cubicBezTo>
                  <a:cubicBezTo>
                    <a:pt x="4430" y="2167"/>
                    <a:pt x="6525" y="5978"/>
                    <a:pt x="4930" y="9812"/>
                  </a:cubicBezTo>
                  <a:cubicBezTo>
                    <a:pt x="5025" y="9964"/>
                    <a:pt x="5166" y="10010"/>
                    <a:pt x="5341" y="10010"/>
                  </a:cubicBezTo>
                  <a:cubicBezTo>
                    <a:pt x="5384" y="10010"/>
                    <a:pt x="5430" y="10007"/>
                    <a:pt x="5478" y="10002"/>
                  </a:cubicBezTo>
                  <a:cubicBezTo>
                    <a:pt x="7287" y="5454"/>
                    <a:pt x="4477" y="858"/>
                    <a:pt x="21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grpSp>
        <p:nvGrpSpPr>
          <p:cNvPr id="2087" name="Google Shape;2087;p74"/>
          <p:cNvGrpSpPr/>
          <p:nvPr/>
        </p:nvGrpSpPr>
        <p:grpSpPr>
          <a:xfrm>
            <a:off x="5076056" y="194368"/>
            <a:ext cx="1038175" cy="1227921"/>
            <a:chOff x="7669736" y="1514548"/>
            <a:chExt cx="1132761" cy="1339794"/>
          </a:xfrm>
        </p:grpSpPr>
        <p:grpSp>
          <p:nvGrpSpPr>
            <p:cNvPr id="2088" name="Google Shape;2088;p74"/>
            <p:cNvGrpSpPr/>
            <p:nvPr/>
          </p:nvGrpSpPr>
          <p:grpSpPr>
            <a:xfrm>
              <a:off x="7669736" y="1514548"/>
              <a:ext cx="1132761" cy="1339794"/>
              <a:chOff x="8012594" y="2654153"/>
              <a:chExt cx="832606" cy="984781"/>
            </a:xfrm>
          </p:grpSpPr>
          <p:grpSp>
            <p:nvGrpSpPr>
              <p:cNvPr id="2089" name="Google Shape;2089;p74"/>
              <p:cNvGrpSpPr/>
              <p:nvPr/>
            </p:nvGrpSpPr>
            <p:grpSpPr>
              <a:xfrm>
                <a:off x="8012594" y="2654153"/>
                <a:ext cx="832606" cy="984781"/>
                <a:chOff x="7819807" y="1793466"/>
                <a:chExt cx="832606" cy="984781"/>
              </a:xfrm>
            </p:grpSpPr>
            <p:sp>
              <p:nvSpPr>
                <p:cNvPr id="2090" name="Google Shape;2090;p74"/>
                <p:cNvSpPr/>
                <p:nvPr/>
              </p:nvSpPr>
              <p:spPr>
                <a:xfrm>
                  <a:off x="7819807" y="1793466"/>
                  <a:ext cx="832606" cy="98478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6197" h="30985" extrusionOk="0">
                      <a:moveTo>
                        <a:pt x="8431" y="8266"/>
                      </a:moveTo>
                      <a:cubicBezTo>
                        <a:pt x="8550" y="8314"/>
                        <a:pt x="8765" y="8385"/>
                        <a:pt x="8979" y="8457"/>
                      </a:cubicBezTo>
                      <a:cubicBezTo>
                        <a:pt x="12884" y="9885"/>
                        <a:pt x="16814" y="11338"/>
                        <a:pt x="20743" y="12767"/>
                      </a:cubicBezTo>
                      <a:cubicBezTo>
                        <a:pt x="20815" y="12815"/>
                        <a:pt x="20886" y="12815"/>
                        <a:pt x="20934" y="12862"/>
                      </a:cubicBezTo>
                      <a:cubicBezTo>
                        <a:pt x="21196" y="13005"/>
                        <a:pt x="21601" y="13077"/>
                        <a:pt x="21410" y="13481"/>
                      </a:cubicBezTo>
                      <a:cubicBezTo>
                        <a:pt x="21335" y="13654"/>
                        <a:pt x="21220" y="13709"/>
                        <a:pt x="21093" y="13709"/>
                      </a:cubicBezTo>
                      <a:cubicBezTo>
                        <a:pt x="20939" y="13709"/>
                        <a:pt x="20767" y="13629"/>
                        <a:pt x="20624" y="13577"/>
                      </a:cubicBezTo>
                      <a:cubicBezTo>
                        <a:pt x="17123" y="12291"/>
                        <a:pt x="13623" y="10981"/>
                        <a:pt x="10146" y="9695"/>
                      </a:cubicBezTo>
                      <a:cubicBezTo>
                        <a:pt x="9479" y="9457"/>
                        <a:pt x="8812" y="9195"/>
                        <a:pt x="8145" y="8933"/>
                      </a:cubicBezTo>
                      <a:cubicBezTo>
                        <a:pt x="7979" y="8861"/>
                        <a:pt x="7860" y="8695"/>
                        <a:pt x="7955" y="8480"/>
                      </a:cubicBezTo>
                      <a:cubicBezTo>
                        <a:pt x="8026" y="8337"/>
                        <a:pt x="8169" y="8266"/>
                        <a:pt x="8431" y="8266"/>
                      </a:cubicBezTo>
                      <a:close/>
                      <a:moveTo>
                        <a:pt x="6883" y="12529"/>
                      </a:moveTo>
                      <a:cubicBezTo>
                        <a:pt x="7026" y="12576"/>
                        <a:pt x="7217" y="12648"/>
                        <a:pt x="7431" y="12719"/>
                      </a:cubicBezTo>
                      <a:cubicBezTo>
                        <a:pt x="11313" y="14148"/>
                        <a:pt x="15194" y="15577"/>
                        <a:pt x="19076" y="17006"/>
                      </a:cubicBezTo>
                      <a:cubicBezTo>
                        <a:pt x="19433" y="17149"/>
                        <a:pt x="20053" y="17173"/>
                        <a:pt x="19814" y="17744"/>
                      </a:cubicBezTo>
                      <a:cubicBezTo>
                        <a:pt x="19742" y="17916"/>
                        <a:pt x="19629" y="17974"/>
                        <a:pt x="19499" y="17974"/>
                      </a:cubicBezTo>
                      <a:cubicBezTo>
                        <a:pt x="19286" y="17974"/>
                        <a:pt x="19030" y="17818"/>
                        <a:pt x="18838" y="17744"/>
                      </a:cubicBezTo>
                      <a:cubicBezTo>
                        <a:pt x="14956" y="16315"/>
                        <a:pt x="11051" y="14886"/>
                        <a:pt x="7169" y="13434"/>
                      </a:cubicBezTo>
                      <a:cubicBezTo>
                        <a:pt x="6978" y="13362"/>
                        <a:pt x="6764" y="13267"/>
                        <a:pt x="6574" y="13172"/>
                      </a:cubicBezTo>
                      <a:cubicBezTo>
                        <a:pt x="6431" y="13100"/>
                        <a:pt x="6336" y="12957"/>
                        <a:pt x="6383" y="12815"/>
                      </a:cubicBezTo>
                      <a:cubicBezTo>
                        <a:pt x="6431" y="12600"/>
                        <a:pt x="6597" y="12529"/>
                        <a:pt x="6883" y="12529"/>
                      </a:cubicBezTo>
                      <a:close/>
                      <a:moveTo>
                        <a:pt x="5169" y="16982"/>
                      </a:moveTo>
                      <a:cubicBezTo>
                        <a:pt x="5359" y="17030"/>
                        <a:pt x="5621" y="17125"/>
                        <a:pt x="5859" y="17220"/>
                      </a:cubicBezTo>
                      <a:cubicBezTo>
                        <a:pt x="9670" y="18625"/>
                        <a:pt x="13480" y="20007"/>
                        <a:pt x="17314" y="21435"/>
                      </a:cubicBezTo>
                      <a:cubicBezTo>
                        <a:pt x="17576" y="21531"/>
                        <a:pt x="17862" y="21626"/>
                        <a:pt x="18124" y="21793"/>
                      </a:cubicBezTo>
                      <a:cubicBezTo>
                        <a:pt x="18243" y="21864"/>
                        <a:pt x="18267" y="22031"/>
                        <a:pt x="18219" y="22197"/>
                      </a:cubicBezTo>
                      <a:cubicBezTo>
                        <a:pt x="18156" y="22343"/>
                        <a:pt x="18057" y="22416"/>
                        <a:pt x="17922" y="22416"/>
                      </a:cubicBezTo>
                      <a:cubicBezTo>
                        <a:pt x="17903" y="22416"/>
                        <a:pt x="17883" y="22415"/>
                        <a:pt x="17862" y="22412"/>
                      </a:cubicBezTo>
                      <a:cubicBezTo>
                        <a:pt x="17695" y="22388"/>
                        <a:pt x="17504" y="22317"/>
                        <a:pt x="17338" y="22245"/>
                      </a:cubicBezTo>
                      <a:cubicBezTo>
                        <a:pt x="13385" y="20816"/>
                        <a:pt x="9431" y="19364"/>
                        <a:pt x="5478" y="17887"/>
                      </a:cubicBezTo>
                      <a:cubicBezTo>
                        <a:pt x="5264" y="17816"/>
                        <a:pt x="5050" y="17744"/>
                        <a:pt x="4883" y="17601"/>
                      </a:cubicBezTo>
                      <a:cubicBezTo>
                        <a:pt x="4740" y="17530"/>
                        <a:pt x="4716" y="17363"/>
                        <a:pt x="4764" y="17196"/>
                      </a:cubicBezTo>
                      <a:cubicBezTo>
                        <a:pt x="4811" y="17030"/>
                        <a:pt x="4978" y="17006"/>
                        <a:pt x="5169" y="16982"/>
                      </a:cubicBezTo>
                      <a:close/>
                      <a:moveTo>
                        <a:pt x="3597" y="21459"/>
                      </a:moveTo>
                      <a:cubicBezTo>
                        <a:pt x="3764" y="21507"/>
                        <a:pt x="3978" y="21578"/>
                        <a:pt x="4168" y="21674"/>
                      </a:cubicBezTo>
                      <a:cubicBezTo>
                        <a:pt x="8026" y="23079"/>
                        <a:pt x="11884" y="24507"/>
                        <a:pt x="15742" y="25936"/>
                      </a:cubicBezTo>
                      <a:cubicBezTo>
                        <a:pt x="16076" y="26055"/>
                        <a:pt x="16742" y="26079"/>
                        <a:pt x="16576" y="26603"/>
                      </a:cubicBezTo>
                      <a:cubicBezTo>
                        <a:pt x="16485" y="26857"/>
                        <a:pt x="16350" y="26941"/>
                        <a:pt x="16198" y="26941"/>
                      </a:cubicBezTo>
                      <a:cubicBezTo>
                        <a:pt x="15949" y="26941"/>
                        <a:pt x="15654" y="26716"/>
                        <a:pt x="15433" y="26627"/>
                      </a:cubicBezTo>
                      <a:cubicBezTo>
                        <a:pt x="11599" y="25246"/>
                        <a:pt x="7788" y="23817"/>
                        <a:pt x="3978" y="22412"/>
                      </a:cubicBezTo>
                      <a:cubicBezTo>
                        <a:pt x="3764" y="22340"/>
                        <a:pt x="3549" y="22269"/>
                        <a:pt x="3359" y="22174"/>
                      </a:cubicBezTo>
                      <a:cubicBezTo>
                        <a:pt x="3144" y="22078"/>
                        <a:pt x="3073" y="21912"/>
                        <a:pt x="3121" y="21721"/>
                      </a:cubicBezTo>
                      <a:cubicBezTo>
                        <a:pt x="3144" y="21483"/>
                        <a:pt x="3335" y="21459"/>
                        <a:pt x="3597" y="21459"/>
                      </a:cubicBezTo>
                      <a:close/>
                      <a:moveTo>
                        <a:pt x="9308" y="1"/>
                      </a:moveTo>
                      <a:cubicBezTo>
                        <a:pt x="9086" y="1"/>
                        <a:pt x="8937" y="144"/>
                        <a:pt x="8836" y="431"/>
                      </a:cubicBezTo>
                      <a:cubicBezTo>
                        <a:pt x="8788" y="598"/>
                        <a:pt x="8693" y="765"/>
                        <a:pt x="8622" y="931"/>
                      </a:cubicBezTo>
                      <a:cubicBezTo>
                        <a:pt x="7764" y="3313"/>
                        <a:pt x="6907" y="5694"/>
                        <a:pt x="6050" y="8076"/>
                      </a:cubicBezTo>
                      <a:cubicBezTo>
                        <a:pt x="4573" y="12100"/>
                        <a:pt x="3073" y="16101"/>
                        <a:pt x="1596" y="20126"/>
                      </a:cubicBezTo>
                      <a:cubicBezTo>
                        <a:pt x="1406" y="20602"/>
                        <a:pt x="1192" y="21078"/>
                        <a:pt x="1001" y="21578"/>
                      </a:cubicBezTo>
                      <a:cubicBezTo>
                        <a:pt x="811" y="22269"/>
                        <a:pt x="620" y="22960"/>
                        <a:pt x="263" y="23602"/>
                      </a:cubicBezTo>
                      <a:cubicBezTo>
                        <a:pt x="1" y="24627"/>
                        <a:pt x="1" y="24627"/>
                        <a:pt x="1001" y="24984"/>
                      </a:cubicBezTo>
                      <a:cubicBezTo>
                        <a:pt x="3716" y="26008"/>
                        <a:pt x="6455" y="26984"/>
                        <a:pt x="9169" y="28032"/>
                      </a:cubicBezTo>
                      <a:cubicBezTo>
                        <a:pt x="11741" y="28985"/>
                        <a:pt x="14385" y="29794"/>
                        <a:pt x="16862" y="30985"/>
                      </a:cubicBezTo>
                      <a:cubicBezTo>
                        <a:pt x="17171" y="30794"/>
                        <a:pt x="17243" y="30485"/>
                        <a:pt x="17385" y="30175"/>
                      </a:cubicBezTo>
                      <a:cubicBezTo>
                        <a:pt x="17766" y="29318"/>
                        <a:pt x="17933" y="28365"/>
                        <a:pt x="18409" y="27556"/>
                      </a:cubicBezTo>
                      <a:cubicBezTo>
                        <a:pt x="18838" y="26032"/>
                        <a:pt x="19433" y="24555"/>
                        <a:pt x="20029" y="23102"/>
                      </a:cubicBezTo>
                      <a:cubicBezTo>
                        <a:pt x="20196" y="22555"/>
                        <a:pt x="20338" y="22007"/>
                        <a:pt x="20624" y="21507"/>
                      </a:cubicBezTo>
                      <a:cubicBezTo>
                        <a:pt x="21315" y="19221"/>
                        <a:pt x="22244" y="17006"/>
                        <a:pt x="23053" y="14767"/>
                      </a:cubicBezTo>
                      <a:cubicBezTo>
                        <a:pt x="23982" y="12195"/>
                        <a:pt x="24935" y="9647"/>
                        <a:pt x="25863" y="7075"/>
                      </a:cubicBezTo>
                      <a:cubicBezTo>
                        <a:pt x="26197" y="6218"/>
                        <a:pt x="26173" y="6218"/>
                        <a:pt x="25339" y="5885"/>
                      </a:cubicBezTo>
                      <a:cubicBezTo>
                        <a:pt x="24768" y="5670"/>
                        <a:pt x="24220" y="5480"/>
                        <a:pt x="23649" y="5265"/>
                      </a:cubicBezTo>
                      <a:cubicBezTo>
                        <a:pt x="23512" y="5224"/>
                        <a:pt x="23367" y="5152"/>
                        <a:pt x="23232" y="5152"/>
                      </a:cubicBezTo>
                      <a:cubicBezTo>
                        <a:pt x="23133" y="5152"/>
                        <a:pt x="23039" y="5192"/>
                        <a:pt x="22958" y="5313"/>
                      </a:cubicBezTo>
                      <a:cubicBezTo>
                        <a:pt x="22791" y="5527"/>
                        <a:pt x="22672" y="5766"/>
                        <a:pt x="22791" y="6051"/>
                      </a:cubicBezTo>
                      <a:cubicBezTo>
                        <a:pt x="22887" y="6266"/>
                        <a:pt x="23006" y="6456"/>
                        <a:pt x="23077" y="6670"/>
                      </a:cubicBezTo>
                      <a:cubicBezTo>
                        <a:pt x="23244" y="7290"/>
                        <a:pt x="22934" y="7861"/>
                        <a:pt x="22339" y="8123"/>
                      </a:cubicBezTo>
                      <a:cubicBezTo>
                        <a:pt x="22155" y="8208"/>
                        <a:pt x="21970" y="8249"/>
                        <a:pt x="21790" y="8249"/>
                      </a:cubicBezTo>
                      <a:cubicBezTo>
                        <a:pt x="21362" y="8249"/>
                        <a:pt x="20964" y="8018"/>
                        <a:pt x="20696" y="7599"/>
                      </a:cubicBezTo>
                      <a:cubicBezTo>
                        <a:pt x="20362" y="7052"/>
                        <a:pt x="20457" y="6409"/>
                        <a:pt x="20981" y="5980"/>
                      </a:cubicBezTo>
                      <a:cubicBezTo>
                        <a:pt x="21196" y="5813"/>
                        <a:pt x="21458" y="5766"/>
                        <a:pt x="21672" y="5599"/>
                      </a:cubicBezTo>
                      <a:cubicBezTo>
                        <a:pt x="22220" y="5194"/>
                        <a:pt x="22125" y="4718"/>
                        <a:pt x="21482" y="4456"/>
                      </a:cubicBezTo>
                      <a:cubicBezTo>
                        <a:pt x="20481" y="4075"/>
                        <a:pt x="19457" y="3694"/>
                        <a:pt x="18457" y="3313"/>
                      </a:cubicBezTo>
                      <a:cubicBezTo>
                        <a:pt x="18329" y="3279"/>
                        <a:pt x="18213" y="3251"/>
                        <a:pt x="18111" y="3251"/>
                      </a:cubicBezTo>
                      <a:cubicBezTo>
                        <a:pt x="17927" y="3251"/>
                        <a:pt x="17787" y="3340"/>
                        <a:pt x="17695" y="3646"/>
                      </a:cubicBezTo>
                      <a:cubicBezTo>
                        <a:pt x="17600" y="3979"/>
                        <a:pt x="17719" y="4218"/>
                        <a:pt x="17814" y="4480"/>
                      </a:cubicBezTo>
                      <a:cubicBezTo>
                        <a:pt x="18171" y="5361"/>
                        <a:pt x="18028" y="5694"/>
                        <a:pt x="17076" y="6218"/>
                      </a:cubicBezTo>
                      <a:cubicBezTo>
                        <a:pt x="16914" y="6237"/>
                        <a:pt x="16766" y="6247"/>
                        <a:pt x="16633" y="6247"/>
                      </a:cubicBezTo>
                      <a:cubicBezTo>
                        <a:pt x="15943" y="6247"/>
                        <a:pt x="15616" y="5983"/>
                        <a:pt x="15456" y="5385"/>
                      </a:cubicBezTo>
                      <a:cubicBezTo>
                        <a:pt x="15266" y="4670"/>
                        <a:pt x="15599" y="4146"/>
                        <a:pt x="16433" y="3789"/>
                      </a:cubicBezTo>
                      <a:cubicBezTo>
                        <a:pt x="16576" y="3741"/>
                        <a:pt x="16719" y="3694"/>
                        <a:pt x="16838" y="3646"/>
                      </a:cubicBezTo>
                      <a:cubicBezTo>
                        <a:pt x="16814" y="3336"/>
                        <a:pt x="16981" y="3003"/>
                        <a:pt x="16862" y="2693"/>
                      </a:cubicBezTo>
                      <a:cubicBezTo>
                        <a:pt x="15790" y="2479"/>
                        <a:pt x="14837" y="1979"/>
                        <a:pt x="13813" y="1646"/>
                      </a:cubicBezTo>
                      <a:cubicBezTo>
                        <a:pt x="13645" y="1604"/>
                        <a:pt x="13476" y="1512"/>
                        <a:pt x="13318" y="1512"/>
                      </a:cubicBezTo>
                      <a:cubicBezTo>
                        <a:pt x="13207" y="1512"/>
                        <a:pt x="13101" y="1556"/>
                        <a:pt x="13004" y="1693"/>
                      </a:cubicBezTo>
                      <a:cubicBezTo>
                        <a:pt x="12837" y="1955"/>
                        <a:pt x="12765" y="2217"/>
                        <a:pt x="12956" y="2527"/>
                      </a:cubicBezTo>
                      <a:cubicBezTo>
                        <a:pt x="13123" y="2813"/>
                        <a:pt x="13242" y="3122"/>
                        <a:pt x="13194" y="3479"/>
                      </a:cubicBezTo>
                      <a:cubicBezTo>
                        <a:pt x="13099" y="4027"/>
                        <a:pt x="12623" y="4480"/>
                        <a:pt x="12051" y="4551"/>
                      </a:cubicBezTo>
                      <a:cubicBezTo>
                        <a:pt x="11982" y="4563"/>
                        <a:pt x="11913" y="4568"/>
                        <a:pt x="11845" y="4568"/>
                      </a:cubicBezTo>
                      <a:cubicBezTo>
                        <a:pt x="11351" y="4568"/>
                        <a:pt x="10903" y="4273"/>
                        <a:pt x="10694" y="3813"/>
                      </a:cubicBezTo>
                      <a:cubicBezTo>
                        <a:pt x="10455" y="3289"/>
                        <a:pt x="10598" y="2693"/>
                        <a:pt x="11051" y="2312"/>
                      </a:cubicBezTo>
                      <a:cubicBezTo>
                        <a:pt x="11075" y="2289"/>
                        <a:pt x="11098" y="2265"/>
                        <a:pt x="11122" y="2241"/>
                      </a:cubicBezTo>
                      <a:cubicBezTo>
                        <a:pt x="12456" y="1241"/>
                        <a:pt x="12456" y="1241"/>
                        <a:pt x="10956" y="550"/>
                      </a:cubicBezTo>
                      <a:cubicBezTo>
                        <a:pt x="10908" y="526"/>
                        <a:pt x="10860" y="455"/>
                        <a:pt x="10789" y="407"/>
                      </a:cubicBezTo>
                      <a:cubicBezTo>
                        <a:pt x="10767" y="409"/>
                        <a:pt x="10745" y="409"/>
                        <a:pt x="10723" y="409"/>
                      </a:cubicBezTo>
                      <a:cubicBezTo>
                        <a:pt x="10323" y="409"/>
                        <a:pt x="9983" y="209"/>
                        <a:pt x="9622" y="74"/>
                      </a:cubicBezTo>
                      <a:cubicBezTo>
                        <a:pt x="9504" y="25"/>
                        <a:pt x="9400" y="1"/>
                        <a:pt x="9308" y="1"/>
                      </a:cubicBez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</a:p>
              </p:txBody>
            </p:sp>
            <p:sp>
              <p:nvSpPr>
                <p:cNvPr id="2091" name="Google Shape;2091;p74"/>
                <p:cNvSpPr/>
                <p:nvPr/>
              </p:nvSpPr>
              <p:spPr>
                <a:xfrm>
                  <a:off x="7917442" y="2475486"/>
                  <a:ext cx="434499" cy="17426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671" h="5483" extrusionOk="0">
                      <a:moveTo>
                        <a:pt x="525" y="0"/>
                      </a:moveTo>
                      <a:cubicBezTo>
                        <a:pt x="263" y="0"/>
                        <a:pt x="72" y="24"/>
                        <a:pt x="49" y="262"/>
                      </a:cubicBezTo>
                      <a:cubicBezTo>
                        <a:pt x="1" y="453"/>
                        <a:pt x="72" y="619"/>
                        <a:pt x="287" y="715"/>
                      </a:cubicBezTo>
                      <a:cubicBezTo>
                        <a:pt x="477" y="810"/>
                        <a:pt x="692" y="881"/>
                        <a:pt x="906" y="953"/>
                      </a:cubicBezTo>
                      <a:cubicBezTo>
                        <a:pt x="4716" y="2382"/>
                        <a:pt x="8527" y="3787"/>
                        <a:pt x="12361" y="5168"/>
                      </a:cubicBezTo>
                      <a:cubicBezTo>
                        <a:pt x="12582" y="5257"/>
                        <a:pt x="12877" y="5482"/>
                        <a:pt x="13126" y="5482"/>
                      </a:cubicBezTo>
                      <a:cubicBezTo>
                        <a:pt x="13278" y="5482"/>
                        <a:pt x="13413" y="5398"/>
                        <a:pt x="13504" y="5144"/>
                      </a:cubicBezTo>
                      <a:cubicBezTo>
                        <a:pt x="13670" y="4620"/>
                        <a:pt x="13004" y="4596"/>
                        <a:pt x="12670" y="4477"/>
                      </a:cubicBezTo>
                      <a:cubicBezTo>
                        <a:pt x="8812" y="3048"/>
                        <a:pt x="4954" y="1620"/>
                        <a:pt x="1096" y="215"/>
                      </a:cubicBezTo>
                      <a:cubicBezTo>
                        <a:pt x="906" y="119"/>
                        <a:pt x="692" y="48"/>
                        <a:pt x="525" y="0"/>
                      </a:cubicBez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</a:p>
              </p:txBody>
            </p:sp>
            <p:sp>
              <p:nvSpPr>
                <p:cNvPr id="2092" name="Google Shape;2092;p74"/>
                <p:cNvSpPr/>
                <p:nvPr/>
              </p:nvSpPr>
              <p:spPr>
                <a:xfrm>
                  <a:off x="8021149" y="2191637"/>
                  <a:ext cx="435992" cy="17311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718" h="5447" extrusionOk="0">
                      <a:moveTo>
                        <a:pt x="548" y="1"/>
                      </a:moveTo>
                      <a:cubicBezTo>
                        <a:pt x="262" y="1"/>
                        <a:pt x="96" y="72"/>
                        <a:pt x="48" y="287"/>
                      </a:cubicBezTo>
                      <a:cubicBezTo>
                        <a:pt x="1" y="429"/>
                        <a:pt x="96" y="572"/>
                        <a:pt x="239" y="644"/>
                      </a:cubicBezTo>
                      <a:cubicBezTo>
                        <a:pt x="429" y="739"/>
                        <a:pt x="643" y="834"/>
                        <a:pt x="834" y="906"/>
                      </a:cubicBezTo>
                      <a:cubicBezTo>
                        <a:pt x="4716" y="2358"/>
                        <a:pt x="8621" y="3787"/>
                        <a:pt x="12503" y="5216"/>
                      </a:cubicBezTo>
                      <a:cubicBezTo>
                        <a:pt x="12695" y="5290"/>
                        <a:pt x="12951" y="5446"/>
                        <a:pt x="13164" y="5446"/>
                      </a:cubicBezTo>
                      <a:cubicBezTo>
                        <a:pt x="13294" y="5446"/>
                        <a:pt x="13407" y="5388"/>
                        <a:pt x="13479" y="5216"/>
                      </a:cubicBezTo>
                      <a:cubicBezTo>
                        <a:pt x="13718" y="4645"/>
                        <a:pt x="13098" y="4621"/>
                        <a:pt x="12741" y="4478"/>
                      </a:cubicBezTo>
                      <a:cubicBezTo>
                        <a:pt x="8859" y="3049"/>
                        <a:pt x="4978" y="1620"/>
                        <a:pt x="1096" y="191"/>
                      </a:cubicBezTo>
                      <a:cubicBezTo>
                        <a:pt x="882" y="120"/>
                        <a:pt x="691" y="48"/>
                        <a:pt x="548" y="1"/>
                      </a:cubicBez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</a:p>
              </p:txBody>
            </p:sp>
            <p:sp>
              <p:nvSpPr>
                <p:cNvPr id="2093" name="Google Shape;2093;p74"/>
                <p:cNvSpPr/>
                <p:nvPr/>
              </p:nvSpPr>
              <p:spPr>
                <a:xfrm>
                  <a:off x="7969693" y="2333196"/>
                  <a:ext cx="430685" cy="17273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551" h="5435" extrusionOk="0">
                      <a:moveTo>
                        <a:pt x="453" y="0"/>
                      </a:moveTo>
                      <a:cubicBezTo>
                        <a:pt x="262" y="24"/>
                        <a:pt x="95" y="48"/>
                        <a:pt x="48" y="214"/>
                      </a:cubicBezTo>
                      <a:cubicBezTo>
                        <a:pt x="0" y="381"/>
                        <a:pt x="24" y="548"/>
                        <a:pt x="167" y="619"/>
                      </a:cubicBezTo>
                      <a:cubicBezTo>
                        <a:pt x="334" y="762"/>
                        <a:pt x="548" y="834"/>
                        <a:pt x="762" y="905"/>
                      </a:cubicBezTo>
                      <a:cubicBezTo>
                        <a:pt x="4715" y="2382"/>
                        <a:pt x="8669" y="3834"/>
                        <a:pt x="12622" y="5263"/>
                      </a:cubicBezTo>
                      <a:cubicBezTo>
                        <a:pt x="12788" y="5335"/>
                        <a:pt x="12979" y="5406"/>
                        <a:pt x="13146" y="5430"/>
                      </a:cubicBezTo>
                      <a:cubicBezTo>
                        <a:pt x="13167" y="5433"/>
                        <a:pt x="13187" y="5434"/>
                        <a:pt x="13206" y="5434"/>
                      </a:cubicBezTo>
                      <a:cubicBezTo>
                        <a:pt x="13341" y="5434"/>
                        <a:pt x="13440" y="5361"/>
                        <a:pt x="13503" y="5215"/>
                      </a:cubicBezTo>
                      <a:cubicBezTo>
                        <a:pt x="13551" y="5049"/>
                        <a:pt x="13527" y="4882"/>
                        <a:pt x="13408" y="4811"/>
                      </a:cubicBezTo>
                      <a:cubicBezTo>
                        <a:pt x="13146" y="4644"/>
                        <a:pt x="12860" y="4549"/>
                        <a:pt x="12598" y="4453"/>
                      </a:cubicBezTo>
                      <a:cubicBezTo>
                        <a:pt x="8764" y="3025"/>
                        <a:pt x="4954" y="1643"/>
                        <a:pt x="1143" y="238"/>
                      </a:cubicBezTo>
                      <a:cubicBezTo>
                        <a:pt x="905" y="143"/>
                        <a:pt x="643" y="48"/>
                        <a:pt x="453" y="0"/>
                      </a:cubicBez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</a:p>
              </p:txBody>
            </p:sp>
            <p:sp>
              <p:nvSpPr>
                <p:cNvPr id="2094" name="Google Shape;2094;p74"/>
                <p:cNvSpPr/>
                <p:nvPr/>
              </p:nvSpPr>
              <p:spPr>
                <a:xfrm>
                  <a:off x="8069585" y="2056180"/>
                  <a:ext cx="436755" cy="17302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742" h="5444" extrusionOk="0">
                      <a:moveTo>
                        <a:pt x="572" y="0"/>
                      </a:moveTo>
                      <a:cubicBezTo>
                        <a:pt x="310" y="0"/>
                        <a:pt x="167" y="71"/>
                        <a:pt x="96" y="214"/>
                      </a:cubicBezTo>
                      <a:cubicBezTo>
                        <a:pt x="1" y="429"/>
                        <a:pt x="120" y="595"/>
                        <a:pt x="286" y="667"/>
                      </a:cubicBezTo>
                      <a:cubicBezTo>
                        <a:pt x="953" y="929"/>
                        <a:pt x="1620" y="1191"/>
                        <a:pt x="2287" y="1429"/>
                      </a:cubicBezTo>
                      <a:cubicBezTo>
                        <a:pt x="5764" y="2715"/>
                        <a:pt x="9264" y="4025"/>
                        <a:pt x="12765" y="5311"/>
                      </a:cubicBezTo>
                      <a:cubicBezTo>
                        <a:pt x="12908" y="5363"/>
                        <a:pt x="13080" y="5443"/>
                        <a:pt x="13234" y="5443"/>
                      </a:cubicBezTo>
                      <a:cubicBezTo>
                        <a:pt x="13361" y="5443"/>
                        <a:pt x="13476" y="5388"/>
                        <a:pt x="13551" y="5215"/>
                      </a:cubicBezTo>
                      <a:cubicBezTo>
                        <a:pt x="13742" y="4811"/>
                        <a:pt x="13337" y="4739"/>
                        <a:pt x="13075" y="4596"/>
                      </a:cubicBezTo>
                      <a:cubicBezTo>
                        <a:pt x="13027" y="4549"/>
                        <a:pt x="12956" y="4549"/>
                        <a:pt x="12884" y="4501"/>
                      </a:cubicBezTo>
                      <a:cubicBezTo>
                        <a:pt x="8955" y="3072"/>
                        <a:pt x="5025" y="1619"/>
                        <a:pt x="1120" y="191"/>
                      </a:cubicBezTo>
                      <a:cubicBezTo>
                        <a:pt x="906" y="119"/>
                        <a:pt x="691" y="48"/>
                        <a:pt x="572" y="0"/>
                      </a:cubicBez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</a:p>
              </p:txBody>
            </p:sp>
          </p:grpSp>
          <p:grpSp>
            <p:nvGrpSpPr>
              <p:cNvPr id="2095" name="Google Shape;2095;p74"/>
              <p:cNvGrpSpPr/>
              <p:nvPr/>
            </p:nvGrpSpPr>
            <p:grpSpPr>
              <a:xfrm rot="1068299">
                <a:off x="8381766" y="2929605"/>
                <a:ext cx="213351" cy="106676"/>
                <a:chOff x="5251475" y="2319800"/>
                <a:chExt cx="282050" cy="141025"/>
              </a:xfrm>
            </p:grpSpPr>
            <p:sp>
              <p:nvSpPr>
                <p:cNvPr id="2096" name="Google Shape;2096;p74"/>
                <p:cNvSpPr/>
                <p:nvPr/>
              </p:nvSpPr>
              <p:spPr>
                <a:xfrm>
                  <a:off x="5282925" y="2319800"/>
                  <a:ext cx="41125" cy="964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45" h="3858" extrusionOk="0">
                      <a:moveTo>
                        <a:pt x="828" y="0"/>
                      </a:moveTo>
                      <a:cubicBezTo>
                        <a:pt x="374" y="0"/>
                        <a:pt x="1" y="863"/>
                        <a:pt x="1" y="1935"/>
                      </a:cubicBezTo>
                      <a:cubicBezTo>
                        <a:pt x="1" y="2995"/>
                        <a:pt x="374" y="3858"/>
                        <a:pt x="828" y="3858"/>
                      </a:cubicBezTo>
                      <a:cubicBezTo>
                        <a:pt x="1283" y="3858"/>
                        <a:pt x="1644" y="2995"/>
                        <a:pt x="1644" y="1935"/>
                      </a:cubicBezTo>
                      <a:cubicBezTo>
                        <a:pt x="1644" y="863"/>
                        <a:pt x="1283" y="0"/>
                        <a:pt x="828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</a:p>
              </p:txBody>
            </p:sp>
            <p:sp>
              <p:nvSpPr>
                <p:cNvPr id="2097" name="Google Shape;2097;p74"/>
                <p:cNvSpPr/>
                <p:nvPr/>
              </p:nvSpPr>
              <p:spPr>
                <a:xfrm>
                  <a:off x="5251475" y="2434600"/>
                  <a:ext cx="62950" cy="262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518" h="1049" extrusionOk="0">
                      <a:moveTo>
                        <a:pt x="1259" y="0"/>
                      </a:moveTo>
                      <a:cubicBezTo>
                        <a:pt x="571" y="0"/>
                        <a:pt x="0" y="245"/>
                        <a:pt x="0" y="525"/>
                      </a:cubicBezTo>
                      <a:cubicBezTo>
                        <a:pt x="0" y="816"/>
                        <a:pt x="571" y="1049"/>
                        <a:pt x="1259" y="1049"/>
                      </a:cubicBezTo>
                      <a:cubicBezTo>
                        <a:pt x="1958" y="1049"/>
                        <a:pt x="2518" y="816"/>
                        <a:pt x="2518" y="525"/>
                      </a:cubicBezTo>
                      <a:cubicBezTo>
                        <a:pt x="2518" y="245"/>
                        <a:pt x="1958" y="0"/>
                        <a:pt x="1259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</a:p>
              </p:txBody>
            </p:sp>
            <p:sp>
              <p:nvSpPr>
                <p:cNvPr id="2098" name="Google Shape;2098;p74"/>
                <p:cNvSpPr/>
                <p:nvPr/>
              </p:nvSpPr>
              <p:spPr>
                <a:xfrm>
                  <a:off x="5356950" y="2382475"/>
                  <a:ext cx="66150" cy="676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646" h="2704" extrusionOk="0">
                      <a:moveTo>
                        <a:pt x="534" y="0"/>
                      </a:moveTo>
                      <a:cubicBezTo>
                        <a:pt x="486" y="0"/>
                        <a:pt x="437" y="33"/>
                        <a:pt x="431" y="92"/>
                      </a:cubicBezTo>
                      <a:cubicBezTo>
                        <a:pt x="326" y="885"/>
                        <a:pt x="0" y="2644"/>
                        <a:pt x="1282" y="2703"/>
                      </a:cubicBezTo>
                      <a:cubicBezTo>
                        <a:pt x="1298" y="2704"/>
                        <a:pt x="1314" y="2704"/>
                        <a:pt x="1330" y="2704"/>
                      </a:cubicBezTo>
                      <a:cubicBezTo>
                        <a:pt x="1753" y="2704"/>
                        <a:pt x="2129" y="2409"/>
                        <a:pt x="2331" y="2038"/>
                      </a:cubicBezTo>
                      <a:cubicBezTo>
                        <a:pt x="2646" y="1491"/>
                        <a:pt x="2529" y="803"/>
                        <a:pt x="2413" y="209"/>
                      </a:cubicBezTo>
                      <a:cubicBezTo>
                        <a:pt x="2399" y="135"/>
                        <a:pt x="2347" y="103"/>
                        <a:pt x="2291" y="103"/>
                      </a:cubicBezTo>
                      <a:cubicBezTo>
                        <a:pt x="2206" y="103"/>
                        <a:pt x="2112" y="178"/>
                        <a:pt x="2133" y="290"/>
                      </a:cubicBezTo>
                      <a:cubicBezTo>
                        <a:pt x="2214" y="756"/>
                        <a:pt x="2331" y="1293"/>
                        <a:pt x="2156" y="1759"/>
                      </a:cubicBezTo>
                      <a:cubicBezTo>
                        <a:pt x="2021" y="2100"/>
                        <a:pt x="1693" y="2407"/>
                        <a:pt x="1336" y="2407"/>
                      </a:cubicBezTo>
                      <a:cubicBezTo>
                        <a:pt x="1230" y="2407"/>
                        <a:pt x="1121" y="2380"/>
                        <a:pt x="1014" y="2318"/>
                      </a:cubicBezTo>
                      <a:cubicBezTo>
                        <a:pt x="268" y="1875"/>
                        <a:pt x="676" y="780"/>
                        <a:pt x="629" y="92"/>
                      </a:cubicBezTo>
                      <a:cubicBezTo>
                        <a:pt x="624" y="30"/>
                        <a:pt x="579" y="0"/>
                        <a:pt x="534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</a:p>
              </p:txBody>
            </p:sp>
            <p:sp>
              <p:nvSpPr>
                <p:cNvPr id="2099" name="Google Shape;2099;p74"/>
                <p:cNvSpPr/>
                <p:nvPr/>
              </p:nvSpPr>
              <p:spPr>
                <a:xfrm>
                  <a:off x="5460950" y="2319800"/>
                  <a:ext cx="41100" cy="964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44" h="3858" extrusionOk="0">
                      <a:moveTo>
                        <a:pt x="828" y="0"/>
                      </a:moveTo>
                      <a:cubicBezTo>
                        <a:pt x="374" y="0"/>
                        <a:pt x="1" y="863"/>
                        <a:pt x="1" y="1935"/>
                      </a:cubicBezTo>
                      <a:cubicBezTo>
                        <a:pt x="1" y="2995"/>
                        <a:pt x="374" y="3858"/>
                        <a:pt x="828" y="3858"/>
                      </a:cubicBezTo>
                      <a:cubicBezTo>
                        <a:pt x="1283" y="3858"/>
                        <a:pt x="1644" y="2995"/>
                        <a:pt x="1644" y="1935"/>
                      </a:cubicBezTo>
                      <a:cubicBezTo>
                        <a:pt x="1644" y="863"/>
                        <a:pt x="1283" y="0"/>
                        <a:pt x="828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</a:p>
              </p:txBody>
            </p:sp>
            <p:sp>
              <p:nvSpPr>
                <p:cNvPr id="2100" name="Google Shape;2100;p74"/>
                <p:cNvSpPr/>
                <p:nvPr/>
              </p:nvSpPr>
              <p:spPr>
                <a:xfrm>
                  <a:off x="5470575" y="2434600"/>
                  <a:ext cx="62950" cy="262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518" h="1049" extrusionOk="0">
                      <a:moveTo>
                        <a:pt x="1259" y="0"/>
                      </a:moveTo>
                      <a:cubicBezTo>
                        <a:pt x="560" y="0"/>
                        <a:pt x="0" y="245"/>
                        <a:pt x="0" y="525"/>
                      </a:cubicBezTo>
                      <a:cubicBezTo>
                        <a:pt x="0" y="816"/>
                        <a:pt x="560" y="1049"/>
                        <a:pt x="1259" y="1049"/>
                      </a:cubicBezTo>
                      <a:cubicBezTo>
                        <a:pt x="1958" y="1049"/>
                        <a:pt x="2518" y="816"/>
                        <a:pt x="2518" y="525"/>
                      </a:cubicBezTo>
                      <a:cubicBezTo>
                        <a:pt x="2518" y="245"/>
                        <a:pt x="1958" y="0"/>
                        <a:pt x="1259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</a:p>
              </p:txBody>
            </p:sp>
          </p:grpSp>
        </p:grpSp>
        <p:grpSp>
          <p:nvGrpSpPr>
            <p:cNvPr id="2101" name="Google Shape;2101;p74"/>
            <p:cNvGrpSpPr/>
            <p:nvPr/>
          </p:nvGrpSpPr>
          <p:grpSpPr>
            <a:xfrm rot="1267221">
              <a:off x="7822985" y="2098818"/>
              <a:ext cx="684197" cy="539017"/>
              <a:chOff x="7503552" y="1938580"/>
              <a:chExt cx="502825" cy="396131"/>
            </a:xfrm>
          </p:grpSpPr>
          <p:sp>
            <p:nvSpPr>
              <p:cNvPr id="2102" name="Google Shape;2102;p74"/>
              <p:cNvSpPr/>
              <p:nvPr/>
            </p:nvSpPr>
            <p:spPr>
              <a:xfrm>
                <a:off x="7503552" y="1938580"/>
                <a:ext cx="478210" cy="8136"/>
              </a:xfrm>
              <a:custGeom>
                <a:avLst/>
                <a:gdLst/>
                <a:ahLst/>
                <a:cxnLst/>
                <a:rect l="l" t="t" r="r" b="b"/>
                <a:pathLst>
                  <a:path w="13223" h="464" extrusionOk="0">
                    <a:moveTo>
                      <a:pt x="0" y="0"/>
                    </a:moveTo>
                    <a:cubicBezTo>
                      <a:pt x="4322" y="868"/>
                      <a:pt x="8815" y="225"/>
                      <a:pt x="13223" y="225"/>
                    </a:cubicBezTo>
                  </a:path>
                </a:pathLst>
              </a:custGeom>
              <a:noFill/>
              <a:ln w="19050" cap="rnd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2103" name="Google Shape;2103;p74"/>
              <p:cNvSpPr/>
              <p:nvPr/>
            </p:nvSpPr>
            <p:spPr>
              <a:xfrm>
                <a:off x="7519449" y="2033684"/>
                <a:ext cx="478210" cy="8136"/>
              </a:xfrm>
              <a:custGeom>
                <a:avLst/>
                <a:gdLst/>
                <a:ahLst/>
                <a:cxnLst/>
                <a:rect l="l" t="t" r="r" b="b"/>
                <a:pathLst>
                  <a:path w="13223" h="464" extrusionOk="0">
                    <a:moveTo>
                      <a:pt x="0" y="0"/>
                    </a:moveTo>
                    <a:cubicBezTo>
                      <a:pt x="4322" y="868"/>
                      <a:pt x="8815" y="225"/>
                      <a:pt x="13223" y="225"/>
                    </a:cubicBezTo>
                  </a:path>
                </a:pathLst>
              </a:custGeom>
              <a:noFill/>
              <a:ln w="19050" cap="rnd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2104" name="Google Shape;2104;p74"/>
              <p:cNvSpPr/>
              <p:nvPr/>
            </p:nvSpPr>
            <p:spPr>
              <a:xfrm>
                <a:off x="7528168" y="2141280"/>
                <a:ext cx="478210" cy="8136"/>
              </a:xfrm>
              <a:custGeom>
                <a:avLst/>
                <a:gdLst/>
                <a:ahLst/>
                <a:cxnLst/>
                <a:rect l="l" t="t" r="r" b="b"/>
                <a:pathLst>
                  <a:path w="13223" h="464" extrusionOk="0">
                    <a:moveTo>
                      <a:pt x="0" y="0"/>
                    </a:moveTo>
                    <a:cubicBezTo>
                      <a:pt x="4322" y="868"/>
                      <a:pt x="8815" y="225"/>
                      <a:pt x="13223" y="225"/>
                    </a:cubicBezTo>
                  </a:path>
                </a:pathLst>
              </a:custGeom>
              <a:noFill/>
              <a:ln w="19050" cap="rnd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2105" name="Google Shape;2105;p74"/>
              <p:cNvSpPr/>
              <p:nvPr/>
            </p:nvSpPr>
            <p:spPr>
              <a:xfrm>
                <a:off x="7507565" y="2231136"/>
                <a:ext cx="478210" cy="8136"/>
              </a:xfrm>
              <a:custGeom>
                <a:avLst/>
                <a:gdLst/>
                <a:ahLst/>
                <a:cxnLst/>
                <a:rect l="l" t="t" r="r" b="b"/>
                <a:pathLst>
                  <a:path w="13223" h="464" extrusionOk="0">
                    <a:moveTo>
                      <a:pt x="0" y="0"/>
                    </a:moveTo>
                    <a:cubicBezTo>
                      <a:pt x="4322" y="868"/>
                      <a:pt x="8815" y="225"/>
                      <a:pt x="13223" y="225"/>
                    </a:cubicBezTo>
                  </a:path>
                </a:pathLst>
              </a:custGeom>
              <a:noFill/>
              <a:ln w="19050" cap="rnd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2106" name="Google Shape;2106;p74"/>
              <p:cNvSpPr/>
              <p:nvPr/>
            </p:nvSpPr>
            <p:spPr>
              <a:xfrm>
                <a:off x="7519150" y="2326575"/>
                <a:ext cx="478210" cy="8136"/>
              </a:xfrm>
              <a:custGeom>
                <a:avLst/>
                <a:gdLst/>
                <a:ahLst/>
                <a:cxnLst/>
                <a:rect l="l" t="t" r="r" b="b"/>
                <a:pathLst>
                  <a:path w="13223" h="464" extrusionOk="0">
                    <a:moveTo>
                      <a:pt x="0" y="0"/>
                    </a:moveTo>
                    <a:cubicBezTo>
                      <a:pt x="4322" y="868"/>
                      <a:pt x="8815" y="225"/>
                      <a:pt x="13223" y="225"/>
                    </a:cubicBezTo>
                  </a:path>
                </a:pathLst>
              </a:custGeom>
              <a:noFill/>
              <a:ln w="19050" cap="rnd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</p:grpSp>
      </p:grpSp>
      <p:sp>
        <p:nvSpPr>
          <p:cNvPr id="3" name="TextBox 2"/>
          <p:cNvSpPr txBox="1"/>
          <p:nvPr/>
        </p:nvSpPr>
        <p:spPr>
          <a:xfrm>
            <a:off x="182944" y="2009212"/>
            <a:ext cx="7981672" cy="255454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 smtClean="0"/>
              <a:t>To improve your experiment, repeat the test and take the average of </a:t>
            </a:r>
            <a:endParaRPr lang="en-US" sz="2000" dirty="0" smtClean="0"/>
          </a:p>
          <a:p>
            <a:r>
              <a:rPr lang="en-US" sz="2000" dirty="0" smtClean="0"/>
              <a:t>the results to</a:t>
            </a:r>
            <a:r>
              <a:rPr lang="en-US" sz="2000" dirty="0"/>
              <a:t> have more reliable and precise results.</a:t>
            </a:r>
            <a:endParaRPr lang="en-US" sz="2000" dirty="0"/>
          </a:p>
          <a:p>
            <a:endParaRPr lang="en-US" sz="2000" dirty="0"/>
          </a:p>
          <a:p>
            <a:r>
              <a:rPr lang="en-US" sz="2000" b="1" u="sng" dirty="0" smtClean="0">
                <a:solidFill>
                  <a:srgbClr val="FF0000"/>
                </a:solidFill>
              </a:rPr>
              <a:t>Remember: </a:t>
            </a:r>
            <a:endParaRPr lang="en-US" sz="2000" b="1" u="sng" dirty="0" smtClean="0">
              <a:solidFill>
                <a:srgbClr val="FF0000"/>
              </a:solidFill>
            </a:endParaRPr>
          </a:p>
          <a:p>
            <a:endParaRPr lang="en-US" sz="2000" dirty="0" smtClean="0"/>
          </a:p>
          <a:p>
            <a:r>
              <a:rPr lang="en-US" sz="2000" dirty="0" smtClean="0"/>
              <a:t>Average = The sum of your results.</a:t>
            </a:r>
            <a:endParaRPr lang="en-US" sz="2000" dirty="0" smtClean="0"/>
          </a:p>
          <a:p>
            <a:endParaRPr lang="en-US" sz="2000" dirty="0"/>
          </a:p>
          <a:p>
            <a:r>
              <a:rPr lang="en-US" sz="2000" dirty="0" smtClean="0"/>
              <a:t>                  Their numbers</a:t>
            </a:r>
            <a:endParaRPr lang="en-US" sz="2000" dirty="0"/>
          </a:p>
        </p:txBody>
      </p:sp>
      <p:cxnSp>
        <p:nvCxnSpPr>
          <p:cNvPr id="5" name="Straight Connector 4"/>
          <p:cNvCxnSpPr/>
          <p:nvPr/>
        </p:nvCxnSpPr>
        <p:spPr>
          <a:xfrm>
            <a:off x="1586233" y="4046526"/>
            <a:ext cx="1952757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8" name="Google Shape;2278;p77"/>
          <p:cNvSpPr/>
          <p:nvPr/>
        </p:nvSpPr>
        <p:spPr>
          <a:xfrm>
            <a:off x="-140738" y="7374"/>
            <a:ext cx="1074821" cy="1316272"/>
          </a:xfrm>
          <a:custGeom>
            <a:avLst/>
            <a:gdLst/>
            <a:ahLst/>
            <a:cxnLst/>
            <a:rect l="l" t="t" r="r" b="b"/>
            <a:pathLst>
              <a:path w="33818" h="41415" extrusionOk="0">
                <a:moveTo>
                  <a:pt x="25840" y="1"/>
                </a:moveTo>
                <a:lnTo>
                  <a:pt x="25840" y="1"/>
                </a:lnTo>
                <a:cubicBezTo>
                  <a:pt x="23244" y="4454"/>
                  <a:pt x="20958" y="8812"/>
                  <a:pt x="18362" y="13218"/>
                </a:cubicBezTo>
                <a:cubicBezTo>
                  <a:pt x="17171" y="10170"/>
                  <a:pt x="16099" y="7336"/>
                  <a:pt x="14980" y="4454"/>
                </a:cubicBezTo>
                <a:cubicBezTo>
                  <a:pt x="14623" y="4740"/>
                  <a:pt x="14671" y="5026"/>
                  <a:pt x="14623" y="5264"/>
                </a:cubicBezTo>
                <a:cubicBezTo>
                  <a:pt x="14051" y="8169"/>
                  <a:pt x="13504" y="11075"/>
                  <a:pt x="12932" y="13980"/>
                </a:cubicBezTo>
                <a:cubicBezTo>
                  <a:pt x="12815" y="14537"/>
                  <a:pt x="12770" y="14761"/>
                  <a:pt x="12541" y="14761"/>
                </a:cubicBezTo>
                <a:cubicBezTo>
                  <a:pt x="12398" y="14761"/>
                  <a:pt x="12184" y="14674"/>
                  <a:pt x="11837" y="14528"/>
                </a:cubicBezTo>
                <a:cubicBezTo>
                  <a:pt x="9503" y="13575"/>
                  <a:pt x="7145" y="12622"/>
                  <a:pt x="4788" y="11646"/>
                </a:cubicBezTo>
                <a:cubicBezTo>
                  <a:pt x="4508" y="11546"/>
                  <a:pt x="4244" y="11362"/>
                  <a:pt x="3928" y="11362"/>
                </a:cubicBezTo>
                <a:cubicBezTo>
                  <a:pt x="3867" y="11362"/>
                  <a:pt x="3805" y="11369"/>
                  <a:pt x="3740" y="11384"/>
                </a:cubicBezTo>
                <a:cubicBezTo>
                  <a:pt x="3763" y="11646"/>
                  <a:pt x="3930" y="11789"/>
                  <a:pt x="4073" y="11979"/>
                </a:cubicBezTo>
                <a:cubicBezTo>
                  <a:pt x="5740" y="14075"/>
                  <a:pt x="7407" y="16195"/>
                  <a:pt x="9074" y="18314"/>
                </a:cubicBezTo>
                <a:cubicBezTo>
                  <a:pt x="9717" y="19148"/>
                  <a:pt x="9717" y="19148"/>
                  <a:pt x="8931" y="19791"/>
                </a:cubicBezTo>
                <a:cubicBezTo>
                  <a:pt x="6240" y="22005"/>
                  <a:pt x="3525" y="24196"/>
                  <a:pt x="858" y="26411"/>
                </a:cubicBezTo>
                <a:cubicBezTo>
                  <a:pt x="549" y="26673"/>
                  <a:pt x="144" y="26840"/>
                  <a:pt x="1" y="27292"/>
                </a:cubicBezTo>
                <a:cubicBezTo>
                  <a:pt x="73" y="27314"/>
                  <a:pt x="143" y="27322"/>
                  <a:pt x="212" y="27322"/>
                </a:cubicBezTo>
                <a:cubicBezTo>
                  <a:pt x="369" y="27322"/>
                  <a:pt x="518" y="27278"/>
                  <a:pt x="668" y="27244"/>
                </a:cubicBezTo>
                <a:cubicBezTo>
                  <a:pt x="3930" y="26482"/>
                  <a:pt x="7169" y="25697"/>
                  <a:pt x="10408" y="24958"/>
                </a:cubicBezTo>
                <a:cubicBezTo>
                  <a:pt x="10651" y="24904"/>
                  <a:pt x="10830" y="24871"/>
                  <a:pt x="10960" y="24871"/>
                </a:cubicBezTo>
                <a:cubicBezTo>
                  <a:pt x="11286" y="24871"/>
                  <a:pt x="11289" y="25082"/>
                  <a:pt x="11170" y="25697"/>
                </a:cubicBezTo>
                <a:cubicBezTo>
                  <a:pt x="10479" y="29483"/>
                  <a:pt x="9789" y="33270"/>
                  <a:pt x="9098" y="37080"/>
                </a:cubicBezTo>
                <a:cubicBezTo>
                  <a:pt x="8836" y="38509"/>
                  <a:pt x="8598" y="39938"/>
                  <a:pt x="8336" y="41366"/>
                </a:cubicBezTo>
                <a:cubicBezTo>
                  <a:pt x="8431" y="41390"/>
                  <a:pt x="8503" y="41414"/>
                  <a:pt x="8574" y="41414"/>
                </a:cubicBezTo>
                <a:cubicBezTo>
                  <a:pt x="11289" y="37437"/>
                  <a:pt x="13980" y="33460"/>
                  <a:pt x="16790" y="29340"/>
                </a:cubicBezTo>
                <a:cubicBezTo>
                  <a:pt x="18671" y="33365"/>
                  <a:pt x="20457" y="37199"/>
                  <a:pt x="22267" y="41057"/>
                </a:cubicBezTo>
                <a:lnTo>
                  <a:pt x="22482" y="40985"/>
                </a:lnTo>
                <a:cubicBezTo>
                  <a:pt x="22482" y="36627"/>
                  <a:pt x="22339" y="32246"/>
                  <a:pt x="22053" y="27792"/>
                </a:cubicBezTo>
                <a:lnTo>
                  <a:pt x="22053" y="27792"/>
                </a:lnTo>
                <a:cubicBezTo>
                  <a:pt x="26078" y="28911"/>
                  <a:pt x="29936" y="30007"/>
                  <a:pt x="33817" y="31079"/>
                </a:cubicBezTo>
                <a:cubicBezTo>
                  <a:pt x="33698" y="30674"/>
                  <a:pt x="33484" y="30412"/>
                  <a:pt x="33270" y="30174"/>
                </a:cubicBezTo>
                <a:cubicBezTo>
                  <a:pt x="30698" y="27411"/>
                  <a:pt x="28102" y="24649"/>
                  <a:pt x="25530" y="21886"/>
                </a:cubicBezTo>
                <a:cubicBezTo>
                  <a:pt x="24839" y="21148"/>
                  <a:pt x="24720" y="21196"/>
                  <a:pt x="25554" y="20410"/>
                </a:cubicBezTo>
                <a:cubicBezTo>
                  <a:pt x="28126" y="18076"/>
                  <a:pt x="30674" y="15695"/>
                  <a:pt x="33246" y="13337"/>
                </a:cubicBezTo>
                <a:cubicBezTo>
                  <a:pt x="33389" y="13194"/>
                  <a:pt x="33651" y="13123"/>
                  <a:pt x="33460" y="12765"/>
                </a:cubicBezTo>
                <a:lnTo>
                  <a:pt x="33460" y="12765"/>
                </a:lnTo>
                <a:cubicBezTo>
                  <a:pt x="31936" y="13099"/>
                  <a:pt x="30412" y="13432"/>
                  <a:pt x="28888" y="13766"/>
                </a:cubicBezTo>
                <a:cubicBezTo>
                  <a:pt x="27126" y="14147"/>
                  <a:pt x="25363" y="14551"/>
                  <a:pt x="23625" y="14932"/>
                </a:cubicBezTo>
                <a:cubicBezTo>
                  <a:pt x="23444" y="14971"/>
                  <a:pt x="23306" y="14994"/>
                  <a:pt x="23204" y="14994"/>
                </a:cubicBezTo>
                <a:cubicBezTo>
                  <a:pt x="22931" y="14994"/>
                  <a:pt x="22912" y="14829"/>
                  <a:pt x="22982" y="14361"/>
                </a:cubicBezTo>
                <a:cubicBezTo>
                  <a:pt x="23006" y="14266"/>
                  <a:pt x="23029" y="14194"/>
                  <a:pt x="23029" y="14123"/>
                </a:cubicBezTo>
                <a:cubicBezTo>
                  <a:pt x="23815" y="10432"/>
                  <a:pt x="24601" y="6740"/>
                  <a:pt x="25363" y="3049"/>
                </a:cubicBezTo>
                <a:cubicBezTo>
                  <a:pt x="25530" y="2120"/>
                  <a:pt x="25863" y="1215"/>
                  <a:pt x="25840" y="1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2279" name="Google Shape;2279;p77"/>
          <p:cNvSpPr/>
          <p:nvPr/>
        </p:nvSpPr>
        <p:spPr>
          <a:xfrm>
            <a:off x="7679527" y="195486"/>
            <a:ext cx="1248700" cy="1270172"/>
          </a:xfrm>
          <a:custGeom>
            <a:avLst/>
            <a:gdLst/>
            <a:ahLst/>
            <a:cxnLst/>
            <a:rect l="l" t="t" r="r" b="b"/>
            <a:pathLst>
              <a:path w="5623" h="5447" extrusionOk="0">
                <a:moveTo>
                  <a:pt x="2987" y="1"/>
                </a:moveTo>
                <a:cubicBezTo>
                  <a:pt x="2618" y="1"/>
                  <a:pt x="2239" y="92"/>
                  <a:pt x="1860" y="246"/>
                </a:cubicBezTo>
                <a:cubicBezTo>
                  <a:pt x="955" y="651"/>
                  <a:pt x="336" y="1246"/>
                  <a:pt x="193" y="2318"/>
                </a:cubicBezTo>
                <a:cubicBezTo>
                  <a:pt x="0" y="3988"/>
                  <a:pt x="1926" y="5447"/>
                  <a:pt x="3441" y="5447"/>
                </a:cubicBezTo>
                <a:cubicBezTo>
                  <a:pt x="3611" y="5447"/>
                  <a:pt x="3776" y="5428"/>
                  <a:pt x="3932" y="5390"/>
                </a:cubicBezTo>
                <a:cubicBezTo>
                  <a:pt x="5051" y="5080"/>
                  <a:pt x="5623" y="4390"/>
                  <a:pt x="5623" y="3342"/>
                </a:cubicBezTo>
                <a:cubicBezTo>
                  <a:pt x="5623" y="2127"/>
                  <a:pt x="5170" y="1246"/>
                  <a:pt x="4384" y="556"/>
                </a:cubicBezTo>
                <a:cubicBezTo>
                  <a:pt x="3950" y="162"/>
                  <a:pt x="3477" y="1"/>
                  <a:pt x="2987" y="1"/>
                </a:cubicBezTo>
                <a:close/>
              </a:path>
            </a:pathLst>
          </a:custGeom>
          <a:solidFill>
            <a:schemeClr val="accent5">
              <a:alpha val="3095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2280" name="Google Shape;2280;p77"/>
          <p:cNvSpPr txBox="1">
            <a:spLocks noGrp="1"/>
          </p:cNvSpPr>
          <p:nvPr>
            <p:ph type="title"/>
          </p:nvPr>
        </p:nvSpPr>
        <p:spPr>
          <a:xfrm>
            <a:off x="179512" y="195486"/>
            <a:ext cx="7678391" cy="969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lvl="0"/>
            <a:r>
              <a:rPr lang="en-US" sz="4000" dirty="0" smtClean="0"/>
              <a:t>               Heat and Temperature</a:t>
            </a:r>
            <a:endParaRPr lang="en-US" sz="4000" dirty="0"/>
          </a:p>
        </p:txBody>
      </p:sp>
      <p:sp>
        <p:nvSpPr>
          <p:cNvPr id="2281" name="Google Shape;2281;p77"/>
          <p:cNvSpPr txBox="1">
            <a:spLocks noGrp="1"/>
          </p:cNvSpPr>
          <p:nvPr>
            <p:ph type="title" idx="2"/>
          </p:nvPr>
        </p:nvSpPr>
        <p:spPr>
          <a:xfrm>
            <a:off x="7737477" y="395090"/>
            <a:ext cx="11328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 smtClean="0"/>
              <a:t>03</a:t>
            </a:r>
            <a:endParaRPr dirty="0"/>
          </a:p>
        </p:txBody>
      </p:sp>
      <p:sp>
        <p:nvSpPr>
          <p:cNvPr id="3" name="TextBox 2"/>
          <p:cNvSpPr txBox="1"/>
          <p:nvPr/>
        </p:nvSpPr>
        <p:spPr>
          <a:xfrm>
            <a:off x="1763688" y="1131590"/>
            <a:ext cx="6840760" cy="48320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 smtClean="0"/>
              <a:t>The most widely used temperature scale is Celsius scale, it has two fixed points :</a:t>
            </a:r>
            <a:endParaRPr lang="en-US" sz="2000" dirty="0" smtClean="0"/>
          </a:p>
          <a:p>
            <a:r>
              <a:rPr lang="en-US" sz="3200" b="1" dirty="0" smtClean="0">
                <a:solidFill>
                  <a:schemeClr val="accent4">
                    <a:lumMod val="50000"/>
                  </a:schemeClr>
                </a:solidFill>
              </a:rPr>
              <a:t>0 ºC </a:t>
            </a:r>
            <a:r>
              <a:rPr lang="en-US" sz="2000" dirty="0" smtClean="0"/>
              <a:t>– The Melting point of ice and also the freezing point of water.</a:t>
            </a:r>
            <a:endParaRPr lang="en-US" sz="2000" dirty="0" smtClean="0"/>
          </a:p>
          <a:p>
            <a:r>
              <a:rPr lang="en-US" sz="3200" b="1" dirty="0">
                <a:solidFill>
                  <a:srgbClr val="FF0000"/>
                </a:solidFill>
              </a:rPr>
              <a:t>100 ºC </a:t>
            </a:r>
            <a:r>
              <a:rPr lang="en-US" sz="2000" dirty="0" smtClean="0"/>
              <a:t>– The boiling point of water.</a:t>
            </a:r>
            <a:endParaRPr lang="en-US" sz="2000" dirty="0" smtClean="0"/>
          </a:p>
          <a:p>
            <a:endParaRPr lang="en-US" sz="2000" dirty="0"/>
          </a:p>
          <a:p>
            <a:r>
              <a:rPr lang="en-US" sz="2000" dirty="0" smtClean="0"/>
              <a:t>Temperature scale is divided into 100</a:t>
            </a:r>
            <a:r>
              <a:rPr lang="en-US" sz="2000" dirty="0" smtClean="0">
                <a:solidFill>
                  <a:schemeClr val="tx1"/>
                </a:solidFill>
              </a:rPr>
              <a:t> </a:t>
            </a:r>
            <a:r>
              <a:rPr lang="en-US" sz="2000" b="1" dirty="0" smtClean="0">
                <a:solidFill>
                  <a:schemeClr val="tx1"/>
                </a:solidFill>
              </a:rPr>
              <a:t>º</a:t>
            </a:r>
            <a:r>
              <a:rPr lang="en-US" sz="2000" dirty="0" smtClean="0">
                <a:solidFill>
                  <a:schemeClr val="tx1"/>
                </a:solidFill>
              </a:rPr>
              <a:t>C.</a:t>
            </a:r>
            <a:endParaRPr lang="en-US" sz="2000" dirty="0" smtClean="0">
              <a:solidFill>
                <a:schemeClr val="tx1"/>
              </a:solidFill>
            </a:endParaRPr>
          </a:p>
          <a:p>
            <a:endParaRPr lang="en-US" sz="2000" b="1" dirty="0" smtClean="0">
              <a:solidFill>
                <a:schemeClr val="tx1"/>
              </a:solidFill>
            </a:endParaRPr>
          </a:p>
          <a:p>
            <a:r>
              <a:rPr lang="en-US" sz="2000" dirty="0"/>
              <a:t>Temperature </a:t>
            </a:r>
            <a:r>
              <a:rPr lang="en-US" sz="2000" dirty="0" smtClean="0"/>
              <a:t>scale must have two fixed points as temperature compares the degree of hotness or coldness of substance relative to the fixed points.</a:t>
            </a:r>
            <a:endParaRPr lang="en-US" sz="2000" b="1" dirty="0" smtClean="0">
              <a:solidFill>
                <a:schemeClr val="tx1"/>
              </a:solidFill>
            </a:endParaRPr>
          </a:p>
          <a:p>
            <a:r>
              <a:rPr lang="en-US" sz="1600" b="1" dirty="0" smtClean="0">
                <a:solidFill>
                  <a:schemeClr val="tx1"/>
                </a:solidFill>
              </a:rPr>
              <a:t> </a:t>
            </a:r>
            <a:endParaRPr lang="en-US" sz="1600" dirty="0" smtClean="0">
              <a:solidFill>
                <a:schemeClr val="tx1"/>
              </a:solidFill>
            </a:endParaRPr>
          </a:p>
          <a:p>
            <a:endParaRPr lang="en-US" sz="1600" dirty="0"/>
          </a:p>
          <a:p>
            <a:endParaRPr lang="en-US" sz="1600" dirty="0" smtClean="0"/>
          </a:p>
          <a:p>
            <a:endParaRPr lang="en-US" sz="1600" dirty="0"/>
          </a:p>
        </p:txBody>
      </p:sp>
      <p:pic>
        <p:nvPicPr>
          <p:cNvPr id="7170" name="Picture 2"/>
          <p:cNvPicPr>
            <a:picLocks noChangeAspect="1" noChangeArrowheads="1"/>
          </p:cNvPicPr>
          <p:nvPr/>
        </p:nvPicPr>
        <p:blipFill rotWithShape="1"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1822"/>
          <a:stretch>
            <a:fillRect/>
          </a:stretch>
        </p:blipFill>
        <p:spPr bwMode="auto">
          <a:xfrm>
            <a:off x="107504" y="483518"/>
            <a:ext cx="1439024" cy="45178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8" name="Google Shape;3228;p93"/>
          <p:cNvSpPr/>
          <p:nvPr/>
        </p:nvSpPr>
        <p:spPr>
          <a:xfrm>
            <a:off x="5825118" y="2089603"/>
            <a:ext cx="1074821" cy="1316272"/>
          </a:xfrm>
          <a:custGeom>
            <a:avLst/>
            <a:gdLst/>
            <a:ahLst/>
            <a:cxnLst/>
            <a:rect l="l" t="t" r="r" b="b"/>
            <a:pathLst>
              <a:path w="33818" h="41415" extrusionOk="0">
                <a:moveTo>
                  <a:pt x="25840" y="1"/>
                </a:moveTo>
                <a:lnTo>
                  <a:pt x="25840" y="1"/>
                </a:lnTo>
                <a:cubicBezTo>
                  <a:pt x="23244" y="4454"/>
                  <a:pt x="20958" y="8812"/>
                  <a:pt x="18362" y="13218"/>
                </a:cubicBezTo>
                <a:cubicBezTo>
                  <a:pt x="17171" y="10170"/>
                  <a:pt x="16099" y="7336"/>
                  <a:pt x="14980" y="4454"/>
                </a:cubicBezTo>
                <a:cubicBezTo>
                  <a:pt x="14623" y="4740"/>
                  <a:pt x="14671" y="5026"/>
                  <a:pt x="14623" y="5264"/>
                </a:cubicBezTo>
                <a:cubicBezTo>
                  <a:pt x="14051" y="8169"/>
                  <a:pt x="13504" y="11075"/>
                  <a:pt x="12932" y="13980"/>
                </a:cubicBezTo>
                <a:cubicBezTo>
                  <a:pt x="12815" y="14537"/>
                  <a:pt x="12770" y="14761"/>
                  <a:pt x="12541" y="14761"/>
                </a:cubicBezTo>
                <a:cubicBezTo>
                  <a:pt x="12398" y="14761"/>
                  <a:pt x="12184" y="14674"/>
                  <a:pt x="11837" y="14528"/>
                </a:cubicBezTo>
                <a:cubicBezTo>
                  <a:pt x="9503" y="13575"/>
                  <a:pt x="7145" y="12622"/>
                  <a:pt x="4788" y="11646"/>
                </a:cubicBezTo>
                <a:cubicBezTo>
                  <a:pt x="4508" y="11546"/>
                  <a:pt x="4244" y="11362"/>
                  <a:pt x="3928" y="11362"/>
                </a:cubicBezTo>
                <a:cubicBezTo>
                  <a:pt x="3867" y="11362"/>
                  <a:pt x="3805" y="11369"/>
                  <a:pt x="3740" y="11384"/>
                </a:cubicBezTo>
                <a:cubicBezTo>
                  <a:pt x="3763" y="11646"/>
                  <a:pt x="3930" y="11789"/>
                  <a:pt x="4073" y="11979"/>
                </a:cubicBezTo>
                <a:cubicBezTo>
                  <a:pt x="5740" y="14075"/>
                  <a:pt x="7407" y="16195"/>
                  <a:pt x="9074" y="18314"/>
                </a:cubicBezTo>
                <a:cubicBezTo>
                  <a:pt x="9717" y="19148"/>
                  <a:pt x="9717" y="19148"/>
                  <a:pt x="8931" y="19791"/>
                </a:cubicBezTo>
                <a:cubicBezTo>
                  <a:pt x="6240" y="22005"/>
                  <a:pt x="3525" y="24196"/>
                  <a:pt x="858" y="26411"/>
                </a:cubicBezTo>
                <a:cubicBezTo>
                  <a:pt x="549" y="26673"/>
                  <a:pt x="144" y="26840"/>
                  <a:pt x="1" y="27292"/>
                </a:cubicBezTo>
                <a:cubicBezTo>
                  <a:pt x="73" y="27314"/>
                  <a:pt x="143" y="27322"/>
                  <a:pt x="212" y="27322"/>
                </a:cubicBezTo>
                <a:cubicBezTo>
                  <a:pt x="369" y="27322"/>
                  <a:pt x="518" y="27278"/>
                  <a:pt x="668" y="27244"/>
                </a:cubicBezTo>
                <a:cubicBezTo>
                  <a:pt x="3930" y="26482"/>
                  <a:pt x="7169" y="25697"/>
                  <a:pt x="10408" y="24958"/>
                </a:cubicBezTo>
                <a:cubicBezTo>
                  <a:pt x="10651" y="24904"/>
                  <a:pt x="10830" y="24871"/>
                  <a:pt x="10960" y="24871"/>
                </a:cubicBezTo>
                <a:cubicBezTo>
                  <a:pt x="11286" y="24871"/>
                  <a:pt x="11289" y="25082"/>
                  <a:pt x="11170" y="25697"/>
                </a:cubicBezTo>
                <a:cubicBezTo>
                  <a:pt x="10479" y="29483"/>
                  <a:pt x="9789" y="33270"/>
                  <a:pt x="9098" y="37080"/>
                </a:cubicBezTo>
                <a:cubicBezTo>
                  <a:pt x="8836" y="38509"/>
                  <a:pt x="8598" y="39938"/>
                  <a:pt x="8336" y="41366"/>
                </a:cubicBezTo>
                <a:cubicBezTo>
                  <a:pt x="8431" y="41390"/>
                  <a:pt x="8503" y="41414"/>
                  <a:pt x="8574" y="41414"/>
                </a:cubicBezTo>
                <a:cubicBezTo>
                  <a:pt x="11289" y="37437"/>
                  <a:pt x="13980" y="33460"/>
                  <a:pt x="16790" y="29340"/>
                </a:cubicBezTo>
                <a:cubicBezTo>
                  <a:pt x="18671" y="33365"/>
                  <a:pt x="20457" y="37199"/>
                  <a:pt x="22267" y="41057"/>
                </a:cubicBezTo>
                <a:lnTo>
                  <a:pt x="22482" y="40985"/>
                </a:lnTo>
                <a:cubicBezTo>
                  <a:pt x="22482" y="36627"/>
                  <a:pt x="22339" y="32246"/>
                  <a:pt x="22053" y="27792"/>
                </a:cubicBezTo>
                <a:lnTo>
                  <a:pt x="22053" y="27792"/>
                </a:lnTo>
                <a:cubicBezTo>
                  <a:pt x="26078" y="28911"/>
                  <a:pt x="29936" y="30007"/>
                  <a:pt x="33817" y="31079"/>
                </a:cubicBezTo>
                <a:cubicBezTo>
                  <a:pt x="33698" y="30674"/>
                  <a:pt x="33484" y="30412"/>
                  <a:pt x="33270" y="30174"/>
                </a:cubicBezTo>
                <a:cubicBezTo>
                  <a:pt x="30698" y="27411"/>
                  <a:pt x="28102" y="24649"/>
                  <a:pt x="25530" y="21886"/>
                </a:cubicBezTo>
                <a:cubicBezTo>
                  <a:pt x="24839" y="21148"/>
                  <a:pt x="24720" y="21196"/>
                  <a:pt x="25554" y="20410"/>
                </a:cubicBezTo>
                <a:cubicBezTo>
                  <a:pt x="28126" y="18076"/>
                  <a:pt x="30674" y="15695"/>
                  <a:pt x="33246" y="13337"/>
                </a:cubicBezTo>
                <a:cubicBezTo>
                  <a:pt x="33389" y="13194"/>
                  <a:pt x="33651" y="13123"/>
                  <a:pt x="33460" y="12765"/>
                </a:cubicBezTo>
                <a:lnTo>
                  <a:pt x="33460" y="12765"/>
                </a:lnTo>
                <a:cubicBezTo>
                  <a:pt x="31936" y="13099"/>
                  <a:pt x="30412" y="13432"/>
                  <a:pt x="28888" y="13766"/>
                </a:cubicBezTo>
                <a:cubicBezTo>
                  <a:pt x="27126" y="14147"/>
                  <a:pt x="25363" y="14551"/>
                  <a:pt x="23625" y="14932"/>
                </a:cubicBezTo>
                <a:cubicBezTo>
                  <a:pt x="23444" y="14971"/>
                  <a:pt x="23306" y="14994"/>
                  <a:pt x="23204" y="14994"/>
                </a:cubicBezTo>
                <a:cubicBezTo>
                  <a:pt x="22931" y="14994"/>
                  <a:pt x="22912" y="14829"/>
                  <a:pt x="22982" y="14361"/>
                </a:cubicBezTo>
                <a:cubicBezTo>
                  <a:pt x="23006" y="14266"/>
                  <a:pt x="23029" y="14194"/>
                  <a:pt x="23029" y="14123"/>
                </a:cubicBezTo>
                <a:cubicBezTo>
                  <a:pt x="23815" y="10432"/>
                  <a:pt x="24601" y="6740"/>
                  <a:pt x="25363" y="3049"/>
                </a:cubicBezTo>
                <a:cubicBezTo>
                  <a:pt x="25530" y="2120"/>
                  <a:pt x="25863" y="1215"/>
                  <a:pt x="25840" y="1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3229" name="Google Shape;3229;p93"/>
          <p:cNvSpPr txBox="1">
            <a:spLocks noGrp="1"/>
          </p:cNvSpPr>
          <p:nvPr>
            <p:ph type="title"/>
          </p:nvPr>
        </p:nvSpPr>
        <p:spPr>
          <a:xfrm>
            <a:off x="970106" y="429765"/>
            <a:ext cx="6442278" cy="969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 smtClean="0"/>
              <a:t>Scientific Method</a:t>
            </a:r>
            <a:endParaRPr dirty="0"/>
          </a:p>
        </p:txBody>
      </p:sp>
      <p:grpSp>
        <p:nvGrpSpPr>
          <p:cNvPr id="3232" name="Google Shape;3232;p93"/>
          <p:cNvGrpSpPr/>
          <p:nvPr/>
        </p:nvGrpSpPr>
        <p:grpSpPr>
          <a:xfrm>
            <a:off x="6681144" y="3616841"/>
            <a:ext cx="1495621" cy="1291831"/>
            <a:chOff x="5614619" y="2740966"/>
            <a:chExt cx="1495621" cy="1291831"/>
          </a:xfrm>
        </p:grpSpPr>
        <p:sp>
          <p:nvSpPr>
            <p:cNvPr id="3233" name="Google Shape;3233;p93"/>
            <p:cNvSpPr/>
            <p:nvPr/>
          </p:nvSpPr>
          <p:spPr>
            <a:xfrm>
              <a:off x="5614619" y="3232736"/>
              <a:ext cx="233570" cy="259568"/>
            </a:xfrm>
            <a:custGeom>
              <a:avLst/>
              <a:gdLst/>
              <a:ahLst/>
              <a:cxnLst/>
              <a:rect l="l" t="t" r="r" b="b"/>
              <a:pathLst>
                <a:path w="7349" h="8167" extrusionOk="0">
                  <a:moveTo>
                    <a:pt x="2648" y="0"/>
                  </a:moveTo>
                  <a:cubicBezTo>
                    <a:pt x="2113" y="0"/>
                    <a:pt x="1614" y="173"/>
                    <a:pt x="1262" y="512"/>
                  </a:cubicBezTo>
                  <a:cubicBezTo>
                    <a:pt x="453" y="1275"/>
                    <a:pt x="0" y="2275"/>
                    <a:pt x="96" y="3394"/>
                  </a:cubicBezTo>
                  <a:cubicBezTo>
                    <a:pt x="286" y="5466"/>
                    <a:pt x="1644" y="7442"/>
                    <a:pt x="3882" y="8038"/>
                  </a:cubicBezTo>
                  <a:cubicBezTo>
                    <a:pt x="4194" y="8124"/>
                    <a:pt x="4508" y="8167"/>
                    <a:pt x="4812" y="8167"/>
                  </a:cubicBezTo>
                  <a:cubicBezTo>
                    <a:pt x="6181" y="8167"/>
                    <a:pt x="7348" y="7306"/>
                    <a:pt x="7192" y="5728"/>
                  </a:cubicBezTo>
                  <a:cubicBezTo>
                    <a:pt x="7002" y="3513"/>
                    <a:pt x="6002" y="1751"/>
                    <a:pt x="4192" y="489"/>
                  </a:cubicBezTo>
                  <a:cubicBezTo>
                    <a:pt x="3712" y="161"/>
                    <a:pt x="3164" y="0"/>
                    <a:pt x="2648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234" name="Google Shape;3234;p93"/>
            <p:cNvSpPr/>
            <p:nvPr/>
          </p:nvSpPr>
          <p:spPr>
            <a:xfrm>
              <a:off x="5985489" y="3413038"/>
              <a:ext cx="243740" cy="219522"/>
            </a:xfrm>
            <a:custGeom>
              <a:avLst/>
              <a:gdLst/>
              <a:ahLst/>
              <a:cxnLst/>
              <a:rect l="l" t="t" r="r" b="b"/>
              <a:pathLst>
                <a:path w="7669" h="6907" extrusionOk="0">
                  <a:moveTo>
                    <a:pt x="2579" y="0"/>
                  </a:moveTo>
                  <a:cubicBezTo>
                    <a:pt x="1203" y="0"/>
                    <a:pt x="0" y="1093"/>
                    <a:pt x="0" y="2436"/>
                  </a:cubicBezTo>
                  <a:cubicBezTo>
                    <a:pt x="0" y="3151"/>
                    <a:pt x="215" y="3960"/>
                    <a:pt x="643" y="4675"/>
                  </a:cubicBezTo>
                  <a:cubicBezTo>
                    <a:pt x="1361" y="5791"/>
                    <a:pt x="2761" y="6906"/>
                    <a:pt x="4274" y="6906"/>
                  </a:cubicBezTo>
                  <a:cubicBezTo>
                    <a:pt x="4569" y="6906"/>
                    <a:pt x="4869" y="6864"/>
                    <a:pt x="5168" y="6770"/>
                  </a:cubicBezTo>
                  <a:cubicBezTo>
                    <a:pt x="6859" y="6247"/>
                    <a:pt x="7669" y="4794"/>
                    <a:pt x="6930" y="3198"/>
                  </a:cubicBezTo>
                  <a:cubicBezTo>
                    <a:pt x="6168" y="1627"/>
                    <a:pt x="4954" y="483"/>
                    <a:pt x="3215" y="79"/>
                  </a:cubicBezTo>
                  <a:cubicBezTo>
                    <a:pt x="3002" y="25"/>
                    <a:pt x="2789" y="0"/>
                    <a:pt x="2579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235" name="Google Shape;3235;p93"/>
            <p:cNvSpPr/>
            <p:nvPr/>
          </p:nvSpPr>
          <p:spPr>
            <a:xfrm>
              <a:off x="5884071" y="2740966"/>
              <a:ext cx="218759" cy="222064"/>
            </a:xfrm>
            <a:custGeom>
              <a:avLst/>
              <a:gdLst/>
              <a:ahLst/>
              <a:cxnLst/>
              <a:rect l="l" t="t" r="r" b="b"/>
              <a:pathLst>
                <a:path w="6883" h="6987" extrusionOk="0">
                  <a:moveTo>
                    <a:pt x="3502" y="0"/>
                  </a:moveTo>
                  <a:cubicBezTo>
                    <a:pt x="2862" y="0"/>
                    <a:pt x="2233" y="161"/>
                    <a:pt x="1643" y="482"/>
                  </a:cubicBezTo>
                  <a:cubicBezTo>
                    <a:pt x="643" y="1030"/>
                    <a:pt x="0" y="2364"/>
                    <a:pt x="381" y="3340"/>
                  </a:cubicBezTo>
                  <a:cubicBezTo>
                    <a:pt x="1000" y="4983"/>
                    <a:pt x="2120" y="6174"/>
                    <a:pt x="3811" y="6793"/>
                  </a:cubicBezTo>
                  <a:cubicBezTo>
                    <a:pt x="4163" y="6925"/>
                    <a:pt x="4487" y="6986"/>
                    <a:pt x="4780" y="6986"/>
                  </a:cubicBezTo>
                  <a:cubicBezTo>
                    <a:pt x="5817" y="6986"/>
                    <a:pt x="6485" y="6218"/>
                    <a:pt x="6764" y="5031"/>
                  </a:cubicBezTo>
                  <a:cubicBezTo>
                    <a:pt x="6811" y="4769"/>
                    <a:pt x="6764" y="4507"/>
                    <a:pt x="6764" y="4269"/>
                  </a:cubicBezTo>
                  <a:cubicBezTo>
                    <a:pt x="6883" y="3435"/>
                    <a:pt x="6645" y="2673"/>
                    <a:pt x="6311" y="1959"/>
                  </a:cubicBezTo>
                  <a:cubicBezTo>
                    <a:pt x="5882" y="1006"/>
                    <a:pt x="5239" y="220"/>
                    <a:pt x="4144" y="54"/>
                  </a:cubicBezTo>
                  <a:cubicBezTo>
                    <a:pt x="3930" y="18"/>
                    <a:pt x="3715" y="0"/>
                    <a:pt x="3502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236" name="Google Shape;3236;p93"/>
            <p:cNvSpPr/>
            <p:nvPr/>
          </p:nvSpPr>
          <p:spPr>
            <a:xfrm>
              <a:off x="6513046" y="3075190"/>
              <a:ext cx="249779" cy="202200"/>
            </a:xfrm>
            <a:custGeom>
              <a:avLst/>
              <a:gdLst/>
              <a:ahLst/>
              <a:cxnLst/>
              <a:rect l="l" t="t" r="r" b="b"/>
              <a:pathLst>
                <a:path w="7859" h="6362" extrusionOk="0">
                  <a:moveTo>
                    <a:pt x="2811" y="0"/>
                  </a:moveTo>
                  <a:cubicBezTo>
                    <a:pt x="2016" y="0"/>
                    <a:pt x="1274" y="376"/>
                    <a:pt x="715" y="1064"/>
                  </a:cubicBezTo>
                  <a:cubicBezTo>
                    <a:pt x="0" y="1945"/>
                    <a:pt x="0" y="3064"/>
                    <a:pt x="810" y="4160"/>
                  </a:cubicBezTo>
                  <a:cubicBezTo>
                    <a:pt x="1874" y="5571"/>
                    <a:pt x="3275" y="6353"/>
                    <a:pt x="5057" y="6353"/>
                  </a:cubicBezTo>
                  <a:cubicBezTo>
                    <a:pt x="5109" y="6353"/>
                    <a:pt x="5162" y="6352"/>
                    <a:pt x="5215" y="6351"/>
                  </a:cubicBezTo>
                  <a:cubicBezTo>
                    <a:pt x="5358" y="6351"/>
                    <a:pt x="5512" y="6361"/>
                    <a:pt x="5662" y="6361"/>
                  </a:cubicBezTo>
                  <a:cubicBezTo>
                    <a:pt x="5737" y="6361"/>
                    <a:pt x="5811" y="6359"/>
                    <a:pt x="5882" y="6351"/>
                  </a:cubicBezTo>
                  <a:cubicBezTo>
                    <a:pt x="7240" y="6255"/>
                    <a:pt x="7859" y="5303"/>
                    <a:pt x="7454" y="4041"/>
                  </a:cubicBezTo>
                  <a:cubicBezTo>
                    <a:pt x="6883" y="2278"/>
                    <a:pt x="5668" y="1040"/>
                    <a:pt x="4001" y="278"/>
                  </a:cubicBezTo>
                  <a:cubicBezTo>
                    <a:pt x="3602" y="90"/>
                    <a:pt x="3200" y="0"/>
                    <a:pt x="2811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237" name="Google Shape;3237;p93"/>
            <p:cNvSpPr/>
            <p:nvPr/>
          </p:nvSpPr>
          <p:spPr>
            <a:xfrm>
              <a:off x="6376795" y="3405887"/>
              <a:ext cx="229470" cy="191839"/>
            </a:xfrm>
            <a:custGeom>
              <a:avLst/>
              <a:gdLst/>
              <a:ahLst/>
              <a:cxnLst/>
              <a:rect l="l" t="t" r="r" b="b"/>
              <a:pathLst>
                <a:path w="7220" h="6036" extrusionOk="0">
                  <a:moveTo>
                    <a:pt x="2204" y="1"/>
                  </a:moveTo>
                  <a:cubicBezTo>
                    <a:pt x="1854" y="1"/>
                    <a:pt x="1482" y="140"/>
                    <a:pt x="1144" y="280"/>
                  </a:cubicBezTo>
                  <a:cubicBezTo>
                    <a:pt x="477" y="566"/>
                    <a:pt x="1" y="1399"/>
                    <a:pt x="96" y="2114"/>
                  </a:cubicBezTo>
                  <a:cubicBezTo>
                    <a:pt x="429" y="4424"/>
                    <a:pt x="1858" y="5829"/>
                    <a:pt x="4049" y="6019"/>
                  </a:cubicBezTo>
                  <a:cubicBezTo>
                    <a:pt x="4166" y="6030"/>
                    <a:pt x="4282" y="6036"/>
                    <a:pt x="4395" y="6036"/>
                  </a:cubicBezTo>
                  <a:cubicBezTo>
                    <a:pt x="5995" y="6036"/>
                    <a:pt x="7220" y="4946"/>
                    <a:pt x="6597" y="2923"/>
                  </a:cubicBezTo>
                  <a:cubicBezTo>
                    <a:pt x="6168" y="1518"/>
                    <a:pt x="4478" y="42"/>
                    <a:pt x="2406" y="18"/>
                  </a:cubicBezTo>
                  <a:cubicBezTo>
                    <a:pt x="2340" y="6"/>
                    <a:pt x="2272" y="1"/>
                    <a:pt x="2204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238" name="Google Shape;3238;p93"/>
            <p:cNvSpPr/>
            <p:nvPr/>
          </p:nvSpPr>
          <p:spPr>
            <a:xfrm>
              <a:off x="6099715" y="3104208"/>
              <a:ext cx="178713" cy="173119"/>
            </a:xfrm>
            <a:custGeom>
              <a:avLst/>
              <a:gdLst/>
              <a:ahLst/>
              <a:cxnLst/>
              <a:rect l="l" t="t" r="r" b="b"/>
              <a:pathLst>
                <a:path w="5623" h="5447" extrusionOk="0">
                  <a:moveTo>
                    <a:pt x="2987" y="1"/>
                  </a:moveTo>
                  <a:cubicBezTo>
                    <a:pt x="2618" y="1"/>
                    <a:pt x="2239" y="92"/>
                    <a:pt x="1860" y="246"/>
                  </a:cubicBezTo>
                  <a:cubicBezTo>
                    <a:pt x="955" y="651"/>
                    <a:pt x="336" y="1246"/>
                    <a:pt x="193" y="2318"/>
                  </a:cubicBezTo>
                  <a:cubicBezTo>
                    <a:pt x="0" y="3988"/>
                    <a:pt x="1926" y="5447"/>
                    <a:pt x="3441" y="5447"/>
                  </a:cubicBezTo>
                  <a:cubicBezTo>
                    <a:pt x="3611" y="5447"/>
                    <a:pt x="3776" y="5428"/>
                    <a:pt x="3932" y="5390"/>
                  </a:cubicBezTo>
                  <a:cubicBezTo>
                    <a:pt x="5051" y="5080"/>
                    <a:pt x="5623" y="4390"/>
                    <a:pt x="5623" y="3342"/>
                  </a:cubicBezTo>
                  <a:cubicBezTo>
                    <a:pt x="5623" y="2127"/>
                    <a:pt x="5170" y="1246"/>
                    <a:pt x="4384" y="556"/>
                  </a:cubicBezTo>
                  <a:cubicBezTo>
                    <a:pt x="3950" y="162"/>
                    <a:pt x="3477" y="1"/>
                    <a:pt x="2987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239" name="Google Shape;3239;p93"/>
            <p:cNvSpPr/>
            <p:nvPr/>
          </p:nvSpPr>
          <p:spPr>
            <a:xfrm>
              <a:off x="5900121" y="3798306"/>
              <a:ext cx="164125" cy="145564"/>
            </a:xfrm>
            <a:custGeom>
              <a:avLst/>
              <a:gdLst/>
              <a:ahLst/>
              <a:cxnLst/>
              <a:rect l="l" t="t" r="r" b="b"/>
              <a:pathLst>
                <a:path w="5164" h="4580" extrusionOk="0">
                  <a:moveTo>
                    <a:pt x="2026" y="0"/>
                  </a:moveTo>
                  <a:cubicBezTo>
                    <a:pt x="859" y="0"/>
                    <a:pt x="0" y="1133"/>
                    <a:pt x="424" y="2341"/>
                  </a:cubicBezTo>
                  <a:cubicBezTo>
                    <a:pt x="877" y="3626"/>
                    <a:pt x="1758" y="4460"/>
                    <a:pt x="3187" y="4579"/>
                  </a:cubicBezTo>
                  <a:cubicBezTo>
                    <a:pt x="4020" y="4484"/>
                    <a:pt x="4639" y="4079"/>
                    <a:pt x="5163" y="3460"/>
                  </a:cubicBezTo>
                  <a:cubicBezTo>
                    <a:pt x="5139" y="3222"/>
                    <a:pt x="5163" y="3007"/>
                    <a:pt x="5115" y="2793"/>
                  </a:cubicBezTo>
                  <a:cubicBezTo>
                    <a:pt x="4806" y="1340"/>
                    <a:pt x="3901" y="412"/>
                    <a:pt x="2472" y="54"/>
                  </a:cubicBezTo>
                  <a:cubicBezTo>
                    <a:pt x="2320" y="18"/>
                    <a:pt x="2171" y="0"/>
                    <a:pt x="2026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240" name="Google Shape;3240;p93"/>
            <p:cNvSpPr/>
            <p:nvPr/>
          </p:nvSpPr>
          <p:spPr>
            <a:xfrm>
              <a:off x="6873301" y="3460045"/>
              <a:ext cx="236939" cy="186690"/>
            </a:xfrm>
            <a:custGeom>
              <a:avLst/>
              <a:gdLst/>
              <a:ahLst/>
              <a:cxnLst/>
              <a:rect l="l" t="t" r="r" b="b"/>
              <a:pathLst>
                <a:path w="7455" h="5874" extrusionOk="0">
                  <a:moveTo>
                    <a:pt x="3176" y="1"/>
                  </a:moveTo>
                  <a:cubicBezTo>
                    <a:pt x="2331" y="1"/>
                    <a:pt x="1547" y="476"/>
                    <a:pt x="882" y="1434"/>
                  </a:cubicBezTo>
                  <a:cubicBezTo>
                    <a:pt x="1" y="2648"/>
                    <a:pt x="239" y="3982"/>
                    <a:pt x="1501" y="4815"/>
                  </a:cubicBezTo>
                  <a:cubicBezTo>
                    <a:pt x="2644" y="5577"/>
                    <a:pt x="3954" y="5815"/>
                    <a:pt x="5311" y="5863"/>
                  </a:cubicBezTo>
                  <a:cubicBezTo>
                    <a:pt x="5438" y="5863"/>
                    <a:pt x="5565" y="5874"/>
                    <a:pt x="5685" y="5874"/>
                  </a:cubicBezTo>
                  <a:cubicBezTo>
                    <a:pt x="5745" y="5874"/>
                    <a:pt x="5804" y="5871"/>
                    <a:pt x="5859" y="5863"/>
                  </a:cubicBezTo>
                  <a:cubicBezTo>
                    <a:pt x="7026" y="5768"/>
                    <a:pt x="7455" y="5268"/>
                    <a:pt x="7336" y="4101"/>
                  </a:cubicBezTo>
                  <a:cubicBezTo>
                    <a:pt x="7288" y="3863"/>
                    <a:pt x="7217" y="3601"/>
                    <a:pt x="7121" y="3363"/>
                  </a:cubicBezTo>
                  <a:cubicBezTo>
                    <a:pt x="6764" y="2338"/>
                    <a:pt x="6074" y="1576"/>
                    <a:pt x="5264" y="886"/>
                  </a:cubicBezTo>
                  <a:cubicBezTo>
                    <a:pt x="4549" y="297"/>
                    <a:pt x="3844" y="1"/>
                    <a:pt x="3176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241" name="Google Shape;3241;p93"/>
            <p:cNvSpPr/>
            <p:nvPr/>
          </p:nvSpPr>
          <p:spPr>
            <a:xfrm>
              <a:off x="6360141" y="3860981"/>
              <a:ext cx="180938" cy="171816"/>
            </a:xfrm>
            <a:custGeom>
              <a:avLst/>
              <a:gdLst/>
              <a:ahLst/>
              <a:cxnLst/>
              <a:rect l="l" t="t" r="r" b="b"/>
              <a:pathLst>
                <a:path w="5693" h="5406" extrusionOk="0">
                  <a:moveTo>
                    <a:pt x="2939" y="1"/>
                  </a:moveTo>
                  <a:cubicBezTo>
                    <a:pt x="2400" y="1"/>
                    <a:pt x="1842" y="186"/>
                    <a:pt x="1310" y="559"/>
                  </a:cubicBezTo>
                  <a:cubicBezTo>
                    <a:pt x="310" y="1250"/>
                    <a:pt x="1" y="2393"/>
                    <a:pt x="477" y="3512"/>
                  </a:cubicBezTo>
                  <a:cubicBezTo>
                    <a:pt x="943" y="4665"/>
                    <a:pt x="2131" y="5406"/>
                    <a:pt x="3447" y="5406"/>
                  </a:cubicBezTo>
                  <a:cubicBezTo>
                    <a:pt x="3544" y="5406"/>
                    <a:pt x="3641" y="5402"/>
                    <a:pt x="3739" y="5393"/>
                  </a:cubicBezTo>
                  <a:cubicBezTo>
                    <a:pt x="5049" y="5298"/>
                    <a:pt x="5692" y="4607"/>
                    <a:pt x="5692" y="3298"/>
                  </a:cubicBezTo>
                  <a:cubicBezTo>
                    <a:pt x="5692" y="2321"/>
                    <a:pt x="5287" y="1321"/>
                    <a:pt x="4597" y="678"/>
                  </a:cubicBezTo>
                  <a:cubicBezTo>
                    <a:pt x="4109" y="228"/>
                    <a:pt x="3535" y="1"/>
                    <a:pt x="2939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242" name="Google Shape;3242;p93"/>
            <p:cNvSpPr/>
            <p:nvPr/>
          </p:nvSpPr>
          <p:spPr>
            <a:xfrm>
              <a:off x="6799121" y="3820808"/>
              <a:ext cx="156720" cy="160819"/>
            </a:xfrm>
            <a:custGeom>
              <a:avLst/>
              <a:gdLst/>
              <a:ahLst/>
              <a:cxnLst/>
              <a:rect l="l" t="t" r="r" b="b"/>
              <a:pathLst>
                <a:path w="4931" h="5060" extrusionOk="0">
                  <a:moveTo>
                    <a:pt x="2551" y="0"/>
                  </a:moveTo>
                  <a:cubicBezTo>
                    <a:pt x="2088" y="0"/>
                    <a:pt x="1601" y="147"/>
                    <a:pt x="1144" y="442"/>
                  </a:cubicBezTo>
                  <a:cubicBezTo>
                    <a:pt x="215" y="1013"/>
                    <a:pt x="1" y="1894"/>
                    <a:pt x="525" y="2966"/>
                  </a:cubicBezTo>
                  <a:cubicBezTo>
                    <a:pt x="954" y="3895"/>
                    <a:pt x="1692" y="4490"/>
                    <a:pt x="2621" y="4895"/>
                  </a:cubicBezTo>
                  <a:cubicBezTo>
                    <a:pt x="2887" y="5005"/>
                    <a:pt x="3137" y="5059"/>
                    <a:pt x="3368" y="5059"/>
                  </a:cubicBezTo>
                  <a:cubicBezTo>
                    <a:pt x="3986" y="5059"/>
                    <a:pt x="4469" y="4677"/>
                    <a:pt x="4764" y="3966"/>
                  </a:cubicBezTo>
                  <a:cubicBezTo>
                    <a:pt x="4883" y="3633"/>
                    <a:pt x="4907" y="3300"/>
                    <a:pt x="4907" y="2966"/>
                  </a:cubicBezTo>
                  <a:cubicBezTo>
                    <a:pt x="4931" y="2156"/>
                    <a:pt x="4597" y="1442"/>
                    <a:pt x="4145" y="799"/>
                  </a:cubicBezTo>
                  <a:cubicBezTo>
                    <a:pt x="3749" y="266"/>
                    <a:pt x="3172" y="0"/>
                    <a:pt x="2551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grpSp>
        <p:nvGrpSpPr>
          <p:cNvPr id="3243" name="Google Shape;3243;p93"/>
          <p:cNvGrpSpPr/>
          <p:nvPr/>
        </p:nvGrpSpPr>
        <p:grpSpPr>
          <a:xfrm>
            <a:off x="117709" y="3134396"/>
            <a:ext cx="1624825" cy="1376466"/>
            <a:chOff x="5806500" y="2591150"/>
            <a:chExt cx="1404950" cy="1190200"/>
          </a:xfrm>
        </p:grpSpPr>
        <p:sp>
          <p:nvSpPr>
            <p:cNvPr id="3244" name="Google Shape;3244;p93"/>
            <p:cNvSpPr/>
            <p:nvPr/>
          </p:nvSpPr>
          <p:spPr>
            <a:xfrm>
              <a:off x="6178275" y="3511600"/>
              <a:ext cx="141600" cy="269750"/>
            </a:xfrm>
            <a:custGeom>
              <a:avLst/>
              <a:gdLst/>
              <a:ahLst/>
              <a:cxnLst/>
              <a:rect l="l" t="t" r="r" b="b"/>
              <a:pathLst>
                <a:path w="5664" h="10790" extrusionOk="0">
                  <a:moveTo>
                    <a:pt x="5358" y="1"/>
                  </a:moveTo>
                  <a:cubicBezTo>
                    <a:pt x="5279" y="1"/>
                    <a:pt x="5199" y="34"/>
                    <a:pt x="5152" y="110"/>
                  </a:cubicBezTo>
                  <a:cubicBezTo>
                    <a:pt x="4184" y="1590"/>
                    <a:pt x="3683" y="3373"/>
                    <a:pt x="3473" y="5110"/>
                  </a:cubicBezTo>
                  <a:cubicBezTo>
                    <a:pt x="3345" y="6077"/>
                    <a:pt x="3334" y="7056"/>
                    <a:pt x="3427" y="8035"/>
                  </a:cubicBezTo>
                  <a:cubicBezTo>
                    <a:pt x="3438" y="8210"/>
                    <a:pt x="3450" y="8396"/>
                    <a:pt x="3462" y="8583"/>
                  </a:cubicBezTo>
                  <a:cubicBezTo>
                    <a:pt x="3020" y="8212"/>
                    <a:pt x="2403" y="7996"/>
                    <a:pt x="1819" y="7996"/>
                  </a:cubicBezTo>
                  <a:cubicBezTo>
                    <a:pt x="1065" y="7996"/>
                    <a:pt x="366" y="8357"/>
                    <a:pt x="175" y="9212"/>
                  </a:cubicBezTo>
                  <a:cubicBezTo>
                    <a:pt x="0" y="10016"/>
                    <a:pt x="630" y="10576"/>
                    <a:pt x="1364" y="10715"/>
                  </a:cubicBezTo>
                  <a:cubicBezTo>
                    <a:pt x="1617" y="10766"/>
                    <a:pt x="1877" y="10790"/>
                    <a:pt x="2138" y="10790"/>
                  </a:cubicBezTo>
                  <a:cubicBezTo>
                    <a:pt x="2971" y="10790"/>
                    <a:pt x="3816" y="10544"/>
                    <a:pt x="4499" y="10109"/>
                  </a:cubicBezTo>
                  <a:cubicBezTo>
                    <a:pt x="4720" y="9970"/>
                    <a:pt x="4662" y="9655"/>
                    <a:pt x="4464" y="9550"/>
                  </a:cubicBezTo>
                  <a:cubicBezTo>
                    <a:pt x="4534" y="8944"/>
                    <a:pt x="4301" y="8268"/>
                    <a:pt x="4254" y="7674"/>
                  </a:cubicBezTo>
                  <a:cubicBezTo>
                    <a:pt x="4196" y="6881"/>
                    <a:pt x="4208" y="6089"/>
                    <a:pt x="4277" y="5296"/>
                  </a:cubicBezTo>
                  <a:cubicBezTo>
                    <a:pt x="4441" y="3537"/>
                    <a:pt x="4988" y="1940"/>
                    <a:pt x="5594" y="308"/>
                  </a:cubicBezTo>
                  <a:cubicBezTo>
                    <a:pt x="5663" y="124"/>
                    <a:pt x="5511" y="1"/>
                    <a:pt x="535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245" name="Google Shape;3245;p93"/>
            <p:cNvSpPr/>
            <p:nvPr/>
          </p:nvSpPr>
          <p:spPr>
            <a:xfrm>
              <a:off x="6579250" y="3508975"/>
              <a:ext cx="150575" cy="266700"/>
            </a:xfrm>
            <a:custGeom>
              <a:avLst/>
              <a:gdLst/>
              <a:ahLst/>
              <a:cxnLst/>
              <a:rect l="l" t="t" r="r" b="b"/>
              <a:pathLst>
                <a:path w="6023" h="10668" extrusionOk="0">
                  <a:moveTo>
                    <a:pt x="319" y="0"/>
                  </a:moveTo>
                  <a:cubicBezTo>
                    <a:pt x="160" y="0"/>
                    <a:pt x="1" y="128"/>
                    <a:pt x="79" y="308"/>
                  </a:cubicBezTo>
                  <a:cubicBezTo>
                    <a:pt x="743" y="1928"/>
                    <a:pt x="1350" y="3502"/>
                    <a:pt x="1571" y="5250"/>
                  </a:cubicBezTo>
                  <a:cubicBezTo>
                    <a:pt x="1664" y="6031"/>
                    <a:pt x="1711" y="6835"/>
                    <a:pt x="1676" y="7627"/>
                  </a:cubicBezTo>
                  <a:cubicBezTo>
                    <a:pt x="1653" y="8222"/>
                    <a:pt x="1443" y="8909"/>
                    <a:pt x="1536" y="9515"/>
                  </a:cubicBezTo>
                  <a:cubicBezTo>
                    <a:pt x="1338" y="9620"/>
                    <a:pt x="1291" y="9935"/>
                    <a:pt x="1524" y="10075"/>
                  </a:cubicBezTo>
                  <a:cubicBezTo>
                    <a:pt x="2182" y="10457"/>
                    <a:pt x="2976" y="10668"/>
                    <a:pt x="3758" y="10668"/>
                  </a:cubicBezTo>
                  <a:cubicBezTo>
                    <a:pt x="4071" y="10668"/>
                    <a:pt x="4383" y="10634"/>
                    <a:pt x="4683" y="10564"/>
                  </a:cubicBezTo>
                  <a:cubicBezTo>
                    <a:pt x="5417" y="10401"/>
                    <a:pt x="6023" y="9818"/>
                    <a:pt x="5813" y="9014"/>
                  </a:cubicBezTo>
                  <a:cubicBezTo>
                    <a:pt x="5598" y="8197"/>
                    <a:pt x="4932" y="7855"/>
                    <a:pt x="4210" y="7855"/>
                  </a:cubicBezTo>
                  <a:cubicBezTo>
                    <a:pt x="3602" y="7855"/>
                    <a:pt x="2956" y="8097"/>
                    <a:pt x="2503" y="8501"/>
                  </a:cubicBezTo>
                  <a:cubicBezTo>
                    <a:pt x="2515" y="8315"/>
                    <a:pt x="2515" y="8140"/>
                    <a:pt x="2527" y="7954"/>
                  </a:cubicBezTo>
                  <a:cubicBezTo>
                    <a:pt x="2585" y="6986"/>
                    <a:pt x="2527" y="6007"/>
                    <a:pt x="2375" y="5040"/>
                  </a:cubicBezTo>
                  <a:cubicBezTo>
                    <a:pt x="2107" y="3304"/>
                    <a:pt x="1536" y="1544"/>
                    <a:pt x="522" y="99"/>
                  </a:cubicBezTo>
                  <a:cubicBezTo>
                    <a:pt x="473" y="30"/>
                    <a:pt x="396" y="0"/>
                    <a:pt x="31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246" name="Google Shape;3246;p93"/>
            <p:cNvSpPr/>
            <p:nvPr/>
          </p:nvSpPr>
          <p:spPr>
            <a:xfrm>
              <a:off x="5834325" y="2628600"/>
              <a:ext cx="180500" cy="280175"/>
            </a:xfrm>
            <a:custGeom>
              <a:avLst/>
              <a:gdLst/>
              <a:ahLst/>
              <a:cxnLst/>
              <a:rect l="l" t="t" r="r" b="b"/>
              <a:pathLst>
                <a:path w="7220" h="11207" extrusionOk="0">
                  <a:moveTo>
                    <a:pt x="3026" y="0"/>
                  </a:moveTo>
                  <a:cubicBezTo>
                    <a:pt x="2810" y="0"/>
                    <a:pt x="2599" y="143"/>
                    <a:pt x="2594" y="433"/>
                  </a:cubicBezTo>
                  <a:lnTo>
                    <a:pt x="2582" y="1179"/>
                  </a:lnTo>
                  <a:cubicBezTo>
                    <a:pt x="2535" y="1074"/>
                    <a:pt x="2489" y="946"/>
                    <a:pt x="2454" y="829"/>
                  </a:cubicBezTo>
                  <a:cubicBezTo>
                    <a:pt x="2393" y="609"/>
                    <a:pt x="2222" y="513"/>
                    <a:pt x="2047" y="513"/>
                  </a:cubicBezTo>
                  <a:cubicBezTo>
                    <a:pt x="1787" y="513"/>
                    <a:pt x="1519" y="727"/>
                    <a:pt x="1603" y="1062"/>
                  </a:cubicBezTo>
                  <a:lnTo>
                    <a:pt x="1848" y="1948"/>
                  </a:lnTo>
                  <a:cubicBezTo>
                    <a:pt x="1521" y="1750"/>
                    <a:pt x="1207" y="1563"/>
                    <a:pt x="880" y="1365"/>
                  </a:cubicBezTo>
                  <a:cubicBezTo>
                    <a:pt x="811" y="1324"/>
                    <a:pt x="738" y="1305"/>
                    <a:pt x="668" y="1305"/>
                  </a:cubicBezTo>
                  <a:cubicBezTo>
                    <a:pt x="307" y="1305"/>
                    <a:pt x="1" y="1793"/>
                    <a:pt x="333" y="2076"/>
                  </a:cubicBezTo>
                  <a:cubicBezTo>
                    <a:pt x="939" y="2577"/>
                    <a:pt x="1603" y="3137"/>
                    <a:pt x="2361" y="3370"/>
                  </a:cubicBezTo>
                  <a:cubicBezTo>
                    <a:pt x="1941" y="6376"/>
                    <a:pt x="3852" y="9558"/>
                    <a:pt x="6311" y="11131"/>
                  </a:cubicBezTo>
                  <a:cubicBezTo>
                    <a:pt x="6394" y="11184"/>
                    <a:pt x="6476" y="11207"/>
                    <a:pt x="6553" y="11207"/>
                  </a:cubicBezTo>
                  <a:cubicBezTo>
                    <a:pt x="6953" y="11207"/>
                    <a:pt x="7219" y="10589"/>
                    <a:pt x="6789" y="10316"/>
                  </a:cubicBezTo>
                  <a:cubicBezTo>
                    <a:pt x="4085" y="8591"/>
                    <a:pt x="3141" y="5829"/>
                    <a:pt x="3071" y="2799"/>
                  </a:cubicBezTo>
                  <a:cubicBezTo>
                    <a:pt x="3246" y="2764"/>
                    <a:pt x="3409" y="2601"/>
                    <a:pt x="3444" y="2414"/>
                  </a:cubicBezTo>
                  <a:cubicBezTo>
                    <a:pt x="3677" y="2204"/>
                    <a:pt x="3922" y="2030"/>
                    <a:pt x="4202" y="1878"/>
                  </a:cubicBezTo>
                  <a:cubicBezTo>
                    <a:pt x="4538" y="1672"/>
                    <a:pt x="4350" y="1205"/>
                    <a:pt x="4004" y="1205"/>
                  </a:cubicBezTo>
                  <a:cubicBezTo>
                    <a:pt x="3978" y="1205"/>
                    <a:pt x="3950" y="1208"/>
                    <a:pt x="3922" y="1214"/>
                  </a:cubicBezTo>
                  <a:cubicBezTo>
                    <a:pt x="3771" y="1249"/>
                    <a:pt x="3631" y="1295"/>
                    <a:pt x="3491" y="1354"/>
                  </a:cubicBezTo>
                  <a:cubicBezTo>
                    <a:pt x="3503" y="1051"/>
                    <a:pt x="3514" y="736"/>
                    <a:pt x="3491" y="433"/>
                  </a:cubicBezTo>
                  <a:cubicBezTo>
                    <a:pt x="3468" y="146"/>
                    <a:pt x="3244" y="0"/>
                    <a:pt x="302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247" name="Google Shape;3247;p93"/>
            <p:cNvSpPr/>
            <p:nvPr/>
          </p:nvSpPr>
          <p:spPr>
            <a:xfrm>
              <a:off x="6901425" y="2591150"/>
              <a:ext cx="171400" cy="266975"/>
            </a:xfrm>
            <a:custGeom>
              <a:avLst/>
              <a:gdLst/>
              <a:ahLst/>
              <a:cxnLst/>
              <a:rect l="l" t="t" r="r" b="b"/>
              <a:pathLst>
                <a:path w="6856" h="10679" extrusionOk="0">
                  <a:moveTo>
                    <a:pt x="5541" y="0"/>
                  </a:moveTo>
                  <a:cubicBezTo>
                    <a:pt x="5372" y="0"/>
                    <a:pt x="5205" y="91"/>
                    <a:pt x="5140" y="299"/>
                  </a:cubicBezTo>
                  <a:cubicBezTo>
                    <a:pt x="5023" y="649"/>
                    <a:pt x="4872" y="964"/>
                    <a:pt x="4709" y="1290"/>
                  </a:cubicBezTo>
                  <a:cubicBezTo>
                    <a:pt x="4639" y="1022"/>
                    <a:pt x="4580" y="765"/>
                    <a:pt x="4557" y="497"/>
                  </a:cubicBezTo>
                  <a:cubicBezTo>
                    <a:pt x="4533" y="227"/>
                    <a:pt x="4313" y="87"/>
                    <a:pt x="4103" y="87"/>
                  </a:cubicBezTo>
                  <a:cubicBezTo>
                    <a:pt x="3897" y="87"/>
                    <a:pt x="3700" y="221"/>
                    <a:pt x="3706" y="497"/>
                  </a:cubicBezTo>
                  <a:cubicBezTo>
                    <a:pt x="3718" y="870"/>
                    <a:pt x="3718" y="1232"/>
                    <a:pt x="3741" y="1593"/>
                  </a:cubicBezTo>
                  <a:cubicBezTo>
                    <a:pt x="3496" y="1360"/>
                    <a:pt x="3240" y="1127"/>
                    <a:pt x="2995" y="882"/>
                  </a:cubicBezTo>
                  <a:cubicBezTo>
                    <a:pt x="2946" y="836"/>
                    <a:pt x="2890" y="816"/>
                    <a:pt x="2834" y="816"/>
                  </a:cubicBezTo>
                  <a:cubicBezTo>
                    <a:pt x="2665" y="816"/>
                    <a:pt x="2505" y="1001"/>
                    <a:pt x="2611" y="1185"/>
                  </a:cubicBezTo>
                  <a:cubicBezTo>
                    <a:pt x="2984" y="1873"/>
                    <a:pt x="3520" y="2455"/>
                    <a:pt x="4056" y="3026"/>
                  </a:cubicBezTo>
                  <a:cubicBezTo>
                    <a:pt x="4056" y="3026"/>
                    <a:pt x="4056" y="3038"/>
                    <a:pt x="4056" y="3038"/>
                  </a:cubicBezTo>
                  <a:cubicBezTo>
                    <a:pt x="3811" y="4355"/>
                    <a:pt x="3590" y="5614"/>
                    <a:pt x="2937" y="6849"/>
                  </a:cubicBezTo>
                  <a:cubicBezTo>
                    <a:pt x="2319" y="8003"/>
                    <a:pt x="1305" y="9343"/>
                    <a:pt x="210" y="10065"/>
                  </a:cubicBezTo>
                  <a:cubicBezTo>
                    <a:pt x="24" y="10194"/>
                    <a:pt x="0" y="10462"/>
                    <a:pt x="210" y="10578"/>
                  </a:cubicBezTo>
                  <a:cubicBezTo>
                    <a:pt x="327" y="10647"/>
                    <a:pt x="450" y="10678"/>
                    <a:pt x="579" y="10678"/>
                  </a:cubicBezTo>
                  <a:cubicBezTo>
                    <a:pt x="1671" y="10678"/>
                    <a:pt x="3111" y="8423"/>
                    <a:pt x="3496" y="7735"/>
                  </a:cubicBezTo>
                  <a:cubicBezTo>
                    <a:pt x="4196" y="6523"/>
                    <a:pt x="4732" y="5008"/>
                    <a:pt x="4674" y="3562"/>
                  </a:cubicBezTo>
                  <a:cubicBezTo>
                    <a:pt x="4755" y="3562"/>
                    <a:pt x="4837" y="3551"/>
                    <a:pt x="4918" y="3504"/>
                  </a:cubicBezTo>
                  <a:cubicBezTo>
                    <a:pt x="4977" y="3481"/>
                    <a:pt x="5035" y="3434"/>
                    <a:pt x="5093" y="3376"/>
                  </a:cubicBezTo>
                  <a:cubicBezTo>
                    <a:pt x="5466" y="3131"/>
                    <a:pt x="6025" y="3003"/>
                    <a:pt x="6410" y="2805"/>
                  </a:cubicBezTo>
                  <a:cubicBezTo>
                    <a:pt x="6855" y="2572"/>
                    <a:pt x="6571" y="1980"/>
                    <a:pt x="6153" y="1980"/>
                  </a:cubicBezTo>
                  <a:cubicBezTo>
                    <a:pt x="6090" y="1980"/>
                    <a:pt x="6023" y="1993"/>
                    <a:pt x="5956" y="2024"/>
                  </a:cubicBezTo>
                  <a:cubicBezTo>
                    <a:pt x="5804" y="2094"/>
                    <a:pt x="5652" y="2141"/>
                    <a:pt x="5501" y="2187"/>
                  </a:cubicBezTo>
                  <a:cubicBezTo>
                    <a:pt x="5652" y="1640"/>
                    <a:pt x="5816" y="1080"/>
                    <a:pt x="5967" y="532"/>
                  </a:cubicBezTo>
                  <a:cubicBezTo>
                    <a:pt x="6058" y="209"/>
                    <a:pt x="5798" y="0"/>
                    <a:pt x="55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248" name="Google Shape;3248;p93"/>
            <p:cNvSpPr/>
            <p:nvPr/>
          </p:nvSpPr>
          <p:spPr>
            <a:xfrm>
              <a:off x="5875550" y="3399550"/>
              <a:ext cx="49450" cy="9950"/>
            </a:xfrm>
            <a:custGeom>
              <a:avLst/>
              <a:gdLst/>
              <a:ahLst/>
              <a:cxnLst/>
              <a:rect l="l" t="t" r="r" b="b"/>
              <a:pathLst>
                <a:path w="1978" h="398" extrusionOk="0">
                  <a:moveTo>
                    <a:pt x="106" y="0"/>
                  </a:moveTo>
                  <a:cubicBezTo>
                    <a:pt x="24" y="0"/>
                    <a:pt x="1" y="105"/>
                    <a:pt x="59" y="140"/>
                  </a:cubicBezTo>
                  <a:cubicBezTo>
                    <a:pt x="338" y="329"/>
                    <a:pt x="700" y="397"/>
                    <a:pt x="1063" y="397"/>
                  </a:cubicBezTo>
                  <a:cubicBezTo>
                    <a:pt x="1352" y="397"/>
                    <a:pt x="1641" y="354"/>
                    <a:pt x="1889" y="292"/>
                  </a:cubicBezTo>
                  <a:cubicBezTo>
                    <a:pt x="1978" y="270"/>
                    <a:pt x="1939" y="151"/>
                    <a:pt x="1854" y="151"/>
                  </a:cubicBezTo>
                  <a:cubicBezTo>
                    <a:pt x="1850" y="151"/>
                    <a:pt x="1846" y="151"/>
                    <a:pt x="1842" y="152"/>
                  </a:cubicBezTo>
                  <a:cubicBezTo>
                    <a:pt x="1679" y="175"/>
                    <a:pt x="1516" y="187"/>
                    <a:pt x="1353" y="187"/>
                  </a:cubicBezTo>
                  <a:cubicBezTo>
                    <a:pt x="1189" y="187"/>
                    <a:pt x="1026" y="175"/>
                    <a:pt x="863" y="152"/>
                  </a:cubicBezTo>
                  <a:cubicBezTo>
                    <a:pt x="607" y="117"/>
                    <a:pt x="362" y="35"/>
                    <a:pt x="10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249" name="Google Shape;3249;p93"/>
            <p:cNvSpPr/>
            <p:nvPr/>
          </p:nvSpPr>
          <p:spPr>
            <a:xfrm>
              <a:off x="5875275" y="3273100"/>
              <a:ext cx="33325" cy="10325"/>
            </a:xfrm>
            <a:custGeom>
              <a:avLst/>
              <a:gdLst/>
              <a:ahLst/>
              <a:cxnLst/>
              <a:rect l="l" t="t" r="r" b="b"/>
              <a:pathLst>
                <a:path w="1333" h="413" extrusionOk="0">
                  <a:moveTo>
                    <a:pt x="114" y="1"/>
                  </a:moveTo>
                  <a:cubicBezTo>
                    <a:pt x="54" y="1"/>
                    <a:pt x="0" y="83"/>
                    <a:pt x="58" y="140"/>
                  </a:cubicBezTo>
                  <a:cubicBezTo>
                    <a:pt x="250" y="332"/>
                    <a:pt x="517" y="412"/>
                    <a:pt x="785" y="412"/>
                  </a:cubicBezTo>
                  <a:cubicBezTo>
                    <a:pt x="940" y="412"/>
                    <a:pt x="1094" y="386"/>
                    <a:pt x="1235" y="339"/>
                  </a:cubicBezTo>
                  <a:cubicBezTo>
                    <a:pt x="1333" y="306"/>
                    <a:pt x="1310" y="173"/>
                    <a:pt x="1222" y="173"/>
                  </a:cubicBezTo>
                  <a:cubicBezTo>
                    <a:pt x="1215" y="173"/>
                    <a:pt x="1208" y="174"/>
                    <a:pt x="1200" y="175"/>
                  </a:cubicBezTo>
                  <a:cubicBezTo>
                    <a:pt x="1095" y="201"/>
                    <a:pt x="995" y="212"/>
                    <a:pt x="899" y="212"/>
                  </a:cubicBezTo>
                  <a:cubicBezTo>
                    <a:pt x="641" y="212"/>
                    <a:pt x="406" y="131"/>
                    <a:pt x="152" y="12"/>
                  </a:cubicBezTo>
                  <a:cubicBezTo>
                    <a:pt x="139" y="4"/>
                    <a:pt x="127" y="1"/>
                    <a:pt x="11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250" name="Google Shape;3250;p93"/>
            <p:cNvSpPr/>
            <p:nvPr/>
          </p:nvSpPr>
          <p:spPr>
            <a:xfrm>
              <a:off x="5903325" y="3115450"/>
              <a:ext cx="37925" cy="9700"/>
            </a:xfrm>
            <a:custGeom>
              <a:avLst/>
              <a:gdLst/>
              <a:ahLst/>
              <a:cxnLst/>
              <a:rect l="l" t="t" r="r" b="b"/>
              <a:pathLst>
                <a:path w="1517" h="388" extrusionOk="0">
                  <a:moveTo>
                    <a:pt x="89" y="0"/>
                  </a:moveTo>
                  <a:cubicBezTo>
                    <a:pt x="37" y="0"/>
                    <a:pt x="0" y="63"/>
                    <a:pt x="43" y="107"/>
                  </a:cubicBezTo>
                  <a:cubicBezTo>
                    <a:pt x="224" y="314"/>
                    <a:pt x="517" y="387"/>
                    <a:pt x="813" y="387"/>
                  </a:cubicBezTo>
                  <a:cubicBezTo>
                    <a:pt x="1032" y="387"/>
                    <a:pt x="1252" y="348"/>
                    <a:pt x="1430" y="293"/>
                  </a:cubicBezTo>
                  <a:cubicBezTo>
                    <a:pt x="1516" y="272"/>
                    <a:pt x="1483" y="151"/>
                    <a:pt x="1404" y="151"/>
                  </a:cubicBezTo>
                  <a:cubicBezTo>
                    <a:pt x="1398" y="151"/>
                    <a:pt x="1391" y="151"/>
                    <a:pt x="1384" y="153"/>
                  </a:cubicBezTo>
                  <a:cubicBezTo>
                    <a:pt x="1259" y="179"/>
                    <a:pt x="1124" y="195"/>
                    <a:pt x="988" y="195"/>
                  </a:cubicBezTo>
                  <a:cubicBezTo>
                    <a:pt x="882" y="195"/>
                    <a:pt x="775" y="185"/>
                    <a:pt x="673" y="165"/>
                  </a:cubicBezTo>
                  <a:cubicBezTo>
                    <a:pt x="475" y="130"/>
                    <a:pt x="300" y="37"/>
                    <a:pt x="102" y="2"/>
                  </a:cubicBezTo>
                  <a:cubicBezTo>
                    <a:pt x="97" y="1"/>
                    <a:pt x="93" y="0"/>
                    <a:pt x="8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251" name="Google Shape;3251;p93"/>
            <p:cNvSpPr/>
            <p:nvPr/>
          </p:nvSpPr>
          <p:spPr>
            <a:xfrm>
              <a:off x="5835050" y="2620875"/>
              <a:ext cx="1353950" cy="946525"/>
            </a:xfrm>
            <a:custGeom>
              <a:avLst/>
              <a:gdLst/>
              <a:ahLst/>
              <a:cxnLst/>
              <a:rect l="l" t="t" r="r" b="b"/>
              <a:pathLst>
                <a:path w="54158" h="37861" extrusionOk="0">
                  <a:moveTo>
                    <a:pt x="26334" y="12008"/>
                  </a:moveTo>
                  <a:cubicBezTo>
                    <a:pt x="40873" y="12008"/>
                    <a:pt x="39509" y="27581"/>
                    <a:pt x="39509" y="27581"/>
                  </a:cubicBezTo>
                  <a:lnTo>
                    <a:pt x="12646" y="27581"/>
                  </a:lnTo>
                  <a:cubicBezTo>
                    <a:pt x="12646" y="27581"/>
                    <a:pt x="11049" y="12268"/>
                    <a:pt x="25978" y="12011"/>
                  </a:cubicBezTo>
                  <a:cubicBezTo>
                    <a:pt x="26098" y="12009"/>
                    <a:pt x="26217" y="12008"/>
                    <a:pt x="26334" y="12008"/>
                  </a:cubicBezTo>
                  <a:close/>
                  <a:moveTo>
                    <a:pt x="26670" y="0"/>
                  </a:moveTo>
                  <a:cubicBezTo>
                    <a:pt x="16102" y="0"/>
                    <a:pt x="6822" y="8293"/>
                    <a:pt x="4185" y="15181"/>
                  </a:cubicBezTo>
                  <a:cubicBezTo>
                    <a:pt x="1" y="26055"/>
                    <a:pt x="1154" y="33303"/>
                    <a:pt x="1970" y="37860"/>
                  </a:cubicBezTo>
                  <a:lnTo>
                    <a:pt x="50883" y="37581"/>
                  </a:lnTo>
                  <a:cubicBezTo>
                    <a:pt x="50883" y="37581"/>
                    <a:pt x="54158" y="15240"/>
                    <a:pt x="39217" y="4296"/>
                  </a:cubicBezTo>
                  <a:cubicBezTo>
                    <a:pt x="35049" y="1244"/>
                    <a:pt x="30763" y="0"/>
                    <a:pt x="26670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252" name="Google Shape;3252;p93"/>
            <p:cNvSpPr/>
            <p:nvPr/>
          </p:nvSpPr>
          <p:spPr>
            <a:xfrm>
              <a:off x="6107775" y="2951450"/>
              <a:ext cx="224075" cy="358100"/>
            </a:xfrm>
            <a:custGeom>
              <a:avLst/>
              <a:gdLst/>
              <a:ahLst/>
              <a:cxnLst/>
              <a:rect l="l" t="t" r="r" b="b"/>
              <a:pathLst>
                <a:path w="8963" h="14324" extrusionOk="0">
                  <a:moveTo>
                    <a:pt x="8962" y="0"/>
                  </a:moveTo>
                  <a:cubicBezTo>
                    <a:pt x="8088" y="164"/>
                    <a:pt x="7226" y="385"/>
                    <a:pt x="6387" y="700"/>
                  </a:cubicBezTo>
                  <a:cubicBezTo>
                    <a:pt x="4487" y="1411"/>
                    <a:pt x="3182" y="2576"/>
                    <a:pt x="2191" y="4301"/>
                  </a:cubicBezTo>
                  <a:cubicBezTo>
                    <a:pt x="1142" y="6119"/>
                    <a:pt x="315" y="8240"/>
                    <a:pt x="128" y="10349"/>
                  </a:cubicBezTo>
                  <a:cubicBezTo>
                    <a:pt x="0" y="11748"/>
                    <a:pt x="117" y="13519"/>
                    <a:pt x="1387" y="14323"/>
                  </a:cubicBezTo>
                  <a:cubicBezTo>
                    <a:pt x="1492" y="14277"/>
                    <a:pt x="1608" y="14242"/>
                    <a:pt x="1725" y="14218"/>
                  </a:cubicBezTo>
                  <a:cubicBezTo>
                    <a:pt x="1632" y="12937"/>
                    <a:pt x="1189" y="3415"/>
                    <a:pt x="8962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253" name="Google Shape;3253;p93"/>
            <p:cNvSpPr/>
            <p:nvPr/>
          </p:nvSpPr>
          <p:spPr>
            <a:xfrm>
              <a:off x="5869425" y="2620925"/>
              <a:ext cx="1319575" cy="946475"/>
            </a:xfrm>
            <a:custGeom>
              <a:avLst/>
              <a:gdLst/>
              <a:ahLst/>
              <a:cxnLst/>
              <a:rect l="l" t="t" r="r" b="b"/>
              <a:pathLst>
                <a:path w="52783" h="37859" extrusionOk="0">
                  <a:moveTo>
                    <a:pt x="25315" y="1"/>
                  </a:moveTo>
                  <a:cubicBezTo>
                    <a:pt x="24889" y="1"/>
                    <a:pt x="24465" y="14"/>
                    <a:pt x="24044" y="41"/>
                  </a:cubicBezTo>
                  <a:cubicBezTo>
                    <a:pt x="24964" y="297"/>
                    <a:pt x="25885" y="612"/>
                    <a:pt x="26771" y="973"/>
                  </a:cubicBezTo>
                  <a:cubicBezTo>
                    <a:pt x="38821" y="5844"/>
                    <a:pt x="47818" y="18874"/>
                    <a:pt x="47061" y="32031"/>
                  </a:cubicBezTo>
                  <a:cubicBezTo>
                    <a:pt x="47014" y="32847"/>
                    <a:pt x="46420" y="33488"/>
                    <a:pt x="45581" y="33500"/>
                  </a:cubicBezTo>
                  <a:cubicBezTo>
                    <a:pt x="41292" y="33593"/>
                    <a:pt x="36991" y="33628"/>
                    <a:pt x="32703" y="33628"/>
                  </a:cubicBezTo>
                  <a:cubicBezTo>
                    <a:pt x="25209" y="33628"/>
                    <a:pt x="17715" y="33535"/>
                    <a:pt x="10233" y="33511"/>
                  </a:cubicBezTo>
                  <a:cubicBezTo>
                    <a:pt x="10125" y="33511"/>
                    <a:pt x="10016" y="33511"/>
                    <a:pt x="9908" y="33511"/>
                  </a:cubicBezTo>
                  <a:cubicBezTo>
                    <a:pt x="6602" y="33511"/>
                    <a:pt x="3296" y="33680"/>
                    <a:pt x="1" y="33838"/>
                  </a:cubicBezTo>
                  <a:cubicBezTo>
                    <a:pt x="152" y="35364"/>
                    <a:pt x="386" y="36693"/>
                    <a:pt x="595" y="37858"/>
                  </a:cubicBezTo>
                  <a:lnTo>
                    <a:pt x="49508" y="37579"/>
                  </a:lnTo>
                  <a:cubicBezTo>
                    <a:pt x="49508" y="37579"/>
                    <a:pt x="52783" y="15238"/>
                    <a:pt x="37842" y="4294"/>
                  </a:cubicBezTo>
                  <a:cubicBezTo>
                    <a:pt x="33684" y="1244"/>
                    <a:pt x="29402" y="1"/>
                    <a:pt x="25315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254" name="Google Shape;3254;p93"/>
            <p:cNvSpPr/>
            <p:nvPr/>
          </p:nvSpPr>
          <p:spPr>
            <a:xfrm>
              <a:off x="5868925" y="2626575"/>
              <a:ext cx="1213275" cy="919250"/>
            </a:xfrm>
            <a:custGeom>
              <a:avLst/>
              <a:gdLst/>
              <a:ahLst/>
              <a:cxnLst/>
              <a:rect l="l" t="t" r="r" b="b"/>
              <a:pathLst>
                <a:path w="48531" h="36770" extrusionOk="0">
                  <a:moveTo>
                    <a:pt x="24881" y="0"/>
                  </a:moveTo>
                  <a:cubicBezTo>
                    <a:pt x="24795" y="0"/>
                    <a:pt x="24755" y="142"/>
                    <a:pt x="24856" y="164"/>
                  </a:cubicBezTo>
                  <a:cubicBezTo>
                    <a:pt x="31522" y="1877"/>
                    <a:pt x="37536" y="5851"/>
                    <a:pt x="41487" y="11527"/>
                  </a:cubicBezTo>
                  <a:cubicBezTo>
                    <a:pt x="45740" y="17634"/>
                    <a:pt x="47349" y="25360"/>
                    <a:pt x="46043" y="32668"/>
                  </a:cubicBezTo>
                  <a:cubicBezTo>
                    <a:pt x="46043" y="32726"/>
                    <a:pt x="46055" y="32772"/>
                    <a:pt x="46078" y="32807"/>
                  </a:cubicBezTo>
                  <a:cubicBezTo>
                    <a:pt x="46050" y="32779"/>
                    <a:pt x="46021" y="32758"/>
                    <a:pt x="45973" y="32758"/>
                  </a:cubicBezTo>
                  <a:cubicBezTo>
                    <a:pt x="45962" y="32758"/>
                    <a:pt x="45951" y="32759"/>
                    <a:pt x="45939" y="32761"/>
                  </a:cubicBezTo>
                  <a:cubicBezTo>
                    <a:pt x="41054" y="33197"/>
                    <a:pt x="36161" y="33310"/>
                    <a:pt x="31264" y="33310"/>
                  </a:cubicBezTo>
                  <a:cubicBezTo>
                    <a:pt x="28449" y="33310"/>
                    <a:pt x="25633" y="33273"/>
                    <a:pt x="22817" y="33239"/>
                  </a:cubicBezTo>
                  <a:cubicBezTo>
                    <a:pt x="20623" y="33205"/>
                    <a:pt x="18429" y="33179"/>
                    <a:pt x="16236" y="33179"/>
                  </a:cubicBezTo>
                  <a:cubicBezTo>
                    <a:pt x="14642" y="33179"/>
                    <a:pt x="13048" y="33193"/>
                    <a:pt x="11454" y="33227"/>
                  </a:cubicBezTo>
                  <a:cubicBezTo>
                    <a:pt x="7701" y="33309"/>
                    <a:pt x="3820" y="33355"/>
                    <a:pt x="114" y="34008"/>
                  </a:cubicBezTo>
                  <a:cubicBezTo>
                    <a:pt x="1" y="34019"/>
                    <a:pt x="20" y="34206"/>
                    <a:pt x="128" y="34206"/>
                  </a:cubicBezTo>
                  <a:cubicBezTo>
                    <a:pt x="131" y="34206"/>
                    <a:pt x="134" y="34206"/>
                    <a:pt x="137" y="34206"/>
                  </a:cubicBezTo>
                  <a:cubicBezTo>
                    <a:pt x="3913" y="34031"/>
                    <a:pt x="7666" y="33658"/>
                    <a:pt x="11454" y="33588"/>
                  </a:cubicBezTo>
                  <a:cubicBezTo>
                    <a:pt x="12942" y="33557"/>
                    <a:pt x="14431" y="33544"/>
                    <a:pt x="15919" y="33544"/>
                  </a:cubicBezTo>
                  <a:cubicBezTo>
                    <a:pt x="18288" y="33544"/>
                    <a:pt x="20657" y="33576"/>
                    <a:pt x="23026" y="33612"/>
                  </a:cubicBezTo>
                  <a:cubicBezTo>
                    <a:pt x="25976" y="33652"/>
                    <a:pt x="28927" y="33700"/>
                    <a:pt x="31876" y="33700"/>
                  </a:cubicBezTo>
                  <a:cubicBezTo>
                    <a:pt x="36560" y="33700"/>
                    <a:pt x="41241" y="33580"/>
                    <a:pt x="45904" y="33122"/>
                  </a:cubicBezTo>
                  <a:cubicBezTo>
                    <a:pt x="45904" y="33169"/>
                    <a:pt x="45915" y="33204"/>
                    <a:pt x="45939" y="33250"/>
                  </a:cubicBezTo>
                  <a:cubicBezTo>
                    <a:pt x="46859" y="34322"/>
                    <a:pt x="47628" y="35488"/>
                    <a:pt x="48304" y="36712"/>
                  </a:cubicBezTo>
                  <a:cubicBezTo>
                    <a:pt x="48327" y="36753"/>
                    <a:pt x="48360" y="36770"/>
                    <a:pt x="48393" y="36770"/>
                  </a:cubicBezTo>
                  <a:cubicBezTo>
                    <a:pt x="48463" y="36770"/>
                    <a:pt x="48530" y="36694"/>
                    <a:pt x="48491" y="36607"/>
                  </a:cubicBezTo>
                  <a:cubicBezTo>
                    <a:pt x="47873" y="35313"/>
                    <a:pt x="47081" y="34136"/>
                    <a:pt x="46148" y="33041"/>
                  </a:cubicBezTo>
                  <a:cubicBezTo>
                    <a:pt x="46137" y="33017"/>
                    <a:pt x="46113" y="33006"/>
                    <a:pt x="46102" y="32994"/>
                  </a:cubicBezTo>
                  <a:cubicBezTo>
                    <a:pt x="46125" y="32947"/>
                    <a:pt x="46113" y="32877"/>
                    <a:pt x="46090" y="32831"/>
                  </a:cubicBezTo>
                  <a:lnTo>
                    <a:pt x="46090" y="32831"/>
                  </a:lnTo>
                  <a:cubicBezTo>
                    <a:pt x="46133" y="32879"/>
                    <a:pt x="46197" y="32907"/>
                    <a:pt x="46258" y="32907"/>
                  </a:cubicBezTo>
                  <a:cubicBezTo>
                    <a:pt x="46331" y="32907"/>
                    <a:pt x="46397" y="32867"/>
                    <a:pt x="46416" y="32772"/>
                  </a:cubicBezTo>
                  <a:cubicBezTo>
                    <a:pt x="48479" y="21363"/>
                    <a:pt x="43340" y="9616"/>
                    <a:pt x="33480" y="3497"/>
                  </a:cubicBezTo>
                  <a:cubicBezTo>
                    <a:pt x="30835" y="1854"/>
                    <a:pt x="27933" y="677"/>
                    <a:pt x="24891" y="1"/>
                  </a:cubicBezTo>
                  <a:cubicBezTo>
                    <a:pt x="24888" y="1"/>
                    <a:pt x="24884" y="0"/>
                    <a:pt x="2488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255" name="Google Shape;3255;p93"/>
            <p:cNvSpPr/>
            <p:nvPr/>
          </p:nvSpPr>
          <p:spPr>
            <a:xfrm>
              <a:off x="6093500" y="2927150"/>
              <a:ext cx="273600" cy="372250"/>
            </a:xfrm>
            <a:custGeom>
              <a:avLst/>
              <a:gdLst/>
              <a:ahLst/>
              <a:cxnLst/>
              <a:rect l="l" t="t" r="r" b="b"/>
              <a:pathLst>
                <a:path w="10944" h="14890" extrusionOk="0">
                  <a:moveTo>
                    <a:pt x="10603" y="0"/>
                  </a:moveTo>
                  <a:cubicBezTo>
                    <a:pt x="6929" y="0"/>
                    <a:pt x="3599" y="2887"/>
                    <a:pt x="1993" y="5995"/>
                  </a:cubicBezTo>
                  <a:cubicBezTo>
                    <a:pt x="1061" y="7802"/>
                    <a:pt x="548" y="9806"/>
                    <a:pt x="396" y="11834"/>
                  </a:cubicBezTo>
                  <a:cubicBezTo>
                    <a:pt x="328" y="12727"/>
                    <a:pt x="191" y="14890"/>
                    <a:pt x="1577" y="14890"/>
                  </a:cubicBezTo>
                  <a:cubicBezTo>
                    <a:pt x="1603" y="14890"/>
                    <a:pt x="1629" y="14889"/>
                    <a:pt x="1655" y="14887"/>
                  </a:cubicBezTo>
                  <a:cubicBezTo>
                    <a:pt x="1806" y="14876"/>
                    <a:pt x="1865" y="14631"/>
                    <a:pt x="1690" y="14608"/>
                  </a:cubicBezTo>
                  <a:cubicBezTo>
                    <a:pt x="0" y="14305"/>
                    <a:pt x="839" y="10739"/>
                    <a:pt x="1061" y="9713"/>
                  </a:cubicBezTo>
                  <a:cubicBezTo>
                    <a:pt x="1422" y="8012"/>
                    <a:pt x="2074" y="6368"/>
                    <a:pt x="3042" y="4923"/>
                  </a:cubicBezTo>
                  <a:cubicBezTo>
                    <a:pt x="4906" y="2138"/>
                    <a:pt x="7645" y="693"/>
                    <a:pt x="10873" y="133"/>
                  </a:cubicBezTo>
                  <a:cubicBezTo>
                    <a:pt x="10943" y="122"/>
                    <a:pt x="10932" y="5"/>
                    <a:pt x="10862" y="5"/>
                  </a:cubicBezTo>
                  <a:cubicBezTo>
                    <a:pt x="10775" y="2"/>
                    <a:pt x="10689" y="0"/>
                    <a:pt x="1060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256" name="Google Shape;3256;p93"/>
            <p:cNvSpPr/>
            <p:nvPr/>
          </p:nvSpPr>
          <p:spPr>
            <a:xfrm>
              <a:off x="5946300" y="2988250"/>
              <a:ext cx="39075" cy="20850"/>
            </a:xfrm>
            <a:custGeom>
              <a:avLst/>
              <a:gdLst/>
              <a:ahLst/>
              <a:cxnLst/>
              <a:rect l="l" t="t" r="r" b="b"/>
              <a:pathLst>
                <a:path w="1563" h="834" extrusionOk="0">
                  <a:moveTo>
                    <a:pt x="118" y="0"/>
                  </a:moveTo>
                  <a:cubicBezTo>
                    <a:pt x="37" y="0"/>
                    <a:pt x="1" y="132"/>
                    <a:pt x="73" y="183"/>
                  </a:cubicBezTo>
                  <a:cubicBezTo>
                    <a:pt x="480" y="440"/>
                    <a:pt x="958" y="638"/>
                    <a:pt x="1389" y="824"/>
                  </a:cubicBezTo>
                  <a:cubicBezTo>
                    <a:pt x="1404" y="831"/>
                    <a:pt x="1418" y="834"/>
                    <a:pt x="1432" y="834"/>
                  </a:cubicBezTo>
                  <a:cubicBezTo>
                    <a:pt x="1514" y="834"/>
                    <a:pt x="1563" y="725"/>
                    <a:pt x="1483" y="684"/>
                  </a:cubicBezTo>
                  <a:cubicBezTo>
                    <a:pt x="1052" y="440"/>
                    <a:pt x="609" y="172"/>
                    <a:pt x="154" y="9"/>
                  </a:cubicBezTo>
                  <a:cubicBezTo>
                    <a:pt x="141" y="3"/>
                    <a:pt x="129" y="0"/>
                    <a:pt x="118" y="0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257" name="Google Shape;3257;p93"/>
            <p:cNvSpPr/>
            <p:nvPr/>
          </p:nvSpPr>
          <p:spPr>
            <a:xfrm>
              <a:off x="6017775" y="2862525"/>
              <a:ext cx="38175" cy="25975"/>
            </a:xfrm>
            <a:custGeom>
              <a:avLst/>
              <a:gdLst/>
              <a:ahLst/>
              <a:cxnLst/>
              <a:rect l="l" t="t" r="r" b="b"/>
              <a:pathLst>
                <a:path w="1527" h="1039" extrusionOk="0">
                  <a:moveTo>
                    <a:pt x="113" y="1"/>
                  </a:moveTo>
                  <a:cubicBezTo>
                    <a:pt x="38" y="1"/>
                    <a:pt x="1" y="108"/>
                    <a:pt x="69" y="166"/>
                  </a:cubicBezTo>
                  <a:cubicBezTo>
                    <a:pt x="488" y="469"/>
                    <a:pt x="943" y="749"/>
                    <a:pt x="1386" y="1029"/>
                  </a:cubicBezTo>
                  <a:cubicBezTo>
                    <a:pt x="1398" y="1035"/>
                    <a:pt x="1410" y="1039"/>
                    <a:pt x="1421" y="1039"/>
                  </a:cubicBezTo>
                  <a:cubicBezTo>
                    <a:pt x="1485" y="1039"/>
                    <a:pt x="1527" y="940"/>
                    <a:pt x="1467" y="900"/>
                  </a:cubicBezTo>
                  <a:cubicBezTo>
                    <a:pt x="1036" y="597"/>
                    <a:pt x="605" y="283"/>
                    <a:pt x="162" y="15"/>
                  </a:cubicBezTo>
                  <a:cubicBezTo>
                    <a:pt x="145" y="5"/>
                    <a:pt x="128" y="1"/>
                    <a:pt x="113" y="1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258" name="Google Shape;3258;p93"/>
            <p:cNvSpPr/>
            <p:nvPr/>
          </p:nvSpPr>
          <p:spPr>
            <a:xfrm>
              <a:off x="6105500" y="2785975"/>
              <a:ext cx="31775" cy="37200"/>
            </a:xfrm>
            <a:custGeom>
              <a:avLst/>
              <a:gdLst/>
              <a:ahLst/>
              <a:cxnLst/>
              <a:rect l="l" t="t" r="r" b="b"/>
              <a:pathLst>
                <a:path w="1271" h="1488" extrusionOk="0">
                  <a:moveTo>
                    <a:pt x="119" y="0"/>
                  </a:moveTo>
                  <a:cubicBezTo>
                    <a:pt x="62" y="0"/>
                    <a:pt x="1" y="64"/>
                    <a:pt x="33" y="128"/>
                  </a:cubicBezTo>
                  <a:cubicBezTo>
                    <a:pt x="313" y="664"/>
                    <a:pt x="674" y="1119"/>
                    <a:pt x="1152" y="1480"/>
                  </a:cubicBezTo>
                  <a:cubicBezTo>
                    <a:pt x="1160" y="1485"/>
                    <a:pt x="1170" y="1488"/>
                    <a:pt x="1179" y="1488"/>
                  </a:cubicBezTo>
                  <a:cubicBezTo>
                    <a:pt x="1228" y="1488"/>
                    <a:pt x="1271" y="1415"/>
                    <a:pt x="1222" y="1375"/>
                  </a:cubicBezTo>
                  <a:cubicBezTo>
                    <a:pt x="790" y="1002"/>
                    <a:pt x="429" y="559"/>
                    <a:pt x="184" y="47"/>
                  </a:cubicBezTo>
                  <a:cubicBezTo>
                    <a:pt x="170" y="14"/>
                    <a:pt x="145" y="0"/>
                    <a:pt x="119" y="0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259" name="Google Shape;3259;p93"/>
            <p:cNvSpPr/>
            <p:nvPr/>
          </p:nvSpPr>
          <p:spPr>
            <a:xfrm>
              <a:off x="6225650" y="2703850"/>
              <a:ext cx="20925" cy="42700"/>
            </a:xfrm>
            <a:custGeom>
              <a:avLst/>
              <a:gdLst/>
              <a:ahLst/>
              <a:cxnLst/>
              <a:rect l="l" t="t" r="r" b="b"/>
              <a:pathLst>
                <a:path w="837" h="1708" extrusionOk="0">
                  <a:moveTo>
                    <a:pt x="112" y="1"/>
                  </a:moveTo>
                  <a:cubicBezTo>
                    <a:pt x="56" y="1"/>
                    <a:pt x="1" y="46"/>
                    <a:pt x="28" y="115"/>
                  </a:cubicBezTo>
                  <a:cubicBezTo>
                    <a:pt x="238" y="639"/>
                    <a:pt x="460" y="1152"/>
                    <a:pt x="681" y="1677"/>
                  </a:cubicBezTo>
                  <a:cubicBezTo>
                    <a:pt x="692" y="1699"/>
                    <a:pt x="712" y="1708"/>
                    <a:pt x="734" y="1708"/>
                  </a:cubicBezTo>
                  <a:cubicBezTo>
                    <a:pt x="781" y="1708"/>
                    <a:pt x="837" y="1663"/>
                    <a:pt x="821" y="1607"/>
                  </a:cubicBezTo>
                  <a:cubicBezTo>
                    <a:pt x="623" y="1094"/>
                    <a:pt x="413" y="581"/>
                    <a:pt x="203" y="68"/>
                  </a:cubicBezTo>
                  <a:cubicBezTo>
                    <a:pt x="189" y="21"/>
                    <a:pt x="150" y="1"/>
                    <a:pt x="112" y="1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260" name="Google Shape;3260;p93"/>
            <p:cNvSpPr/>
            <p:nvPr/>
          </p:nvSpPr>
          <p:spPr>
            <a:xfrm>
              <a:off x="6360650" y="2649175"/>
              <a:ext cx="11750" cy="53450"/>
            </a:xfrm>
            <a:custGeom>
              <a:avLst/>
              <a:gdLst/>
              <a:ahLst/>
              <a:cxnLst/>
              <a:rect l="l" t="t" r="r" b="b"/>
              <a:pathLst>
                <a:path w="470" h="2138" extrusionOk="0">
                  <a:moveTo>
                    <a:pt x="173" y="1"/>
                  </a:moveTo>
                  <a:cubicBezTo>
                    <a:pt x="127" y="1"/>
                    <a:pt x="81" y="31"/>
                    <a:pt x="71" y="99"/>
                  </a:cubicBezTo>
                  <a:cubicBezTo>
                    <a:pt x="1" y="787"/>
                    <a:pt x="71" y="1440"/>
                    <a:pt x="304" y="2092"/>
                  </a:cubicBezTo>
                  <a:cubicBezTo>
                    <a:pt x="318" y="2124"/>
                    <a:pt x="347" y="2138"/>
                    <a:pt x="376" y="2138"/>
                  </a:cubicBezTo>
                  <a:cubicBezTo>
                    <a:pt x="423" y="2138"/>
                    <a:pt x="470" y="2103"/>
                    <a:pt x="455" y="2046"/>
                  </a:cubicBezTo>
                  <a:cubicBezTo>
                    <a:pt x="246" y="1428"/>
                    <a:pt x="176" y="775"/>
                    <a:pt x="269" y="123"/>
                  </a:cubicBezTo>
                  <a:cubicBezTo>
                    <a:pt x="282" y="46"/>
                    <a:pt x="228" y="1"/>
                    <a:pt x="173" y="1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261" name="Google Shape;3261;p93"/>
            <p:cNvSpPr/>
            <p:nvPr/>
          </p:nvSpPr>
          <p:spPr>
            <a:xfrm>
              <a:off x="6515525" y="2643825"/>
              <a:ext cx="12700" cy="58825"/>
            </a:xfrm>
            <a:custGeom>
              <a:avLst/>
              <a:gdLst/>
              <a:ahLst/>
              <a:cxnLst/>
              <a:rect l="l" t="t" r="r" b="b"/>
              <a:pathLst>
                <a:path w="508" h="2353" extrusionOk="0">
                  <a:moveTo>
                    <a:pt x="432" y="1"/>
                  </a:moveTo>
                  <a:cubicBezTo>
                    <a:pt x="409" y="1"/>
                    <a:pt x="388" y="11"/>
                    <a:pt x="379" y="34"/>
                  </a:cubicBezTo>
                  <a:cubicBezTo>
                    <a:pt x="76" y="698"/>
                    <a:pt x="29" y="1560"/>
                    <a:pt x="6" y="2283"/>
                  </a:cubicBezTo>
                  <a:cubicBezTo>
                    <a:pt x="0" y="2330"/>
                    <a:pt x="35" y="2353"/>
                    <a:pt x="73" y="2353"/>
                  </a:cubicBezTo>
                  <a:cubicBezTo>
                    <a:pt x="111" y="2353"/>
                    <a:pt x="152" y="2330"/>
                    <a:pt x="157" y="2283"/>
                  </a:cubicBezTo>
                  <a:cubicBezTo>
                    <a:pt x="227" y="1537"/>
                    <a:pt x="449" y="803"/>
                    <a:pt x="507" y="69"/>
                  </a:cubicBezTo>
                  <a:cubicBezTo>
                    <a:pt x="507" y="26"/>
                    <a:pt x="468" y="1"/>
                    <a:pt x="432" y="1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262" name="Google Shape;3262;p93"/>
            <p:cNvSpPr/>
            <p:nvPr/>
          </p:nvSpPr>
          <p:spPr>
            <a:xfrm>
              <a:off x="6645800" y="2703625"/>
              <a:ext cx="21875" cy="42125"/>
            </a:xfrm>
            <a:custGeom>
              <a:avLst/>
              <a:gdLst/>
              <a:ahLst/>
              <a:cxnLst/>
              <a:rect l="l" t="t" r="r" b="b"/>
              <a:pathLst>
                <a:path w="875" h="1685" extrusionOk="0">
                  <a:moveTo>
                    <a:pt x="751" y="1"/>
                  </a:moveTo>
                  <a:cubicBezTo>
                    <a:pt x="723" y="1"/>
                    <a:pt x="696" y="16"/>
                    <a:pt x="680" y="54"/>
                  </a:cubicBezTo>
                  <a:cubicBezTo>
                    <a:pt x="459" y="567"/>
                    <a:pt x="226" y="1080"/>
                    <a:pt x="16" y="1592"/>
                  </a:cubicBezTo>
                  <a:cubicBezTo>
                    <a:pt x="1" y="1646"/>
                    <a:pt x="46" y="1685"/>
                    <a:pt x="89" y="1685"/>
                  </a:cubicBezTo>
                  <a:cubicBezTo>
                    <a:pt x="111" y="1685"/>
                    <a:pt x="132" y="1675"/>
                    <a:pt x="144" y="1651"/>
                  </a:cubicBezTo>
                  <a:cubicBezTo>
                    <a:pt x="389" y="1150"/>
                    <a:pt x="610" y="648"/>
                    <a:pt x="844" y="147"/>
                  </a:cubicBezTo>
                  <a:cubicBezTo>
                    <a:pt x="875" y="69"/>
                    <a:pt x="811" y="1"/>
                    <a:pt x="751" y="1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263" name="Google Shape;3263;p93"/>
            <p:cNvSpPr/>
            <p:nvPr/>
          </p:nvSpPr>
          <p:spPr>
            <a:xfrm>
              <a:off x="6750775" y="2797175"/>
              <a:ext cx="31725" cy="36225"/>
            </a:xfrm>
            <a:custGeom>
              <a:avLst/>
              <a:gdLst/>
              <a:ahLst/>
              <a:cxnLst/>
              <a:rect l="l" t="t" r="r" b="b"/>
              <a:pathLst>
                <a:path w="1269" h="1449" extrusionOk="0">
                  <a:moveTo>
                    <a:pt x="1170" y="0"/>
                  </a:moveTo>
                  <a:cubicBezTo>
                    <a:pt x="1153" y="0"/>
                    <a:pt x="1135" y="9"/>
                    <a:pt x="1120" y="30"/>
                  </a:cubicBezTo>
                  <a:cubicBezTo>
                    <a:pt x="758" y="461"/>
                    <a:pt x="397" y="904"/>
                    <a:pt x="36" y="1347"/>
                  </a:cubicBezTo>
                  <a:cubicBezTo>
                    <a:pt x="1" y="1391"/>
                    <a:pt x="39" y="1448"/>
                    <a:pt x="80" y="1448"/>
                  </a:cubicBezTo>
                  <a:cubicBezTo>
                    <a:pt x="93" y="1448"/>
                    <a:pt x="106" y="1442"/>
                    <a:pt x="118" y="1428"/>
                  </a:cubicBezTo>
                  <a:cubicBezTo>
                    <a:pt x="490" y="997"/>
                    <a:pt x="863" y="566"/>
                    <a:pt x="1225" y="135"/>
                  </a:cubicBezTo>
                  <a:cubicBezTo>
                    <a:pt x="1268" y="74"/>
                    <a:pt x="1221" y="0"/>
                    <a:pt x="1170" y="0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264" name="Google Shape;3264;p93"/>
            <p:cNvSpPr/>
            <p:nvPr/>
          </p:nvSpPr>
          <p:spPr>
            <a:xfrm>
              <a:off x="6848675" y="2911350"/>
              <a:ext cx="37100" cy="25825"/>
            </a:xfrm>
            <a:custGeom>
              <a:avLst/>
              <a:gdLst/>
              <a:ahLst/>
              <a:cxnLst/>
              <a:rect l="l" t="t" r="r" b="b"/>
              <a:pathLst>
                <a:path w="1484" h="1033" extrusionOk="0">
                  <a:moveTo>
                    <a:pt x="1380" y="0"/>
                  </a:moveTo>
                  <a:cubicBezTo>
                    <a:pt x="1371" y="0"/>
                    <a:pt x="1362" y="3"/>
                    <a:pt x="1353" y="8"/>
                  </a:cubicBezTo>
                  <a:cubicBezTo>
                    <a:pt x="898" y="276"/>
                    <a:pt x="479" y="602"/>
                    <a:pt x="59" y="905"/>
                  </a:cubicBezTo>
                  <a:cubicBezTo>
                    <a:pt x="0" y="944"/>
                    <a:pt x="32" y="1033"/>
                    <a:pt x="85" y="1033"/>
                  </a:cubicBezTo>
                  <a:cubicBezTo>
                    <a:pt x="95" y="1033"/>
                    <a:pt x="106" y="1029"/>
                    <a:pt x="117" y="1022"/>
                  </a:cubicBezTo>
                  <a:cubicBezTo>
                    <a:pt x="560" y="719"/>
                    <a:pt x="1015" y="439"/>
                    <a:pt x="1434" y="113"/>
                  </a:cubicBezTo>
                  <a:cubicBezTo>
                    <a:pt x="1484" y="73"/>
                    <a:pt x="1433" y="0"/>
                    <a:pt x="1380" y="0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265" name="Google Shape;3265;p93"/>
            <p:cNvSpPr/>
            <p:nvPr/>
          </p:nvSpPr>
          <p:spPr>
            <a:xfrm>
              <a:off x="6919800" y="3037875"/>
              <a:ext cx="47900" cy="25725"/>
            </a:xfrm>
            <a:custGeom>
              <a:avLst/>
              <a:gdLst/>
              <a:ahLst/>
              <a:cxnLst/>
              <a:rect l="l" t="t" r="r" b="b"/>
              <a:pathLst>
                <a:path w="1916" h="1029" extrusionOk="0">
                  <a:moveTo>
                    <a:pt x="1841" y="0"/>
                  </a:moveTo>
                  <a:cubicBezTo>
                    <a:pt x="1833" y="0"/>
                    <a:pt x="1826" y="2"/>
                    <a:pt x="1817" y="5"/>
                  </a:cubicBezTo>
                  <a:cubicBezTo>
                    <a:pt x="1526" y="75"/>
                    <a:pt x="1258" y="261"/>
                    <a:pt x="990" y="413"/>
                  </a:cubicBezTo>
                  <a:cubicBezTo>
                    <a:pt x="687" y="576"/>
                    <a:pt x="372" y="739"/>
                    <a:pt x="69" y="902"/>
                  </a:cubicBezTo>
                  <a:cubicBezTo>
                    <a:pt x="0" y="932"/>
                    <a:pt x="40" y="1029"/>
                    <a:pt x="104" y="1029"/>
                  </a:cubicBezTo>
                  <a:cubicBezTo>
                    <a:pt x="115" y="1029"/>
                    <a:pt x="127" y="1026"/>
                    <a:pt x="139" y="1019"/>
                  </a:cubicBezTo>
                  <a:cubicBezTo>
                    <a:pt x="454" y="855"/>
                    <a:pt x="757" y="704"/>
                    <a:pt x="1072" y="541"/>
                  </a:cubicBezTo>
                  <a:cubicBezTo>
                    <a:pt x="1340" y="401"/>
                    <a:pt x="1643" y="284"/>
                    <a:pt x="1876" y="86"/>
                  </a:cubicBezTo>
                  <a:cubicBezTo>
                    <a:pt x="1916" y="56"/>
                    <a:pt x="1887" y="0"/>
                    <a:pt x="1841" y="0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266" name="Google Shape;3266;p93"/>
            <p:cNvSpPr/>
            <p:nvPr/>
          </p:nvSpPr>
          <p:spPr>
            <a:xfrm>
              <a:off x="6963000" y="3141100"/>
              <a:ext cx="44400" cy="10550"/>
            </a:xfrm>
            <a:custGeom>
              <a:avLst/>
              <a:gdLst/>
              <a:ahLst/>
              <a:cxnLst/>
              <a:rect l="l" t="t" r="r" b="b"/>
              <a:pathLst>
                <a:path w="1776" h="422" extrusionOk="0">
                  <a:moveTo>
                    <a:pt x="1638" y="1"/>
                  </a:moveTo>
                  <a:cubicBezTo>
                    <a:pt x="1635" y="1"/>
                    <a:pt x="1631" y="1"/>
                    <a:pt x="1628" y="1"/>
                  </a:cubicBezTo>
                  <a:cubicBezTo>
                    <a:pt x="1115" y="83"/>
                    <a:pt x="602" y="176"/>
                    <a:pt x="101" y="269"/>
                  </a:cubicBezTo>
                  <a:cubicBezTo>
                    <a:pt x="0" y="281"/>
                    <a:pt x="40" y="421"/>
                    <a:pt x="136" y="421"/>
                  </a:cubicBezTo>
                  <a:cubicBezTo>
                    <a:pt x="140" y="421"/>
                    <a:pt x="144" y="421"/>
                    <a:pt x="148" y="421"/>
                  </a:cubicBezTo>
                  <a:cubicBezTo>
                    <a:pt x="649" y="339"/>
                    <a:pt x="1162" y="269"/>
                    <a:pt x="1674" y="176"/>
                  </a:cubicBezTo>
                  <a:cubicBezTo>
                    <a:pt x="1776" y="165"/>
                    <a:pt x="1736" y="1"/>
                    <a:pt x="1638" y="1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267" name="Google Shape;3267;p93"/>
            <p:cNvSpPr/>
            <p:nvPr/>
          </p:nvSpPr>
          <p:spPr>
            <a:xfrm>
              <a:off x="6985625" y="3266250"/>
              <a:ext cx="41975" cy="5500"/>
            </a:xfrm>
            <a:custGeom>
              <a:avLst/>
              <a:gdLst/>
              <a:ahLst/>
              <a:cxnLst/>
              <a:rect l="l" t="t" r="r" b="b"/>
              <a:pathLst>
                <a:path w="1679" h="220" extrusionOk="0">
                  <a:moveTo>
                    <a:pt x="1051" y="0"/>
                  </a:moveTo>
                  <a:cubicBezTo>
                    <a:pt x="723" y="0"/>
                    <a:pt x="385" y="34"/>
                    <a:pt x="82" y="42"/>
                  </a:cubicBezTo>
                  <a:cubicBezTo>
                    <a:pt x="0" y="42"/>
                    <a:pt x="0" y="181"/>
                    <a:pt x="82" y="181"/>
                  </a:cubicBezTo>
                  <a:cubicBezTo>
                    <a:pt x="395" y="181"/>
                    <a:pt x="747" y="220"/>
                    <a:pt x="1084" y="220"/>
                  </a:cubicBezTo>
                  <a:cubicBezTo>
                    <a:pt x="1274" y="220"/>
                    <a:pt x="1460" y="207"/>
                    <a:pt x="1632" y="170"/>
                  </a:cubicBezTo>
                  <a:cubicBezTo>
                    <a:pt x="1678" y="146"/>
                    <a:pt x="1678" y="65"/>
                    <a:pt x="1632" y="53"/>
                  </a:cubicBezTo>
                  <a:cubicBezTo>
                    <a:pt x="1450" y="13"/>
                    <a:pt x="1252" y="0"/>
                    <a:pt x="1051" y="0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268" name="Google Shape;3268;p93"/>
            <p:cNvSpPr/>
            <p:nvPr/>
          </p:nvSpPr>
          <p:spPr>
            <a:xfrm>
              <a:off x="6985725" y="3360500"/>
              <a:ext cx="31375" cy="9375"/>
            </a:xfrm>
            <a:custGeom>
              <a:avLst/>
              <a:gdLst/>
              <a:ahLst/>
              <a:cxnLst/>
              <a:rect l="l" t="t" r="r" b="b"/>
              <a:pathLst>
                <a:path w="1255" h="375" extrusionOk="0">
                  <a:moveTo>
                    <a:pt x="1173" y="1"/>
                  </a:moveTo>
                  <a:cubicBezTo>
                    <a:pt x="812" y="1"/>
                    <a:pt x="416" y="164"/>
                    <a:pt x="78" y="246"/>
                  </a:cubicBezTo>
                  <a:cubicBezTo>
                    <a:pt x="0" y="268"/>
                    <a:pt x="28" y="375"/>
                    <a:pt x="91" y="375"/>
                  </a:cubicBezTo>
                  <a:cubicBezTo>
                    <a:pt x="95" y="375"/>
                    <a:pt x="98" y="374"/>
                    <a:pt x="101" y="374"/>
                  </a:cubicBezTo>
                  <a:cubicBezTo>
                    <a:pt x="462" y="304"/>
                    <a:pt x="882" y="269"/>
                    <a:pt x="1208" y="117"/>
                  </a:cubicBezTo>
                  <a:cubicBezTo>
                    <a:pt x="1255" y="82"/>
                    <a:pt x="1232" y="1"/>
                    <a:pt x="11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269" name="Google Shape;3269;p93"/>
            <p:cNvSpPr/>
            <p:nvPr/>
          </p:nvSpPr>
          <p:spPr>
            <a:xfrm>
              <a:off x="6319000" y="2840150"/>
              <a:ext cx="62950" cy="25950"/>
            </a:xfrm>
            <a:custGeom>
              <a:avLst/>
              <a:gdLst/>
              <a:ahLst/>
              <a:cxnLst/>
              <a:rect l="l" t="t" r="r" b="b"/>
              <a:pathLst>
                <a:path w="2518" h="1038" extrusionOk="0">
                  <a:moveTo>
                    <a:pt x="1259" y="1"/>
                  </a:moveTo>
                  <a:cubicBezTo>
                    <a:pt x="560" y="1"/>
                    <a:pt x="0" y="234"/>
                    <a:pt x="0" y="525"/>
                  </a:cubicBezTo>
                  <a:cubicBezTo>
                    <a:pt x="0" y="805"/>
                    <a:pt x="560" y="1038"/>
                    <a:pt x="1259" y="1038"/>
                  </a:cubicBezTo>
                  <a:cubicBezTo>
                    <a:pt x="1958" y="1038"/>
                    <a:pt x="2518" y="805"/>
                    <a:pt x="2518" y="525"/>
                  </a:cubicBezTo>
                  <a:cubicBezTo>
                    <a:pt x="2518" y="234"/>
                    <a:pt x="1958" y="1"/>
                    <a:pt x="1259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270" name="Google Shape;3270;p93"/>
            <p:cNvSpPr/>
            <p:nvPr/>
          </p:nvSpPr>
          <p:spPr>
            <a:xfrm>
              <a:off x="6424175" y="2798700"/>
              <a:ext cx="66175" cy="67450"/>
            </a:xfrm>
            <a:custGeom>
              <a:avLst/>
              <a:gdLst/>
              <a:ahLst/>
              <a:cxnLst/>
              <a:rect l="l" t="t" r="r" b="b"/>
              <a:pathLst>
                <a:path w="2647" h="2698" extrusionOk="0">
                  <a:moveTo>
                    <a:pt x="535" y="1"/>
                  </a:moveTo>
                  <a:cubicBezTo>
                    <a:pt x="490" y="1"/>
                    <a:pt x="443" y="33"/>
                    <a:pt x="432" y="97"/>
                  </a:cubicBezTo>
                  <a:cubicBezTo>
                    <a:pt x="339" y="878"/>
                    <a:pt x="1" y="2638"/>
                    <a:pt x="1283" y="2696"/>
                  </a:cubicBezTo>
                  <a:cubicBezTo>
                    <a:pt x="1299" y="2697"/>
                    <a:pt x="1315" y="2697"/>
                    <a:pt x="1331" y="2697"/>
                  </a:cubicBezTo>
                  <a:cubicBezTo>
                    <a:pt x="1755" y="2697"/>
                    <a:pt x="2141" y="2403"/>
                    <a:pt x="2343" y="2043"/>
                  </a:cubicBezTo>
                  <a:cubicBezTo>
                    <a:pt x="2646" y="1484"/>
                    <a:pt x="2530" y="808"/>
                    <a:pt x="2425" y="213"/>
                  </a:cubicBezTo>
                  <a:cubicBezTo>
                    <a:pt x="2410" y="137"/>
                    <a:pt x="2355" y="104"/>
                    <a:pt x="2297" y="104"/>
                  </a:cubicBezTo>
                  <a:cubicBezTo>
                    <a:pt x="2213" y="104"/>
                    <a:pt x="2124" y="173"/>
                    <a:pt x="2145" y="283"/>
                  </a:cubicBezTo>
                  <a:cubicBezTo>
                    <a:pt x="2227" y="750"/>
                    <a:pt x="2331" y="1286"/>
                    <a:pt x="2157" y="1752"/>
                  </a:cubicBezTo>
                  <a:cubicBezTo>
                    <a:pt x="2022" y="2092"/>
                    <a:pt x="1696" y="2405"/>
                    <a:pt x="1340" y="2405"/>
                  </a:cubicBezTo>
                  <a:cubicBezTo>
                    <a:pt x="1233" y="2405"/>
                    <a:pt x="1123" y="2376"/>
                    <a:pt x="1014" y="2311"/>
                  </a:cubicBezTo>
                  <a:cubicBezTo>
                    <a:pt x="269" y="1880"/>
                    <a:pt x="677" y="773"/>
                    <a:pt x="630" y="97"/>
                  </a:cubicBezTo>
                  <a:cubicBezTo>
                    <a:pt x="624" y="33"/>
                    <a:pt x="580" y="1"/>
                    <a:pt x="53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271" name="Google Shape;3271;p93"/>
            <p:cNvSpPr/>
            <p:nvPr/>
          </p:nvSpPr>
          <p:spPr>
            <a:xfrm>
              <a:off x="6326175" y="2736125"/>
              <a:ext cx="92500" cy="78600"/>
            </a:xfrm>
            <a:custGeom>
              <a:avLst/>
              <a:gdLst/>
              <a:ahLst/>
              <a:cxnLst/>
              <a:rect l="l" t="t" r="r" b="b"/>
              <a:pathLst>
                <a:path w="3700" h="3144" extrusionOk="0">
                  <a:moveTo>
                    <a:pt x="1564" y="1"/>
                  </a:moveTo>
                  <a:cubicBezTo>
                    <a:pt x="79" y="1"/>
                    <a:pt x="1" y="1893"/>
                    <a:pt x="168" y="3008"/>
                  </a:cubicBezTo>
                  <a:cubicBezTo>
                    <a:pt x="183" y="3101"/>
                    <a:pt x="266" y="3144"/>
                    <a:pt x="350" y="3144"/>
                  </a:cubicBezTo>
                  <a:cubicBezTo>
                    <a:pt x="454" y="3144"/>
                    <a:pt x="560" y="3078"/>
                    <a:pt x="541" y="2961"/>
                  </a:cubicBezTo>
                  <a:cubicBezTo>
                    <a:pt x="432" y="2077"/>
                    <a:pt x="343" y="385"/>
                    <a:pt x="1568" y="385"/>
                  </a:cubicBezTo>
                  <a:cubicBezTo>
                    <a:pt x="1650" y="385"/>
                    <a:pt x="1739" y="393"/>
                    <a:pt x="1834" y="409"/>
                  </a:cubicBezTo>
                  <a:cubicBezTo>
                    <a:pt x="3151" y="642"/>
                    <a:pt x="3233" y="2006"/>
                    <a:pt x="3338" y="3078"/>
                  </a:cubicBezTo>
                  <a:cubicBezTo>
                    <a:pt x="3338" y="3089"/>
                    <a:pt x="3347" y="3095"/>
                    <a:pt x="3357" y="3095"/>
                  </a:cubicBezTo>
                  <a:cubicBezTo>
                    <a:pt x="3367" y="3095"/>
                    <a:pt x="3379" y="3089"/>
                    <a:pt x="3384" y="3078"/>
                  </a:cubicBezTo>
                  <a:cubicBezTo>
                    <a:pt x="3699" y="1877"/>
                    <a:pt x="3210" y="164"/>
                    <a:pt x="1776" y="13"/>
                  </a:cubicBezTo>
                  <a:cubicBezTo>
                    <a:pt x="1702" y="5"/>
                    <a:pt x="1632" y="1"/>
                    <a:pt x="15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272" name="Google Shape;3272;p93"/>
            <p:cNvSpPr/>
            <p:nvPr/>
          </p:nvSpPr>
          <p:spPr>
            <a:xfrm>
              <a:off x="6537800" y="2840150"/>
              <a:ext cx="63250" cy="25950"/>
            </a:xfrm>
            <a:custGeom>
              <a:avLst/>
              <a:gdLst/>
              <a:ahLst/>
              <a:cxnLst/>
              <a:rect l="l" t="t" r="r" b="b"/>
              <a:pathLst>
                <a:path w="2530" h="1038" extrusionOk="0">
                  <a:moveTo>
                    <a:pt x="1271" y="1"/>
                  </a:moveTo>
                  <a:cubicBezTo>
                    <a:pt x="572" y="1"/>
                    <a:pt x="1" y="234"/>
                    <a:pt x="1" y="525"/>
                  </a:cubicBezTo>
                  <a:cubicBezTo>
                    <a:pt x="1" y="805"/>
                    <a:pt x="572" y="1038"/>
                    <a:pt x="1271" y="1038"/>
                  </a:cubicBezTo>
                  <a:cubicBezTo>
                    <a:pt x="1959" y="1038"/>
                    <a:pt x="2530" y="805"/>
                    <a:pt x="2530" y="525"/>
                  </a:cubicBezTo>
                  <a:cubicBezTo>
                    <a:pt x="2530" y="234"/>
                    <a:pt x="1959" y="1"/>
                    <a:pt x="127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273" name="Google Shape;3273;p93"/>
            <p:cNvSpPr/>
            <p:nvPr/>
          </p:nvSpPr>
          <p:spPr>
            <a:xfrm>
              <a:off x="6501100" y="2736125"/>
              <a:ext cx="92475" cy="78600"/>
            </a:xfrm>
            <a:custGeom>
              <a:avLst/>
              <a:gdLst/>
              <a:ahLst/>
              <a:cxnLst/>
              <a:rect l="l" t="t" r="r" b="b"/>
              <a:pathLst>
                <a:path w="3699" h="3144" extrusionOk="0">
                  <a:moveTo>
                    <a:pt x="2135" y="1"/>
                  </a:moveTo>
                  <a:cubicBezTo>
                    <a:pt x="2068" y="1"/>
                    <a:pt x="1997" y="5"/>
                    <a:pt x="1923" y="13"/>
                  </a:cubicBezTo>
                  <a:cubicBezTo>
                    <a:pt x="490" y="164"/>
                    <a:pt x="0" y="1877"/>
                    <a:pt x="315" y="3078"/>
                  </a:cubicBezTo>
                  <a:cubicBezTo>
                    <a:pt x="321" y="3089"/>
                    <a:pt x="332" y="3095"/>
                    <a:pt x="343" y="3095"/>
                  </a:cubicBezTo>
                  <a:cubicBezTo>
                    <a:pt x="353" y="3095"/>
                    <a:pt x="362" y="3089"/>
                    <a:pt x="362" y="3078"/>
                  </a:cubicBezTo>
                  <a:cubicBezTo>
                    <a:pt x="478" y="2006"/>
                    <a:pt x="548" y="642"/>
                    <a:pt x="1865" y="409"/>
                  </a:cubicBezTo>
                  <a:cubicBezTo>
                    <a:pt x="1960" y="393"/>
                    <a:pt x="2049" y="385"/>
                    <a:pt x="2132" y="385"/>
                  </a:cubicBezTo>
                  <a:cubicBezTo>
                    <a:pt x="3358" y="385"/>
                    <a:pt x="3279" y="2077"/>
                    <a:pt x="3159" y="2961"/>
                  </a:cubicBezTo>
                  <a:cubicBezTo>
                    <a:pt x="3146" y="3078"/>
                    <a:pt x="3251" y="3144"/>
                    <a:pt x="3354" y="3144"/>
                  </a:cubicBezTo>
                  <a:cubicBezTo>
                    <a:pt x="3436" y="3144"/>
                    <a:pt x="3516" y="3101"/>
                    <a:pt x="3532" y="3008"/>
                  </a:cubicBezTo>
                  <a:cubicBezTo>
                    <a:pt x="3699" y="1893"/>
                    <a:pt x="3621" y="1"/>
                    <a:pt x="213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274" name="Google Shape;3274;p93"/>
            <p:cNvSpPr/>
            <p:nvPr/>
          </p:nvSpPr>
          <p:spPr>
            <a:xfrm>
              <a:off x="7085550" y="2961450"/>
              <a:ext cx="125900" cy="506125"/>
            </a:xfrm>
            <a:custGeom>
              <a:avLst/>
              <a:gdLst/>
              <a:ahLst/>
              <a:cxnLst/>
              <a:rect l="l" t="t" r="r" b="b"/>
              <a:pathLst>
                <a:path w="5036" h="20245" extrusionOk="0">
                  <a:moveTo>
                    <a:pt x="72" y="0"/>
                  </a:moveTo>
                  <a:cubicBezTo>
                    <a:pt x="36" y="0"/>
                    <a:pt x="0" y="42"/>
                    <a:pt x="24" y="90"/>
                  </a:cubicBezTo>
                  <a:cubicBezTo>
                    <a:pt x="1422" y="3225"/>
                    <a:pt x="2483" y="6500"/>
                    <a:pt x="3136" y="9879"/>
                  </a:cubicBezTo>
                  <a:cubicBezTo>
                    <a:pt x="3788" y="13306"/>
                    <a:pt x="3777" y="16639"/>
                    <a:pt x="3893" y="20100"/>
                  </a:cubicBezTo>
                  <a:cubicBezTo>
                    <a:pt x="3899" y="20198"/>
                    <a:pt x="3967" y="20244"/>
                    <a:pt x="4037" y="20244"/>
                  </a:cubicBezTo>
                  <a:cubicBezTo>
                    <a:pt x="4109" y="20244"/>
                    <a:pt x="4184" y="20195"/>
                    <a:pt x="4196" y="20100"/>
                  </a:cubicBezTo>
                  <a:cubicBezTo>
                    <a:pt x="5035" y="13364"/>
                    <a:pt x="3031" y="6034"/>
                    <a:pt x="117" y="32"/>
                  </a:cubicBezTo>
                  <a:cubicBezTo>
                    <a:pt x="106" y="9"/>
                    <a:pt x="89" y="0"/>
                    <a:pt x="7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275" name="Google Shape;3275;p93"/>
            <p:cNvSpPr/>
            <p:nvPr/>
          </p:nvSpPr>
          <p:spPr>
            <a:xfrm>
              <a:off x="5806500" y="3037875"/>
              <a:ext cx="55875" cy="243700"/>
            </a:xfrm>
            <a:custGeom>
              <a:avLst/>
              <a:gdLst/>
              <a:ahLst/>
              <a:cxnLst/>
              <a:rect l="l" t="t" r="r" b="b"/>
              <a:pathLst>
                <a:path w="2235" h="9748" extrusionOk="0">
                  <a:moveTo>
                    <a:pt x="2056" y="1"/>
                  </a:moveTo>
                  <a:cubicBezTo>
                    <a:pt x="1998" y="1"/>
                    <a:pt x="1939" y="30"/>
                    <a:pt x="1912" y="98"/>
                  </a:cubicBezTo>
                  <a:cubicBezTo>
                    <a:pt x="653" y="3151"/>
                    <a:pt x="1" y="6368"/>
                    <a:pt x="175" y="9678"/>
                  </a:cubicBezTo>
                  <a:cubicBezTo>
                    <a:pt x="181" y="9724"/>
                    <a:pt x="219" y="9748"/>
                    <a:pt x="256" y="9748"/>
                  </a:cubicBezTo>
                  <a:cubicBezTo>
                    <a:pt x="292" y="9748"/>
                    <a:pt x="327" y="9724"/>
                    <a:pt x="327" y="9678"/>
                  </a:cubicBezTo>
                  <a:cubicBezTo>
                    <a:pt x="385" y="6368"/>
                    <a:pt x="933" y="3233"/>
                    <a:pt x="2192" y="180"/>
                  </a:cubicBezTo>
                  <a:cubicBezTo>
                    <a:pt x="2234" y="73"/>
                    <a:pt x="2147" y="1"/>
                    <a:pt x="2056" y="1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grpSp>
        <p:nvGrpSpPr>
          <p:cNvPr id="3276" name="Google Shape;3276;p93"/>
          <p:cNvGrpSpPr/>
          <p:nvPr/>
        </p:nvGrpSpPr>
        <p:grpSpPr>
          <a:xfrm>
            <a:off x="272014" y="283860"/>
            <a:ext cx="906525" cy="2045125"/>
            <a:chOff x="4967925" y="1736225"/>
            <a:chExt cx="906525" cy="2045125"/>
          </a:xfrm>
        </p:grpSpPr>
        <p:sp>
          <p:nvSpPr>
            <p:cNvPr id="3277" name="Google Shape;3277;p93"/>
            <p:cNvSpPr/>
            <p:nvPr/>
          </p:nvSpPr>
          <p:spPr>
            <a:xfrm>
              <a:off x="4967925" y="2488200"/>
              <a:ext cx="189100" cy="268000"/>
            </a:xfrm>
            <a:custGeom>
              <a:avLst/>
              <a:gdLst/>
              <a:ahLst/>
              <a:cxnLst/>
              <a:rect l="l" t="t" r="r" b="b"/>
              <a:pathLst>
                <a:path w="7564" h="10720" extrusionOk="0">
                  <a:moveTo>
                    <a:pt x="7077" y="0"/>
                  </a:moveTo>
                  <a:cubicBezTo>
                    <a:pt x="7073" y="0"/>
                    <a:pt x="7069" y="0"/>
                    <a:pt x="7065" y="0"/>
                  </a:cubicBezTo>
                  <a:cubicBezTo>
                    <a:pt x="5305" y="59"/>
                    <a:pt x="3569" y="1714"/>
                    <a:pt x="2637" y="3077"/>
                  </a:cubicBezTo>
                  <a:cubicBezTo>
                    <a:pt x="1623" y="4546"/>
                    <a:pt x="1005" y="6503"/>
                    <a:pt x="1366" y="8286"/>
                  </a:cubicBezTo>
                  <a:cubicBezTo>
                    <a:pt x="1052" y="8753"/>
                    <a:pt x="737" y="9172"/>
                    <a:pt x="282" y="9533"/>
                  </a:cubicBezTo>
                  <a:cubicBezTo>
                    <a:pt x="1" y="9757"/>
                    <a:pt x="261" y="10198"/>
                    <a:pt x="571" y="10198"/>
                  </a:cubicBezTo>
                  <a:cubicBezTo>
                    <a:pt x="634" y="10198"/>
                    <a:pt x="698" y="10180"/>
                    <a:pt x="760" y="10139"/>
                  </a:cubicBezTo>
                  <a:cubicBezTo>
                    <a:pt x="993" y="9988"/>
                    <a:pt x="1191" y="9825"/>
                    <a:pt x="1390" y="9638"/>
                  </a:cubicBezTo>
                  <a:cubicBezTo>
                    <a:pt x="1436" y="9930"/>
                    <a:pt x="1529" y="10233"/>
                    <a:pt x="1658" y="10524"/>
                  </a:cubicBezTo>
                  <a:cubicBezTo>
                    <a:pt x="1722" y="10662"/>
                    <a:pt x="1841" y="10720"/>
                    <a:pt x="1964" y="10720"/>
                  </a:cubicBezTo>
                  <a:cubicBezTo>
                    <a:pt x="2176" y="10720"/>
                    <a:pt x="2404" y="10550"/>
                    <a:pt x="2404" y="10314"/>
                  </a:cubicBezTo>
                  <a:cubicBezTo>
                    <a:pt x="2415" y="10186"/>
                    <a:pt x="2415" y="10046"/>
                    <a:pt x="2415" y="9906"/>
                  </a:cubicBezTo>
                  <a:cubicBezTo>
                    <a:pt x="2543" y="10046"/>
                    <a:pt x="2660" y="10186"/>
                    <a:pt x="2776" y="10338"/>
                  </a:cubicBezTo>
                  <a:cubicBezTo>
                    <a:pt x="2852" y="10424"/>
                    <a:pt x="2945" y="10461"/>
                    <a:pt x="3038" y="10461"/>
                  </a:cubicBezTo>
                  <a:cubicBezTo>
                    <a:pt x="3322" y="10461"/>
                    <a:pt x="3610" y="10126"/>
                    <a:pt x="3417" y="9836"/>
                  </a:cubicBezTo>
                  <a:cubicBezTo>
                    <a:pt x="3254" y="9580"/>
                    <a:pt x="3079" y="9324"/>
                    <a:pt x="2916" y="9067"/>
                  </a:cubicBezTo>
                  <a:lnTo>
                    <a:pt x="2916" y="9067"/>
                  </a:lnTo>
                  <a:cubicBezTo>
                    <a:pt x="3173" y="9196"/>
                    <a:pt x="3441" y="9324"/>
                    <a:pt x="3709" y="9429"/>
                  </a:cubicBezTo>
                  <a:cubicBezTo>
                    <a:pt x="3751" y="9445"/>
                    <a:pt x="3792" y="9452"/>
                    <a:pt x="3831" y="9452"/>
                  </a:cubicBezTo>
                  <a:cubicBezTo>
                    <a:pt x="4131" y="9452"/>
                    <a:pt x="4298" y="9015"/>
                    <a:pt x="4082" y="8788"/>
                  </a:cubicBezTo>
                  <a:cubicBezTo>
                    <a:pt x="3534" y="8240"/>
                    <a:pt x="2672" y="7972"/>
                    <a:pt x="1937" y="7762"/>
                  </a:cubicBezTo>
                  <a:cubicBezTo>
                    <a:pt x="1914" y="7762"/>
                    <a:pt x="1902" y="7750"/>
                    <a:pt x="1879" y="7750"/>
                  </a:cubicBezTo>
                  <a:cubicBezTo>
                    <a:pt x="2031" y="6270"/>
                    <a:pt x="2415" y="4907"/>
                    <a:pt x="3313" y="3637"/>
                  </a:cubicBezTo>
                  <a:cubicBezTo>
                    <a:pt x="3814" y="2937"/>
                    <a:pt x="4431" y="2296"/>
                    <a:pt x="5142" y="1807"/>
                  </a:cubicBezTo>
                  <a:cubicBezTo>
                    <a:pt x="5807" y="1341"/>
                    <a:pt x="6576" y="1143"/>
                    <a:pt x="7252" y="723"/>
                  </a:cubicBezTo>
                  <a:cubicBezTo>
                    <a:pt x="7563" y="538"/>
                    <a:pt x="7452" y="0"/>
                    <a:pt x="707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278" name="Google Shape;3278;p93"/>
            <p:cNvSpPr/>
            <p:nvPr/>
          </p:nvSpPr>
          <p:spPr>
            <a:xfrm>
              <a:off x="5647225" y="2571225"/>
              <a:ext cx="189350" cy="267875"/>
            </a:xfrm>
            <a:custGeom>
              <a:avLst/>
              <a:gdLst/>
              <a:ahLst/>
              <a:cxnLst/>
              <a:rect l="l" t="t" r="r" b="b"/>
              <a:pathLst>
                <a:path w="7574" h="10715" extrusionOk="0">
                  <a:moveTo>
                    <a:pt x="497" y="1"/>
                  </a:moveTo>
                  <a:cubicBezTo>
                    <a:pt x="111" y="1"/>
                    <a:pt x="0" y="527"/>
                    <a:pt x="311" y="712"/>
                  </a:cubicBezTo>
                  <a:cubicBezTo>
                    <a:pt x="999" y="1131"/>
                    <a:pt x="1757" y="1329"/>
                    <a:pt x="2421" y="1796"/>
                  </a:cubicBezTo>
                  <a:cubicBezTo>
                    <a:pt x="3143" y="2297"/>
                    <a:pt x="3761" y="2926"/>
                    <a:pt x="4262" y="3637"/>
                  </a:cubicBezTo>
                  <a:cubicBezTo>
                    <a:pt x="5160" y="4907"/>
                    <a:pt x="5532" y="6259"/>
                    <a:pt x="5684" y="7739"/>
                  </a:cubicBezTo>
                  <a:cubicBezTo>
                    <a:pt x="5672" y="7751"/>
                    <a:pt x="5649" y="7751"/>
                    <a:pt x="5626" y="7751"/>
                  </a:cubicBezTo>
                  <a:cubicBezTo>
                    <a:pt x="4903" y="7961"/>
                    <a:pt x="4029" y="8240"/>
                    <a:pt x="3493" y="8788"/>
                  </a:cubicBezTo>
                  <a:cubicBezTo>
                    <a:pt x="3266" y="9005"/>
                    <a:pt x="3441" y="9441"/>
                    <a:pt x="3735" y="9441"/>
                  </a:cubicBezTo>
                  <a:cubicBezTo>
                    <a:pt x="3773" y="9441"/>
                    <a:pt x="3813" y="9433"/>
                    <a:pt x="3854" y="9417"/>
                  </a:cubicBezTo>
                  <a:cubicBezTo>
                    <a:pt x="4134" y="9312"/>
                    <a:pt x="4390" y="9184"/>
                    <a:pt x="4658" y="9056"/>
                  </a:cubicBezTo>
                  <a:lnTo>
                    <a:pt x="4658" y="9056"/>
                  </a:lnTo>
                  <a:cubicBezTo>
                    <a:pt x="4484" y="9312"/>
                    <a:pt x="4320" y="9569"/>
                    <a:pt x="4146" y="9825"/>
                  </a:cubicBezTo>
                  <a:cubicBezTo>
                    <a:pt x="3953" y="10114"/>
                    <a:pt x="4248" y="10450"/>
                    <a:pt x="4535" y="10450"/>
                  </a:cubicBezTo>
                  <a:cubicBezTo>
                    <a:pt x="4629" y="10450"/>
                    <a:pt x="4723" y="10413"/>
                    <a:pt x="4798" y="10326"/>
                  </a:cubicBezTo>
                  <a:cubicBezTo>
                    <a:pt x="4915" y="10187"/>
                    <a:pt x="5031" y="10035"/>
                    <a:pt x="5148" y="9895"/>
                  </a:cubicBezTo>
                  <a:cubicBezTo>
                    <a:pt x="5160" y="10035"/>
                    <a:pt x="5160" y="10175"/>
                    <a:pt x="5160" y="10315"/>
                  </a:cubicBezTo>
                  <a:cubicBezTo>
                    <a:pt x="5167" y="10542"/>
                    <a:pt x="5392" y="10714"/>
                    <a:pt x="5601" y="10714"/>
                  </a:cubicBezTo>
                  <a:cubicBezTo>
                    <a:pt x="5723" y="10714"/>
                    <a:pt x="5841" y="10655"/>
                    <a:pt x="5905" y="10513"/>
                  </a:cubicBezTo>
                  <a:cubicBezTo>
                    <a:pt x="6045" y="10221"/>
                    <a:pt x="6139" y="9930"/>
                    <a:pt x="6185" y="9627"/>
                  </a:cubicBezTo>
                  <a:cubicBezTo>
                    <a:pt x="6372" y="9814"/>
                    <a:pt x="6581" y="9988"/>
                    <a:pt x="6814" y="10140"/>
                  </a:cubicBezTo>
                  <a:cubicBezTo>
                    <a:pt x="6873" y="10178"/>
                    <a:pt x="6935" y="10195"/>
                    <a:pt x="6995" y="10195"/>
                  </a:cubicBezTo>
                  <a:cubicBezTo>
                    <a:pt x="7303" y="10195"/>
                    <a:pt x="7573" y="9756"/>
                    <a:pt x="7281" y="9522"/>
                  </a:cubicBezTo>
                  <a:cubicBezTo>
                    <a:pt x="6826" y="9173"/>
                    <a:pt x="6523" y="8741"/>
                    <a:pt x="6197" y="8275"/>
                  </a:cubicBezTo>
                  <a:cubicBezTo>
                    <a:pt x="6558" y="6492"/>
                    <a:pt x="5952" y="4534"/>
                    <a:pt x="4938" y="3066"/>
                  </a:cubicBezTo>
                  <a:cubicBezTo>
                    <a:pt x="4006" y="1714"/>
                    <a:pt x="2258" y="47"/>
                    <a:pt x="510" y="1"/>
                  </a:cubicBezTo>
                  <a:cubicBezTo>
                    <a:pt x="505" y="1"/>
                    <a:pt x="501" y="1"/>
                    <a:pt x="49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279" name="Google Shape;3279;p93"/>
            <p:cNvSpPr/>
            <p:nvPr/>
          </p:nvSpPr>
          <p:spPr>
            <a:xfrm>
              <a:off x="5192025" y="3511600"/>
              <a:ext cx="141700" cy="269750"/>
            </a:xfrm>
            <a:custGeom>
              <a:avLst/>
              <a:gdLst/>
              <a:ahLst/>
              <a:cxnLst/>
              <a:rect l="l" t="t" r="r" b="b"/>
              <a:pathLst>
                <a:path w="5668" h="10790" extrusionOk="0">
                  <a:moveTo>
                    <a:pt x="5364" y="1"/>
                  </a:moveTo>
                  <a:cubicBezTo>
                    <a:pt x="5284" y="1"/>
                    <a:pt x="5204" y="34"/>
                    <a:pt x="5152" y="110"/>
                  </a:cubicBezTo>
                  <a:cubicBezTo>
                    <a:pt x="4196" y="1590"/>
                    <a:pt x="3684" y="3373"/>
                    <a:pt x="3474" y="5110"/>
                  </a:cubicBezTo>
                  <a:cubicBezTo>
                    <a:pt x="3357" y="6077"/>
                    <a:pt x="3334" y="7056"/>
                    <a:pt x="3427" y="8035"/>
                  </a:cubicBezTo>
                  <a:cubicBezTo>
                    <a:pt x="3439" y="8210"/>
                    <a:pt x="3450" y="8396"/>
                    <a:pt x="3474" y="8583"/>
                  </a:cubicBezTo>
                  <a:cubicBezTo>
                    <a:pt x="3027" y="8212"/>
                    <a:pt x="2409" y="7996"/>
                    <a:pt x="1827" y="7996"/>
                  </a:cubicBezTo>
                  <a:cubicBezTo>
                    <a:pt x="1073" y="7996"/>
                    <a:pt x="378" y="8357"/>
                    <a:pt x="187" y="9212"/>
                  </a:cubicBezTo>
                  <a:cubicBezTo>
                    <a:pt x="1" y="10016"/>
                    <a:pt x="630" y="10576"/>
                    <a:pt x="1376" y="10715"/>
                  </a:cubicBezTo>
                  <a:cubicBezTo>
                    <a:pt x="1627" y="10766"/>
                    <a:pt x="1884" y="10790"/>
                    <a:pt x="2144" y="10790"/>
                  </a:cubicBezTo>
                  <a:cubicBezTo>
                    <a:pt x="2971" y="10790"/>
                    <a:pt x="3816" y="10544"/>
                    <a:pt x="4499" y="10109"/>
                  </a:cubicBezTo>
                  <a:cubicBezTo>
                    <a:pt x="4732" y="9970"/>
                    <a:pt x="4674" y="9655"/>
                    <a:pt x="4476" y="9550"/>
                  </a:cubicBezTo>
                  <a:cubicBezTo>
                    <a:pt x="4546" y="8944"/>
                    <a:pt x="4313" y="8268"/>
                    <a:pt x="4266" y="7674"/>
                  </a:cubicBezTo>
                  <a:cubicBezTo>
                    <a:pt x="4208" y="6881"/>
                    <a:pt x="4220" y="6089"/>
                    <a:pt x="4290" y="5296"/>
                  </a:cubicBezTo>
                  <a:cubicBezTo>
                    <a:pt x="4441" y="3537"/>
                    <a:pt x="4989" y="1940"/>
                    <a:pt x="5607" y="308"/>
                  </a:cubicBezTo>
                  <a:cubicBezTo>
                    <a:pt x="5668" y="124"/>
                    <a:pt x="5517" y="1"/>
                    <a:pt x="53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280" name="Google Shape;3280;p93"/>
            <p:cNvSpPr/>
            <p:nvPr/>
          </p:nvSpPr>
          <p:spPr>
            <a:xfrm>
              <a:off x="5487150" y="3508975"/>
              <a:ext cx="150400" cy="266700"/>
            </a:xfrm>
            <a:custGeom>
              <a:avLst/>
              <a:gdLst/>
              <a:ahLst/>
              <a:cxnLst/>
              <a:rect l="l" t="t" r="r" b="b"/>
              <a:pathLst>
                <a:path w="6016" h="10668" extrusionOk="0">
                  <a:moveTo>
                    <a:pt x="314" y="0"/>
                  </a:moveTo>
                  <a:cubicBezTo>
                    <a:pt x="158" y="0"/>
                    <a:pt x="1" y="128"/>
                    <a:pt x="71" y="308"/>
                  </a:cubicBezTo>
                  <a:cubicBezTo>
                    <a:pt x="747" y="1928"/>
                    <a:pt x="1353" y="3502"/>
                    <a:pt x="1563" y="5250"/>
                  </a:cubicBezTo>
                  <a:cubicBezTo>
                    <a:pt x="1668" y="6031"/>
                    <a:pt x="1703" y="6835"/>
                    <a:pt x="1680" y="7627"/>
                  </a:cubicBezTo>
                  <a:cubicBezTo>
                    <a:pt x="1656" y="8222"/>
                    <a:pt x="1447" y="8909"/>
                    <a:pt x="1528" y="9515"/>
                  </a:cubicBezTo>
                  <a:cubicBezTo>
                    <a:pt x="1342" y="9620"/>
                    <a:pt x="1295" y="9935"/>
                    <a:pt x="1528" y="10075"/>
                  </a:cubicBezTo>
                  <a:cubicBezTo>
                    <a:pt x="2186" y="10457"/>
                    <a:pt x="2974" y="10668"/>
                    <a:pt x="3753" y="10668"/>
                  </a:cubicBezTo>
                  <a:cubicBezTo>
                    <a:pt x="4064" y="10668"/>
                    <a:pt x="4375" y="10634"/>
                    <a:pt x="4675" y="10564"/>
                  </a:cubicBezTo>
                  <a:cubicBezTo>
                    <a:pt x="5409" y="10401"/>
                    <a:pt x="6015" y="9818"/>
                    <a:pt x="5805" y="9014"/>
                  </a:cubicBezTo>
                  <a:cubicBezTo>
                    <a:pt x="5596" y="8197"/>
                    <a:pt x="4933" y="7855"/>
                    <a:pt x="4210" y="7855"/>
                  </a:cubicBezTo>
                  <a:cubicBezTo>
                    <a:pt x="3603" y="7855"/>
                    <a:pt x="2953" y="8097"/>
                    <a:pt x="2496" y="8501"/>
                  </a:cubicBezTo>
                  <a:cubicBezTo>
                    <a:pt x="2507" y="8315"/>
                    <a:pt x="2519" y="8140"/>
                    <a:pt x="2531" y="7954"/>
                  </a:cubicBezTo>
                  <a:cubicBezTo>
                    <a:pt x="2577" y="6986"/>
                    <a:pt x="2531" y="6007"/>
                    <a:pt x="2379" y="5040"/>
                  </a:cubicBezTo>
                  <a:cubicBezTo>
                    <a:pt x="2099" y="3304"/>
                    <a:pt x="1528" y="1544"/>
                    <a:pt x="514" y="99"/>
                  </a:cubicBezTo>
                  <a:cubicBezTo>
                    <a:pt x="465" y="30"/>
                    <a:pt x="389" y="0"/>
                    <a:pt x="31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281" name="Google Shape;3281;p93"/>
            <p:cNvSpPr/>
            <p:nvPr/>
          </p:nvSpPr>
          <p:spPr>
            <a:xfrm>
              <a:off x="5083075" y="1736225"/>
              <a:ext cx="755800" cy="1827700"/>
            </a:xfrm>
            <a:custGeom>
              <a:avLst/>
              <a:gdLst/>
              <a:ahLst/>
              <a:cxnLst/>
              <a:rect l="l" t="t" r="r" b="b"/>
              <a:pathLst>
                <a:path w="30232" h="73108" extrusionOk="0">
                  <a:moveTo>
                    <a:pt x="11421" y="0"/>
                  </a:moveTo>
                  <a:cubicBezTo>
                    <a:pt x="11421" y="0"/>
                    <a:pt x="2238" y="14696"/>
                    <a:pt x="1119" y="36664"/>
                  </a:cubicBezTo>
                  <a:cubicBezTo>
                    <a:pt x="0" y="58632"/>
                    <a:pt x="3590" y="72197"/>
                    <a:pt x="3590" y="72197"/>
                  </a:cubicBezTo>
                  <a:cubicBezTo>
                    <a:pt x="3590" y="72197"/>
                    <a:pt x="8423" y="73107"/>
                    <a:pt x="12343" y="73107"/>
                  </a:cubicBezTo>
                  <a:cubicBezTo>
                    <a:pt x="13323" y="73107"/>
                    <a:pt x="14246" y="73050"/>
                    <a:pt x="15022" y="72908"/>
                  </a:cubicBezTo>
                  <a:cubicBezTo>
                    <a:pt x="18892" y="72186"/>
                    <a:pt x="23553" y="70671"/>
                    <a:pt x="23553" y="70671"/>
                  </a:cubicBezTo>
                  <a:cubicBezTo>
                    <a:pt x="23553" y="70671"/>
                    <a:pt x="21572" y="48062"/>
                    <a:pt x="22423" y="35743"/>
                  </a:cubicBezTo>
                  <a:cubicBezTo>
                    <a:pt x="23274" y="23425"/>
                    <a:pt x="30231" y="6783"/>
                    <a:pt x="30231" y="6783"/>
                  </a:cubicBezTo>
                  <a:lnTo>
                    <a:pt x="11421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282" name="Google Shape;3282;p93"/>
            <p:cNvSpPr/>
            <p:nvPr/>
          </p:nvSpPr>
          <p:spPr>
            <a:xfrm>
              <a:off x="5159400" y="1880725"/>
              <a:ext cx="679475" cy="1683200"/>
            </a:xfrm>
            <a:custGeom>
              <a:avLst/>
              <a:gdLst/>
              <a:ahLst/>
              <a:cxnLst/>
              <a:rect l="l" t="t" r="r" b="b"/>
              <a:pathLst>
                <a:path w="27179" h="67328" extrusionOk="0">
                  <a:moveTo>
                    <a:pt x="24393" y="1"/>
                  </a:moveTo>
                  <a:cubicBezTo>
                    <a:pt x="24206" y="502"/>
                    <a:pt x="24020" y="1015"/>
                    <a:pt x="23833" y="1527"/>
                  </a:cubicBezTo>
                  <a:cubicBezTo>
                    <a:pt x="20687" y="10198"/>
                    <a:pt x="17983" y="18985"/>
                    <a:pt x="16876" y="28180"/>
                  </a:cubicBezTo>
                  <a:cubicBezTo>
                    <a:pt x="15571" y="39042"/>
                    <a:pt x="15897" y="50113"/>
                    <a:pt x="17482" y="60928"/>
                  </a:cubicBezTo>
                  <a:cubicBezTo>
                    <a:pt x="17540" y="61406"/>
                    <a:pt x="17459" y="61896"/>
                    <a:pt x="17202" y="62245"/>
                  </a:cubicBezTo>
                  <a:cubicBezTo>
                    <a:pt x="17039" y="62898"/>
                    <a:pt x="16445" y="63294"/>
                    <a:pt x="15769" y="63376"/>
                  </a:cubicBezTo>
                  <a:cubicBezTo>
                    <a:pt x="12153" y="63770"/>
                    <a:pt x="8449" y="64621"/>
                    <a:pt x="4817" y="64621"/>
                  </a:cubicBezTo>
                  <a:cubicBezTo>
                    <a:pt x="3192" y="64621"/>
                    <a:pt x="1582" y="64451"/>
                    <a:pt x="1" y="63993"/>
                  </a:cubicBezTo>
                  <a:lnTo>
                    <a:pt x="1" y="63993"/>
                  </a:lnTo>
                  <a:cubicBezTo>
                    <a:pt x="315" y="65578"/>
                    <a:pt x="537" y="66417"/>
                    <a:pt x="537" y="66417"/>
                  </a:cubicBezTo>
                  <a:cubicBezTo>
                    <a:pt x="537" y="66417"/>
                    <a:pt x="5370" y="67327"/>
                    <a:pt x="9290" y="67327"/>
                  </a:cubicBezTo>
                  <a:cubicBezTo>
                    <a:pt x="10270" y="67327"/>
                    <a:pt x="11193" y="67270"/>
                    <a:pt x="11969" y="67128"/>
                  </a:cubicBezTo>
                  <a:cubicBezTo>
                    <a:pt x="15839" y="66406"/>
                    <a:pt x="20500" y="64891"/>
                    <a:pt x="20500" y="64891"/>
                  </a:cubicBezTo>
                  <a:cubicBezTo>
                    <a:pt x="20500" y="64891"/>
                    <a:pt x="18519" y="42282"/>
                    <a:pt x="19370" y="29963"/>
                  </a:cubicBezTo>
                  <a:cubicBezTo>
                    <a:pt x="20221" y="17645"/>
                    <a:pt x="27178" y="1003"/>
                    <a:pt x="27178" y="1003"/>
                  </a:cubicBezTo>
                  <a:lnTo>
                    <a:pt x="24393" y="1"/>
                  </a:lnTo>
                  <a:close/>
                </a:path>
              </a:pathLst>
            </a:custGeom>
            <a:solidFill>
              <a:schemeClr val="dk1">
                <a:alpha val="2083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283" name="Google Shape;3283;p93"/>
            <p:cNvSpPr/>
            <p:nvPr/>
          </p:nvSpPr>
          <p:spPr>
            <a:xfrm>
              <a:off x="5151900" y="1906125"/>
              <a:ext cx="620900" cy="1608875"/>
            </a:xfrm>
            <a:custGeom>
              <a:avLst/>
              <a:gdLst/>
              <a:ahLst/>
              <a:cxnLst/>
              <a:rect l="l" t="t" r="r" b="b"/>
              <a:pathLst>
                <a:path w="24836" h="64355" extrusionOk="0">
                  <a:moveTo>
                    <a:pt x="24625" y="0"/>
                  </a:moveTo>
                  <a:cubicBezTo>
                    <a:pt x="24554" y="0"/>
                    <a:pt x="24481" y="38"/>
                    <a:pt x="24448" y="127"/>
                  </a:cubicBezTo>
                  <a:cubicBezTo>
                    <a:pt x="18318" y="15230"/>
                    <a:pt x="15603" y="31709"/>
                    <a:pt x="16290" y="47990"/>
                  </a:cubicBezTo>
                  <a:cubicBezTo>
                    <a:pt x="16488" y="52559"/>
                    <a:pt x="16931" y="57127"/>
                    <a:pt x="17712" y="61625"/>
                  </a:cubicBezTo>
                  <a:cubicBezTo>
                    <a:pt x="17724" y="61660"/>
                    <a:pt x="17735" y="61672"/>
                    <a:pt x="17747" y="61684"/>
                  </a:cubicBezTo>
                  <a:cubicBezTo>
                    <a:pt x="17732" y="61679"/>
                    <a:pt x="17716" y="61676"/>
                    <a:pt x="17699" y="61676"/>
                  </a:cubicBezTo>
                  <a:cubicBezTo>
                    <a:pt x="17675" y="61676"/>
                    <a:pt x="17651" y="61682"/>
                    <a:pt x="17630" y="61695"/>
                  </a:cubicBezTo>
                  <a:cubicBezTo>
                    <a:pt x="13896" y="63283"/>
                    <a:pt x="10070" y="63967"/>
                    <a:pt x="6173" y="63967"/>
                  </a:cubicBezTo>
                  <a:cubicBezTo>
                    <a:pt x="4149" y="63967"/>
                    <a:pt x="2105" y="63782"/>
                    <a:pt x="44" y="63443"/>
                  </a:cubicBezTo>
                  <a:cubicBezTo>
                    <a:pt x="41" y="63442"/>
                    <a:pt x="38" y="63442"/>
                    <a:pt x="35" y="63442"/>
                  </a:cubicBezTo>
                  <a:cubicBezTo>
                    <a:pt x="7" y="63442"/>
                    <a:pt x="1" y="63491"/>
                    <a:pt x="33" y="63502"/>
                  </a:cubicBezTo>
                  <a:cubicBezTo>
                    <a:pt x="2119" y="64084"/>
                    <a:pt x="4297" y="64355"/>
                    <a:pt x="6486" y="64355"/>
                  </a:cubicBezTo>
                  <a:cubicBezTo>
                    <a:pt x="10300" y="64355"/>
                    <a:pt x="14149" y="63532"/>
                    <a:pt x="17607" y="62103"/>
                  </a:cubicBezTo>
                  <a:cubicBezTo>
                    <a:pt x="17607" y="62103"/>
                    <a:pt x="17607" y="62115"/>
                    <a:pt x="17619" y="62115"/>
                  </a:cubicBezTo>
                  <a:cubicBezTo>
                    <a:pt x="18108" y="62907"/>
                    <a:pt x="19215" y="63339"/>
                    <a:pt x="20089" y="63478"/>
                  </a:cubicBezTo>
                  <a:cubicBezTo>
                    <a:pt x="20093" y="63479"/>
                    <a:pt x="20097" y="63479"/>
                    <a:pt x="20101" y="63479"/>
                  </a:cubicBezTo>
                  <a:cubicBezTo>
                    <a:pt x="20186" y="63479"/>
                    <a:pt x="20225" y="63360"/>
                    <a:pt x="20136" y="63327"/>
                  </a:cubicBezTo>
                  <a:cubicBezTo>
                    <a:pt x="19658" y="63210"/>
                    <a:pt x="19204" y="63036"/>
                    <a:pt x="18796" y="62791"/>
                  </a:cubicBezTo>
                  <a:cubicBezTo>
                    <a:pt x="18435" y="62569"/>
                    <a:pt x="18143" y="62266"/>
                    <a:pt x="17805" y="62022"/>
                  </a:cubicBezTo>
                  <a:cubicBezTo>
                    <a:pt x="17805" y="62022"/>
                    <a:pt x="17817" y="62022"/>
                    <a:pt x="17817" y="62010"/>
                  </a:cubicBezTo>
                  <a:cubicBezTo>
                    <a:pt x="17968" y="61952"/>
                    <a:pt x="17922" y="61777"/>
                    <a:pt x="17805" y="61707"/>
                  </a:cubicBezTo>
                  <a:cubicBezTo>
                    <a:pt x="17875" y="61707"/>
                    <a:pt x="17945" y="61660"/>
                    <a:pt x="17933" y="61567"/>
                  </a:cubicBezTo>
                  <a:cubicBezTo>
                    <a:pt x="15498" y="45380"/>
                    <a:pt x="16197" y="29029"/>
                    <a:pt x="20451" y="13191"/>
                  </a:cubicBezTo>
                  <a:cubicBezTo>
                    <a:pt x="21639" y="8786"/>
                    <a:pt x="23108" y="4462"/>
                    <a:pt x="24786" y="220"/>
                  </a:cubicBezTo>
                  <a:cubicBezTo>
                    <a:pt x="24835" y="87"/>
                    <a:pt x="24733" y="0"/>
                    <a:pt x="2462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284" name="Google Shape;3284;p93"/>
            <p:cNvSpPr/>
            <p:nvPr/>
          </p:nvSpPr>
          <p:spPr>
            <a:xfrm>
              <a:off x="5149275" y="3402725"/>
              <a:ext cx="53850" cy="9075"/>
            </a:xfrm>
            <a:custGeom>
              <a:avLst/>
              <a:gdLst/>
              <a:ahLst/>
              <a:cxnLst/>
              <a:rect l="l" t="t" r="r" b="b"/>
              <a:pathLst>
                <a:path w="2154" h="363" extrusionOk="0">
                  <a:moveTo>
                    <a:pt x="81" y="1"/>
                  </a:moveTo>
                  <a:cubicBezTo>
                    <a:pt x="19" y="1"/>
                    <a:pt x="0" y="108"/>
                    <a:pt x="56" y="142"/>
                  </a:cubicBezTo>
                  <a:cubicBezTo>
                    <a:pt x="392" y="304"/>
                    <a:pt x="762" y="362"/>
                    <a:pt x="1135" y="362"/>
                  </a:cubicBezTo>
                  <a:cubicBezTo>
                    <a:pt x="1459" y="362"/>
                    <a:pt x="1786" y="318"/>
                    <a:pt x="2095" y="258"/>
                  </a:cubicBezTo>
                  <a:cubicBezTo>
                    <a:pt x="2154" y="246"/>
                    <a:pt x="2142" y="142"/>
                    <a:pt x="2084" y="142"/>
                  </a:cubicBezTo>
                  <a:cubicBezTo>
                    <a:pt x="1931" y="162"/>
                    <a:pt x="1781" y="171"/>
                    <a:pt x="1633" y="171"/>
                  </a:cubicBezTo>
                  <a:cubicBezTo>
                    <a:pt x="1114" y="171"/>
                    <a:pt x="617" y="65"/>
                    <a:pt x="91" y="2"/>
                  </a:cubicBezTo>
                  <a:cubicBezTo>
                    <a:pt x="88" y="1"/>
                    <a:pt x="84" y="1"/>
                    <a:pt x="8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285" name="Google Shape;3285;p93"/>
            <p:cNvSpPr/>
            <p:nvPr/>
          </p:nvSpPr>
          <p:spPr>
            <a:xfrm>
              <a:off x="5132550" y="3301850"/>
              <a:ext cx="54825" cy="10625"/>
            </a:xfrm>
            <a:custGeom>
              <a:avLst/>
              <a:gdLst/>
              <a:ahLst/>
              <a:cxnLst/>
              <a:rect l="l" t="t" r="r" b="b"/>
              <a:pathLst>
                <a:path w="2193" h="425" extrusionOk="0">
                  <a:moveTo>
                    <a:pt x="126" y="0"/>
                  </a:moveTo>
                  <a:cubicBezTo>
                    <a:pt x="31" y="0"/>
                    <a:pt x="1" y="160"/>
                    <a:pt x="107" y="202"/>
                  </a:cubicBezTo>
                  <a:cubicBezTo>
                    <a:pt x="572" y="352"/>
                    <a:pt x="1036" y="424"/>
                    <a:pt x="1513" y="424"/>
                  </a:cubicBezTo>
                  <a:cubicBezTo>
                    <a:pt x="1707" y="424"/>
                    <a:pt x="1902" y="412"/>
                    <a:pt x="2100" y="389"/>
                  </a:cubicBezTo>
                  <a:cubicBezTo>
                    <a:pt x="2179" y="389"/>
                    <a:pt x="2192" y="248"/>
                    <a:pt x="2110" y="248"/>
                  </a:cubicBezTo>
                  <a:cubicBezTo>
                    <a:pt x="2107" y="248"/>
                    <a:pt x="2104" y="249"/>
                    <a:pt x="2100" y="249"/>
                  </a:cubicBezTo>
                  <a:cubicBezTo>
                    <a:pt x="1962" y="261"/>
                    <a:pt x="1824" y="267"/>
                    <a:pt x="1687" y="267"/>
                  </a:cubicBezTo>
                  <a:cubicBezTo>
                    <a:pt x="1165" y="267"/>
                    <a:pt x="652" y="180"/>
                    <a:pt x="154" y="4"/>
                  </a:cubicBezTo>
                  <a:cubicBezTo>
                    <a:pt x="144" y="1"/>
                    <a:pt x="135" y="0"/>
                    <a:pt x="12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286" name="Google Shape;3286;p93"/>
            <p:cNvSpPr/>
            <p:nvPr/>
          </p:nvSpPr>
          <p:spPr>
            <a:xfrm>
              <a:off x="5132400" y="3200225"/>
              <a:ext cx="44625" cy="9625"/>
            </a:xfrm>
            <a:custGeom>
              <a:avLst/>
              <a:gdLst/>
              <a:ahLst/>
              <a:cxnLst/>
              <a:rect l="l" t="t" r="r" b="b"/>
              <a:pathLst>
                <a:path w="1785" h="385" extrusionOk="0">
                  <a:moveTo>
                    <a:pt x="113" y="1"/>
                  </a:moveTo>
                  <a:cubicBezTo>
                    <a:pt x="58" y="1"/>
                    <a:pt x="1" y="75"/>
                    <a:pt x="55" y="119"/>
                  </a:cubicBezTo>
                  <a:cubicBezTo>
                    <a:pt x="305" y="314"/>
                    <a:pt x="644" y="385"/>
                    <a:pt x="983" y="385"/>
                  </a:cubicBezTo>
                  <a:cubicBezTo>
                    <a:pt x="1229" y="385"/>
                    <a:pt x="1475" y="347"/>
                    <a:pt x="1687" y="293"/>
                  </a:cubicBezTo>
                  <a:cubicBezTo>
                    <a:pt x="1784" y="272"/>
                    <a:pt x="1751" y="139"/>
                    <a:pt x="1661" y="139"/>
                  </a:cubicBezTo>
                  <a:cubicBezTo>
                    <a:pt x="1655" y="139"/>
                    <a:pt x="1647" y="140"/>
                    <a:pt x="1640" y="142"/>
                  </a:cubicBezTo>
                  <a:cubicBezTo>
                    <a:pt x="1478" y="170"/>
                    <a:pt x="1315" y="186"/>
                    <a:pt x="1153" y="186"/>
                  </a:cubicBezTo>
                  <a:cubicBezTo>
                    <a:pt x="1047" y="186"/>
                    <a:pt x="942" y="179"/>
                    <a:pt x="836" y="165"/>
                  </a:cubicBezTo>
                  <a:cubicBezTo>
                    <a:pt x="591" y="142"/>
                    <a:pt x="370" y="37"/>
                    <a:pt x="125" y="2"/>
                  </a:cubicBezTo>
                  <a:cubicBezTo>
                    <a:pt x="121" y="1"/>
                    <a:pt x="117" y="1"/>
                    <a:pt x="11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287" name="Google Shape;3287;p93"/>
            <p:cNvSpPr/>
            <p:nvPr/>
          </p:nvSpPr>
          <p:spPr>
            <a:xfrm>
              <a:off x="5111325" y="3076075"/>
              <a:ext cx="48675" cy="7375"/>
            </a:xfrm>
            <a:custGeom>
              <a:avLst/>
              <a:gdLst/>
              <a:ahLst/>
              <a:cxnLst/>
              <a:rect l="l" t="t" r="r" b="b"/>
              <a:pathLst>
                <a:path w="1947" h="295" extrusionOk="0">
                  <a:moveTo>
                    <a:pt x="403" y="0"/>
                  </a:moveTo>
                  <a:cubicBezTo>
                    <a:pt x="299" y="0"/>
                    <a:pt x="196" y="5"/>
                    <a:pt x="94" y="15"/>
                  </a:cubicBezTo>
                  <a:cubicBezTo>
                    <a:pt x="24" y="27"/>
                    <a:pt x="1" y="132"/>
                    <a:pt x="82" y="143"/>
                  </a:cubicBezTo>
                  <a:cubicBezTo>
                    <a:pt x="642" y="295"/>
                    <a:pt x="1271" y="260"/>
                    <a:pt x="1854" y="295"/>
                  </a:cubicBezTo>
                  <a:cubicBezTo>
                    <a:pt x="1947" y="295"/>
                    <a:pt x="1947" y="143"/>
                    <a:pt x="1854" y="143"/>
                  </a:cubicBezTo>
                  <a:cubicBezTo>
                    <a:pt x="1384" y="95"/>
                    <a:pt x="883" y="0"/>
                    <a:pt x="40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288" name="Google Shape;3288;p93"/>
            <p:cNvSpPr/>
            <p:nvPr/>
          </p:nvSpPr>
          <p:spPr>
            <a:xfrm>
              <a:off x="5108700" y="2975075"/>
              <a:ext cx="45475" cy="9975"/>
            </a:xfrm>
            <a:custGeom>
              <a:avLst/>
              <a:gdLst/>
              <a:ahLst/>
              <a:cxnLst/>
              <a:rect l="l" t="t" r="r" b="b"/>
              <a:pathLst>
                <a:path w="1819" h="399" extrusionOk="0">
                  <a:moveTo>
                    <a:pt x="211" y="1"/>
                  </a:moveTo>
                  <a:cubicBezTo>
                    <a:pt x="196" y="1"/>
                    <a:pt x="179" y="7"/>
                    <a:pt x="164" y="23"/>
                  </a:cubicBezTo>
                  <a:cubicBezTo>
                    <a:pt x="1" y="174"/>
                    <a:pt x="141" y="302"/>
                    <a:pt x="315" y="349"/>
                  </a:cubicBezTo>
                  <a:cubicBezTo>
                    <a:pt x="471" y="386"/>
                    <a:pt x="638" y="398"/>
                    <a:pt x="807" y="398"/>
                  </a:cubicBezTo>
                  <a:cubicBezTo>
                    <a:pt x="1119" y="398"/>
                    <a:pt x="1443" y="357"/>
                    <a:pt x="1737" y="349"/>
                  </a:cubicBezTo>
                  <a:cubicBezTo>
                    <a:pt x="1819" y="337"/>
                    <a:pt x="1819" y="221"/>
                    <a:pt x="1737" y="221"/>
                  </a:cubicBezTo>
                  <a:cubicBezTo>
                    <a:pt x="1592" y="215"/>
                    <a:pt x="1443" y="215"/>
                    <a:pt x="1294" y="215"/>
                  </a:cubicBezTo>
                  <a:cubicBezTo>
                    <a:pt x="1146" y="215"/>
                    <a:pt x="997" y="215"/>
                    <a:pt x="851" y="209"/>
                  </a:cubicBezTo>
                  <a:cubicBezTo>
                    <a:pt x="837" y="209"/>
                    <a:pt x="812" y="209"/>
                    <a:pt x="779" y="209"/>
                  </a:cubicBezTo>
                  <a:cubicBezTo>
                    <a:pt x="601" y="209"/>
                    <a:pt x="210" y="201"/>
                    <a:pt x="269" y="93"/>
                  </a:cubicBezTo>
                  <a:cubicBezTo>
                    <a:pt x="286" y="50"/>
                    <a:pt x="253" y="1"/>
                    <a:pt x="21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289" name="Google Shape;3289;p93"/>
            <p:cNvSpPr/>
            <p:nvPr/>
          </p:nvSpPr>
          <p:spPr>
            <a:xfrm>
              <a:off x="5110050" y="2856975"/>
              <a:ext cx="50250" cy="12600"/>
            </a:xfrm>
            <a:custGeom>
              <a:avLst/>
              <a:gdLst/>
              <a:ahLst/>
              <a:cxnLst/>
              <a:rect l="l" t="t" r="r" b="b"/>
              <a:pathLst>
                <a:path w="2010" h="504" extrusionOk="0">
                  <a:moveTo>
                    <a:pt x="109" y="0"/>
                  </a:moveTo>
                  <a:cubicBezTo>
                    <a:pt x="33" y="0"/>
                    <a:pt x="1" y="101"/>
                    <a:pt x="75" y="143"/>
                  </a:cubicBezTo>
                  <a:cubicBezTo>
                    <a:pt x="482" y="427"/>
                    <a:pt x="1042" y="504"/>
                    <a:pt x="1557" y="504"/>
                  </a:cubicBezTo>
                  <a:cubicBezTo>
                    <a:pt x="1676" y="504"/>
                    <a:pt x="1793" y="500"/>
                    <a:pt x="1905" y="493"/>
                  </a:cubicBezTo>
                  <a:cubicBezTo>
                    <a:pt x="1998" y="493"/>
                    <a:pt x="2010" y="341"/>
                    <a:pt x="1905" y="341"/>
                  </a:cubicBezTo>
                  <a:cubicBezTo>
                    <a:pt x="1578" y="341"/>
                    <a:pt x="1264" y="307"/>
                    <a:pt x="949" y="237"/>
                  </a:cubicBezTo>
                  <a:cubicBezTo>
                    <a:pt x="681" y="167"/>
                    <a:pt x="413" y="50"/>
                    <a:pt x="133" y="4"/>
                  </a:cubicBezTo>
                  <a:cubicBezTo>
                    <a:pt x="125" y="1"/>
                    <a:pt x="117" y="0"/>
                    <a:pt x="10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290" name="Google Shape;3290;p93"/>
            <p:cNvSpPr/>
            <p:nvPr/>
          </p:nvSpPr>
          <p:spPr>
            <a:xfrm>
              <a:off x="5113650" y="2745150"/>
              <a:ext cx="46650" cy="11050"/>
            </a:xfrm>
            <a:custGeom>
              <a:avLst/>
              <a:gdLst/>
              <a:ahLst/>
              <a:cxnLst/>
              <a:rect l="l" t="t" r="r" b="b"/>
              <a:pathLst>
                <a:path w="1866" h="442" extrusionOk="0">
                  <a:moveTo>
                    <a:pt x="225" y="0"/>
                  </a:moveTo>
                  <a:cubicBezTo>
                    <a:pt x="207" y="0"/>
                    <a:pt x="190" y="7"/>
                    <a:pt x="176" y="25"/>
                  </a:cubicBezTo>
                  <a:cubicBezTo>
                    <a:pt x="1" y="199"/>
                    <a:pt x="129" y="351"/>
                    <a:pt x="327" y="386"/>
                  </a:cubicBezTo>
                  <a:cubicBezTo>
                    <a:pt x="501" y="427"/>
                    <a:pt x="689" y="441"/>
                    <a:pt x="881" y="441"/>
                  </a:cubicBezTo>
                  <a:cubicBezTo>
                    <a:pt x="1178" y="441"/>
                    <a:pt x="1484" y="407"/>
                    <a:pt x="1761" y="386"/>
                  </a:cubicBezTo>
                  <a:cubicBezTo>
                    <a:pt x="1866" y="374"/>
                    <a:pt x="1866" y="223"/>
                    <a:pt x="1761" y="211"/>
                  </a:cubicBezTo>
                  <a:cubicBezTo>
                    <a:pt x="1615" y="199"/>
                    <a:pt x="1466" y="197"/>
                    <a:pt x="1318" y="197"/>
                  </a:cubicBezTo>
                  <a:cubicBezTo>
                    <a:pt x="1169" y="197"/>
                    <a:pt x="1021" y="199"/>
                    <a:pt x="875" y="199"/>
                  </a:cubicBezTo>
                  <a:cubicBezTo>
                    <a:pt x="793" y="199"/>
                    <a:pt x="269" y="188"/>
                    <a:pt x="304" y="130"/>
                  </a:cubicBezTo>
                  <a:cubicBezTo>
                    <a:pt x="330" y="68"/>
                    <a:pt x="277" y="0"/>
                    <a:pt x="22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291" name="Google Shape;3291;p93"/>
            <p:cNvSpPr/>
            <p:nvPr/>
          </p:nvSpPr>
          <p:spPr>
            <a:xfrm>
              <a:off x="5127450" y="2602975"/>
              <a:ext cx="38000" cy="12300"/>
            </a:xfrm>
            <a:custGeom>
              <a:avLst/>
              <a:gdLst/>
              <a:ahLst/>
              <a:cxnLst/>
              <a:rect l="l" t="t" r="r" b="b"/>
              <a:pathLst>
                <a:path w="1520" h="492" extrusionOk="0">
                  <a:moveTo>
                    <a:pt x="124" y="0"/>
                  </a:moveTo>
                  <a:cubicBezTo>
                    <a:pt x="29" y="0"/>
                    <a:pt x="0" y="131"/>
                    <a:pt x="90" y="164"/>
                  </a:cubicBezTo>
                  <a:cubicBezTo>
                    <a:pt x="521" y="327"/>
                    <a:pt x="987" y="409"/>
                    <a:pt x="1430" y="491"/>
                  </a:cubicBezTo>
                  <a:cubicBezTo>
                    <a:pt x="1435" y="491"/>
                    <a:pt x="1439" y="492"/>
                    <a:pt x="1443" y="492"/>
                  </a:cubicBezTo>
                  <a:cubicBezTo>
                    <a:pt x="1503" y="492"/>
                    <a:pt x="1519" y="419"/>
                    <a:pt x="1465" y="397"/>
                  </a:cubicBezTo>
                  <a:cubicBezTo>
                    <a:pt x="1034" y="246"/>
                    <a:pt x="591" y="71"/>
                    <a:pt x="136" y="1"/>
                  </a:cubicBezTo>
                  <a:cubicBezTo>
                    <a:pt x="132" y="1"/>
                    <a:pt x="128" y="0"/>
                    <a:pt x="12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292" name="Google Shape;3292;p93"/>
            <p:cNvSpPr/>
            <p:nvPr/>
          </p:nvSpPr>
          <p:spPr>
            <a:xfrm>
              <a:off x="5132975" y="2472150"/>
              <a:ext cx="43850" cy="10850"/>
            </a:xfrm>
            <a:custGeom>
              <a:avLst/>
              <a:gdLst/>
              <a:ahLst/>
              <a:cxnLst/>
              <a:rect l="l" t="t" r="r" b="b"/>
              <a:pathLst>
                <a:path w="1754" h="434" extrusionOk="0">
                  <a:moveTo>
                    <a:pt x="111" y="1"/>
                  </a:moveTo>
                  <a:cubicBezTo>
                    <a:pt x="29" y="1"/>
                    <a:pt x="1" y="98"/>
                    <a:pt x="67" y="153"/>
                  </a:cubicBezTo>
                  <a:cubicBezTo>
                    <a:pt x="339" y="357"/>
                    <a:pt x="724" y="434"/>
                    <a:pt x="1095" y="434"/>
                  </a:cubicBezTo>
                  <a:cubicBezTo>
                    <a:pt x="1295" y="434"/>
                    <a:pt x="1492" y="411"/>
                    <a:pt x="1664" y="374"/>
                  </a:cubicBezTo>
                  <a:cubicBezTo>
                    <a:pt x="1753" y="352"/>
                    <a:pt x="1735" y="211"/>
                    <a:pt x="1650" y="211"/>
                  </a:cubicBezTo>
                  <a:cubicBezTo>
                    <a:pt x="1647" y="211"/>
                    <a:pt x="1644" y="211"/>
                    <a:pt x="1640" y="211"/>
                  </a:cubicBezTo>
                  <a:cubicBezTo>
                    <a:pt x="1520" y="216"/>
                    <a:pt x="1401" y="222"/>
                    <a:pt x="1281" y="222"/>
                  </a:cubicBezTo>
                  <a:cubicBezTo>
                    <a:pt x="1132" y="222"/>
                    <a:pt x="984" y="214"/>
                    <a:pt x="836" y="188"/>
                  </a:cubicBezTo>
                  <a:cubicBezTo>
                    <a:pt x="591" y="153"/>
                    <a:pt x="370" y="48"/>
                    <a:pt x="125" y="1"/>
                  </a:cubicBezTo>
                  <a:cubicBezTo>
                    <a:pt x="120" y="1"/>
                    <a:pt x="116" y="1"/>
                    <a:pt x="11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293" name="Google Shape;3293;p93"/>
            <p:cNvSpPr/>
            <p:nvPr/>
          </p:nvSpPr>
          <p:spPr>
            <a:xfrm>
              <a:off x="5154175" y="2350500"/>
              <a:ext cx="44400" cy="16000"/>
            </a:xfrm>
            <a:custGeom>
              <a:avLst/>
              <a:gdLst/>
              <a:ahLst/>
              <a:cxnLst/>
              <a:rect l="l" t="t" r="r" b="b"/>
              <a:pathLst>
                <a:path w="1776" h="640" extrusionOk="0">
                  <a:moveTo>
                    <a:pt x="139" y="1"/>
                  </a:moveTo>
                  <a:cubicBezTo>
                    <a:pt x="37" y="1"/>
                    <a:pt x="1" y="174"/>
                    <a:pt x="116" y="206"/>
                  </a:cubicBezTo>
                  <a:cubicBezTo>
                    <a:pt x="629" y="357"/>
                    <a:pt x="1142" y="509"/>
                    <a:pt x="1655" y="637"/>
                  </a:cubicBezTo>
                  <a:cubicBezTo>
                    <a:pt x="1662" y="639"/>
                    <a:pt x="1670" y="640"/>
                    <a:pt x="1677" y="640"/>
                  </a:cubicBezTo>
                  <a:cubicBezTo>
                    <a:pt x="1753" y="640"/>
                    <a:pt x="1775" y="529"/>
                    <a:pt x="1690" y="497"/>
                  </a:cubicBezTo>
                  <a:cubicBezTo>
                    <a:pt x="1189" y="322"/>
                    <a:pt x="676" y="159"/>
                    <a:pt x="175" y="8"/>
                  </a:cubicBezTo>
                  <a:cubicBezTo>
                    <a:pt x="162" y="3"/>
                    <a:pt x="150" y="1"/>
                    <a:pt x="13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294" name="Google Shape;3294;p93"/>
            <p:cNvSpPr/>
            <p:nvPr/>
          </p:nvSpPr>
          <p:spPr>
            <a:xfrm>
              <a:off x="5181700" y="2208950"/>
              <a:ext cx="43875" cy="15925"/>
            </a:xfrm>
            <a:custGeom>
              <a:avLst/>
              <a:gdLst/>
              <a:ahLst/>
              <a:cxnLst/>
              <a:rect l="l" t="t" r="r" b="b"/>
              <a:pathLst>
                <a:path w="1755" h="637" extrusionOk="0">
                  <a:moveTo>
                    <a:pt x="133" y="0"/>
                  </a:moveTo>
                  <a:cubicBezTo>
                    <a:pt x="58" y="0"/>
                    <a:pt x="0" y="124"/>
                    <a:pt x="88" y="192"/>
                  </a:cubicBezTo>
                  <a:cubicBezTo>
                    <a:pt x="475" y="491"/>
                    <a:pt x="931" y="636"/>
                    <a:pt x="1412" y="636"/>
                  </a:cubicBezTo>
                  <a:cubicBezTo>
                    <a:pt x="1494" y="636"/>
                    <a:pt x="1577" y="632"/>
                    <a:pt x="1661" y="623"/>
                  </a:cubicBezTo>
                  <a:cubicBezTo>
                    <a:pt x="1742" y="612"/>
                    <a:pt x="1754" y="484"/>
                    <a:pt x="1661" y="484"/>
                  </a:cubicBezTo>
                  <a:cubicBezTo>
                    <a:pt x="1642" y="484"/>
                    <a:pt x="1623" y="484"/>
                    <a:pt x="1604" y="484"/>
                  </a:cubicBezTo>
                  <a:cubicBezTo>
                    <a:pt x="1089" y="484"/>
                    <a:pt x="608" y="332"/>
                    <a:pt x="181" y="17"/>
                  </a:cubicBezTo>
                  <a:cubicBezTo>
                    <a:pt x="165" y="6"/>
                    <a:pt x="149" y="0"/>
                    <a:pt x="13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295" name="Google Shape;3295;p93"/>
            <p:cNvSpPr/>
            <p:nvPr/>
          </p:nvSpPr>
          <p:spPr>
            <a:xfrm>
              <a:off x="5220075" y="2083475"/>
              <a:ext cx="32925" cy="20325"/>
            </a:xfrm>
            <a:custGeom>
              <a:avLst/>
              <a:gdLst/>
              <a:ahLst/>
              <a:cxnLst/>
              <a:rect l="l" t="t" r="r" b="b"/>
              <a:pathLst>
                <a:path w="1317" h="813" extrusionOk="0">
                  <a:moveTo>
                    <a:pt x="133" y="0"/>
                  </a:moveTo>
                  <a:cubicBezTo>
                    <a:pt x="46" y="0"/>
                    <a:pt x="1" y="118"/>
                    <a:pt x="79" y="177"/>
                  </a:cubicBezTo>
                  <a:cubicBezTo>
                    <a:pt x="441" y="410"/>
                    <a:pt x="813" y="608"/>
                    <a:pt x="1186" y="806"/>
                  </a:cubicBezTo>
                  <a:cubicBezTo>
                    <a:pt x="1198" y="811"/>
                    <a:pt x="1209" y="813"/>
                    <a:pt x="1219" y="813"/>
                  </a:cubicBezTo>
                  <a:cubicBezTo>
                    <a:pt x="1282" y="813"/>
                    <a:pt x="1317" y="730"/>
                    <a:pt x="1256" y="689"/>
                  </a:cubicBezTo>
                  <a:cubicBezTo>
                    <a:pt x="907" y="456"/>
                    <a:pt x="557" y="212"/>
                    <a:pt x="184" y="14"/>
                  </a:cubicBezTo>
                  <a:cubicBezTo>
                    <a:pt x="166" y="4"/>
                    <a:pt x="149" y="0"/>
                    <a:pt x="13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296" name="Google Shape;3296;p93"/>
            <p:cNvSpPr/>
            <p:nvPr/>
          </p:nvSpPr>
          <p:spPr>
            <a:xfrm>
              <a:off x="5263275" y="1966300"/>
              <a:ext cx="44650" cy="17600"/>
            </a:xfrm>
            <a:custGeom>
              <a:avLst/>
              <a:gdLst/>
              <a:ahLst/>
              <a:cxnLst/>
              <a:rect l="l" t="t" r="r" b="b"/>
              <a:pathLst>
                <a:path w="1786" h="704" extrusionOk="0">
                  <a:moveTo>
                    <a:pt x="101" y="0"/>
                  </a:moveTo>
                  <a:cubicBezTo>
                    <a:pt x="41" y="0"/>
                    <a:pt x="1" y="79"/>
                    <a:pt x="53" y="120"/>
                  </a:cubicBezTo>
                  <a:cubicBezTo>
                    <a:pt x="484" y="470"/>
                    <a:pt x="1113" y="610"/>
                    <a:pt x="1661" y="703"/>
                  </a:cubicBezTo>
                  <a:cubicBezTo>
                    <a:pt x="1665" y="704"/>
                    <a:pt x="1668" y="704"/>
                    <a:pt x="1672" y="704"/>
                  </a:cubicBezTo>
                  <a:cubicBezTo>
                    <a:pt x="1757" y="704"/>
                    <a:pt x="1786" y="574"/>
                    <a:pt x="1696" y="552"/>
                  </a:cubicBezTo>
                  <a:cubicBezTo>
                    <a:pt x="1148" y="423"/>
                    <a:pt x="659" y="167"/>
                    <a:pt x="123" y="4"/>
                  </a:cubicBezTo>
                  <a:cubicBezTo>
                    <a:pt x="115" y="1"/>
                    <a:pt x="108" y="0"/>
                    <a:pt x="10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297" name="Google Shape;3297;p93"/>
            <p:cNvSpPr/>
            <p:nvPr/>
          </p:nvSpPr>
          <p:spPr>
            <a:xfrm>
              <a:off x="5317900" y="1843800"/>
              <a:ext cx="38150" cy="21500"/>
            </a:xfrm>
            <a:custGeom>
              <a:avLst/>
              <a:gdLst/>
              <a:ahLst/>
              <a:cxnLst/>
              <a:rect l="l" t="t" r="r" b="b"/>
              <a:pathLst>
                <a:path w="1526" h="860" extrusionOk="0">
                  <a:moveTo>
                    <a:pt x="144" y="0"/>
                  </a:moveTo>
                  <a:cubicBezTo>
                    <a:pt x="52" y="0"/>
                    <a:pt x="1" y="122"/>
                    <a:pt x="82" y="172"/>
                  </a:cubicBezTo>
                  <a:cubicBezTo>
                    <a:pt x="490" y="440"/>
                    <a:pt x="956" y="650"/>
                    <a:pt x="1387" y="848"/>
                  </a:cubicBezTo>
                  <a:cubicBezTo>
                    <a:pt x="1400" y="856"/>
                    <a:pt x="1413" y="859"/>
                    <a:pt x="1425" y="859"/>
                  </a:cubicBezTo>
                  <a:cubicBezTo>
                    <a:pt x="1488" y="859"/>
                    <a:pt x="1526" y="771"/>
                    <a:pt x="1457" y="732"/>
                  </a:cubicBezTo>
                  <a:cubicBezTo>
                    <a:pt x="1049" y="475"/>
                    <a:pt x="630" y="207"/>
                    <a:pt x="187" y="9"/>
                  </a:cubicBezTo>
                  <a:cubicBezTo>
                    <a:pt x="172" y="3"/>
                    <a:pt x="157" y="0"/>
                    <a:pt x="14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298" name="Google Shape;3298;p93"/>
            <p:cNvSpPr/>
            <p:nvPr/>
          </p:nvSpPr>
          <p:spPr>
            <a:xfrm>
              <a:off x="5282925" y="2319800"/>
              <a:ext cx="41125" cy="96450"/>
            </a:xfrm>
            <a:custGeom>
              <a:avLst/>
              <a:gdLst/>
              <a:ahLst/>
              <a:cxnLst/>
              <a:rect l="l" t="t" r="r" b="b"/>
              <a:pathLst>
                <a:path w="1645" h="3858" extrusionOk="0">
                  <a:moveTo>
                    <a:pt x="828" y="0"/>
                  </a:moveTo>
                  <a:cubicBezTo>
                    <a:pt x="374" y="0"/>
                    <a:pt x="1" y="863"/>
                    <a:pt x="1" y="1935"/>
                  </a:cubicBezTo>
                  <a:cubicBezTo>
                    <a:pt x="1" y="2995"/>
                    <a:pt x="374" y="3858"/>
                    <a:pt x="828" y="3858"/>
                  </a:cubicBezTo>
                  <a:cubicBezTo>
                    <a:pt x="1283" y="3858"/>
                    <a:pt x="1644" y="2995"/>
                    <a:pt x="1644" y="1935"/>
                  </a:cubicBezTo>
                  <a:cubicBezTo>
                    <a:pt x="1644" y="863"/>
                    <a:pt x="1283" y="0"/>
                    <a:pt x="82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299" name="Google Shape;3299;p93"/>
            <p:cNvSpPr/>
            <p:nvPr/>
          </p:nvSpPr>
          <p:spPr>
            <a:xfrm>
              <a:off x="5251475" y="2434600"/>
              <a:ext cx="62950" cy="26225"/>
            </a:xfrm>
            <a:custGeom>
              <a:avLst/>
              <a:gdLst/>
              <a:ahLst/>
              <a:cxnLst/>
              <a:rect l="l" t="t" r="r" b="b"/>
              <a:pathLst>
                <a:path w="2518" h="1049" extrusionOk="0">
                  <a:moveTo>
                    <a:pt x="1259" y="0"/>
                  </a:moveTo>
                  <a:cubicBezTo>
                    <a:pt x="571" y="0"/>
                    <a:pt x="0" y="245"/>
                    <a:pt x="0" y="525"/>
                  </a:cubicBezTo>
                  <a:cubicBezTo>
                    <a:pt x="0" y="816"/>
                    <a:pt x="571" y="1049"/>
                    <a:pt x="1259" y="1049"/>
                  </a:cubicBezTo>
                  <a:cubicBezTo>
                    <a:pt x="1958" y="1049"/>
                    <a:pt x="2518" y="816"/>
                    <a:pt x="2518" y="525"/>
                  </a:cubicBezTo>
                  <a:cubicBezTo>
                    <a:pt x="2518" y="245"/>
                    <a:pt x="1958" y="0"/>
                    <a:pt x="1259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300" name="Google Shape;3300;p93"/>
            <p:cNvSpPr/>
            <p:nvPr/>
          </p:nvSpPr>
          <p:spPr>
            <a:xfrm>
              <a:off x="5356950" y="2382475"/>
              <a:ext cx="66150" cy="67600"/>
            </a:xfrm>
            <a:custGeom>
              <a:avLst/>
              <a:gdLst/>
              <a:ahLst/>
              <a:cxnLst/>
              <a:rect l="l" t="t" r="r" b="b"/>
              <a:pathLst>
                <a:path w="2646" h="2704" extrusionOk="0">
                  <a:moveTo>
                    <a:pt x="534" y="0"/>
                  </a:moveTo>
                  <a:cubicBezTo>
                    <a:pt x="486" y="0"/>
                    <a:pt x="437" y="33"/>
                    <a:pt x="431" y="92"/>
                  </a:cubicBezTo>
                  <a:cubicBezTo>
                    <a:pt x="326" y="885"/>
                    <a:pt x="0" y="2644"/>
                    <a:pt x="1282" y="2703"/>
                  </a:cubicBezTo>
                  <a:cubicBezTo>
                    <a:pt x="1298" y="2704"/>
                    <a:pt x="1314" y="2704"/>
                    <a:pt x="1330" y="2704"/>
                  </a:cubicBezTo>
                  <a:cubicBezTo>
                    <a:pt x="1753" y="2704"/>
                    <a:pt x="2129" y="2409"/>
                    <a:pt x="2331" y="2038"/>
                  </a:cubicBezTo>
                  <a:cubicBezTo>
                    <a:pt x="2646" y="1491"/>
                    <a:pt x="2529" y="803"/>
                    <a:pt x="2413" y="209"/>
                  </a:cubicBezTo>
                  <a:cubicBezTo>
                    <a:pt x="2399" y="135"/>
                    <a:pt x="2347" y="103"/>
                    <a:pt x="2291" y="103"/>
                  </a:cubicBezTo>
                  <a:cubicBezTo>
                    <a:pt x="2206" y="103"/>
                    <a:pt x="2112" y="178"/>
                    <a:pt x="2133" y="290"/>
                  </a:cubicBezTo>
                  <a:cubicBezTo>
                    <a:pt x="2214" y="756"/>
                    <a:pt x="2331" y="1293"/>
                    <a:pt x="2156" y="1759"/>
                  </a:cubicBezTo>
                  <a:cubicBezTo>
                    <a:pt x="2021" y="2100"/>
                    <a:pt x="1693" y="2407"/>
                    <a:pt x="1336" y="2407"/>
                  </a:cubicBezTo>
                  <a:cubicBezTo>
                    <a:pt x="1230" y="2407"/>
                    <a:pt x="1121" y="2380"/>
                    <a:pt x="1014" y="2318"/>
                  </a:cubicBezTo>
                  <a:cubicBezTo>
                    <a:pt x="268" y="1875"/>
                    <a:pt x="676" y="780"/>
                    <a:pt x="629" y="92"/>
                  </a:cubicBezTo>
                  <a:cubicBezTo>
                    <a:pt x="624" y="30"/>
                    <a:pt x="579" y="0"/>
                    <a:pt x="534" y="0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301" name="Google Shape;3301;p93"/>
            <p:cNvSpPr/>
            <p:nvPr/>
          </p:nvSpPr>
          <p:spPr>
            <a:xfrm>
              <a:off x="5460950" y="2319800"/>
              <a:ext cx="41100" cy="96450"/>
            </a:xfrm>
            <a:custGeom>
              <a:avLst/>
              <a:gdLst/>
              <a:ahLst/>
              <a:cxnLst/>
              <a:rect l="l" t="t" r="r" b="b"/>
              <a:pathLst>
                <a:path w="1644" h="3858" extrusionOk="0">
                  <a:moveTo>
                    <a:pt x="828" y="0"/>
                  </a:moveTo>
                  <a:cubicBezTo>
                    <a:pt x="374" y="0"/>
                    <a:pt x="1" y="863"/>
                    <a:pt x="1" y="1935"/>
                  </a:cubicBezTo>
                  <a:cubicBezTo>
                    <a:pt x="1" y="2995"/>
                    <a:pt x="374" y="3858"/>
                    <a:pt x="828" y="3858"/>
                  </a:cubicBezTo>
                  <a:cubicBezTo>
                    <a:pt x="1283" y="3858"/>
                    <a:pt x="1644" y="2995"/>
                    <a:pt x="1644" y="1935"/>
                  </a:cubicBezTo>
                  <a:cubicBezTo>
                    <a:pt x="1644" y="863"/>
                    <a:pt x="1283" y="0"/>
                    <a:pt x="82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302" name="Google Shape;3302;p93"/>
            <p:cNvSpPr/>
            <p:nvPr/>
          </p:nvSpPr>
          <p:spPr>
            <a:xfrm>
              <a:off x="5470575" y="2434600"/>
              <a:ext cx="62950" cy="26225"/>
            </a:xfrm>
            <a:custGeom>
              <a:avLst/>
              <a:gdLst/>
              <a:ahLst/>
              <a:cxnLst/>
              <a:rect l="l" t="t" r="r" b="b"/>
              <a:pathLst>
                <a:path w="2518" h="1049" extrusionOk="0">
                  <a:moveTo>
                    <a:pt x="1259" y="0"/>
                  </a:moveTo>
                  <a:cubicBezTo>
                    <a:pt x="560" y="0"/>
                    <a:pt x="0" y="245"/>
                    <a:pt x="0" y="525"/>
                  </a:cubicBezTo>
                  <a:cubicBezTo>
                    <a:pt x="0" y="816"/>
                    <a:pt x="560" y="1049"/>
                    <a:pt x="1259" y="1049"/>
                  </a:cubicBezTo>
                  <a:cubicBezTo>
                    <a:pt x="1958" y="1049"/>
                    <a:pt x="2518" y="816"/>
                    <a:pt x="2518" y="525"/>
                  </a:cubicBezTo>
                  <a:cubicBezTo>
                    <a:pt x="2518" y="245"/>
                    <a:pt x="1958" y="0"/>
                    <a:pt x="1259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303" name="Google Shape;3303;p93"/>
            <p:cNvSpPr/>
            <p:nvPr/>
          </p:nvSpPr>
          <p:spPr>
            <a:xfrm>
              <a:off x="5743100" y="2019875"/>
              <a:ext cx="131350" cy="360050"/>
            </a:xfrm>
            <a:custGeom>
              <a:avLst/>
              <a:gdLst/>
              <a:ahLst/>
              <a:cxnLst/>
              <a:rect l="l" t="t" r="r" b="b"/>
              <a:pathLst>
                <a:path w="5254" h="14402" extrusionOk="0">
                  <a:moveTo>
                    <a:pt x="5102" y="0"/>
                  </a:moveTo>
                  <a:cubicBezTo>
                    <a:pt x="5065" y="0"/>
                    <a:pt x="5025" y="19"/>
                    <a:pt x="4996" y="64"/>
                  </a:cubicBezTo>
                  <a:cubicBezTo>
                    <a:pt x="2245" y="4201"/>
                    <a:pt x="707" y="9457"/>
                    <a:pt x="8" y="14340"/>
                  </a:cubicBezTo>
                  <a:cubicBezTo>
                    <a:pt x="1" y="14375"/>
                    <a:pt x="36" y="14402"/>
                    <a:pt x="68" y="14402"/>
                  </a:cubicBezTo>
                  <a:cubicBezTo>
                    <a:pt x="89" y="14402"/>
                    <a:pt x="108" y="14391"/>
                    <a:pt x="113" y="14363"/>
                  </a:cubicBezTo>
                  <a:cubicBezTo>
                    <a:pt x="1126" y="9282"/>
                    <a:pt x="3026" y="4842"/>
                    <a:pt x="5205" y="180"/>
                  </a:cubicBezTo>
                  <a:cubicBezTo>
                    <a:pt x="5253" y="85"/>
                    <a:pt x="5182" y="0"/>
                    <a:pt x="510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304" name="Google Shape;3304;p93"/>
            <p:cNvSpPr/>
            <p:nvPr/>
          </p:nvSpPr>
          <p:spPr>
            <a:xfrm>
              <a:off x="5065300" y="1973275"/>
              <a:ext cx="98975" cy="439275"/>
            </a:xfrm>
            <a:custGeom>
              <a:avLst/>
              <a:gdLst/>
              <a:ahLst/>
              <a:cxnLst/>
              <a:rect l="l" t="t" r="r" b="b"/>
              <a:pathLst>
                <a:path w="3959" h="17571" extrusionOk="0">
                  <a:moveTo>
                    <a:pt x="3775" y="1"/>
                  </a:moveTo>
                  <a:cubicBezTo>
                    <a:pt x="3728" y="1"/>
                    <a:pt x="3684" y="22"/>
                    <a:pt x="3660" y="75"/>
                  </a:cubicBezTo>
                  <a:cubicBezTo>
                    <a:pt x="1236" y="5424"/>
                    <a:pt x="140" y="11682"/>
                    <a:pt x="0" y="17544"/>
                  </a:cubicBezTo>
                  <a:cubicBezTo>
                    <a:pt x="0" y="17562"/>
                    <a:pt x="15" y="17570"/>
                    <a:pt x="29" y="17570"/>
                  </a:cubicBezTo>
                  <a:cubicBezTo>
                    <a:pt x="44" y="17570"/>
                    <a:pt x="59" y="17562"/>
                    <a:pt x="59" y="17544"/>
                  </a:cubicBezTo>
                  <a:cubicBezTo>
                    <a:pt x="595" y="11472"/>
                    <a:pt x="2063" y="5948"/>
                    <a:pt x="3928" y="179"/>
                  </a:cubicBezTo>
                  <a:cubicBezTo>
                    <a:pt x="3958" y="80"/>
                    <a:pt x="3863" y="1"/>
                    <a:pt x="377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sp>
        <p:nvSpPr>
          <p:cNvPr id="82" name="Text 4"/>
          <p:cNvSpPr/>
          <p:nvPr/>
        </p:nvSpPr>
        <p:spPr>
          <a:xfrm>
            <a:off x="1586431" y="1575943"/>
            <a:ext cx="8294251" cy="289084"/>
          </a:xfrm>
          <a:prstGeom prst="rect">
            <a:avLst/>
          </a:prstGeom>
          <a:noFill/>
        </p:spPr>
        <p:txBody>
          <a:bodyPr wrap="none" rtlCol="0" anchor="t"/>
          <a:lstStyle/>
          <a:p>
            <a:pPr marL="342900" indent="-342900" algn="l">
              <a:lnSpc>
                <a:spcPts val="2275"/>
              </a:lnSpc>
              <a:buSzPct val="100000"/>
              <a:buChar char="•"/>
            </a:pPr>
            <a:r>
              <a:rPr lang="en-US" sz="3200" dirty="0">
                <a:solidFill>
                  <a:srgbClr val="272525"/>
                </a:solidFill>
                <a:latin typeface="Eudoxus Sans" pitchFamily="34" charset="0"/>
                <a:ea typeface="Eudoxus Sans" pitchFamily="34" charset="-122"/>
                <a:cs typeface="Eudoxus Sans" pitchFamily="34" charset="-120"/>
              </a:rPr>
              <a:t>Ask a </a:t>
            </a:r>
            <a:r>
              <a:rPr lang="en-US" sz="3200" dirty="0" smtClean="0">
                <a:solidFill>
                  <a:srgbClr val="272525"/>
                </a:solidFill>
                <a:latin typeface="Eudoxus Sans" pitchFamily="34" charset="0"/>
                <a:ea typeface="Eudoxus Sans" pitchFamily="34" charset="-122"/>
                <a:cs typeface="Eudoxus Sans" pitchFamily="34" charset="-120"/>
              </a:rPr>
              <a:t>question.</a:t>
            </a:r>
            <a:endParaRPr lang="en-US" sz="3200" dirty="0"/>
          </a:p>
        </p:txBody>
      </p:sp>
      <p:sp>
        <p:nvSpPr>
          <p:cNvPr id="83" name="Text 5"/>
          <p:cNvSpPr/>
          <p:nvPr/>
        </p:nvSpPr>
        <p:spPr>
          <a:xfrm>
            <a:off x="1586431" y="1995686"/>
            <a:ext cx="8294251" cy="289084"/>
          </a:xfrm>
          <a:prstGeom prst="rect">
            <a:avLst/>
          </a:prstGeom>
          <a:noFill/>
        </p:spPr>
        <p:txBody>
          <a:bodyPr wrap="none" rtlCol="0" anchor="t"/>
          <a:lstStyle/>
          <a:p>
            <a:pPr marL="342900" indent="-342900" algn="l">
              <a:lnSpc>
                <a:spcPts val="2275"/>
              </a:lnSpc>
              <a:buSzPct val="100000"/>
              <a:buChar char="•"/>
            </a:pPr>
            <a:r>
              <a:rPr lang="en-US" sz="3200" dirty="0" smtClean="0">
                <a:solidFill>
                  <a:srgbClr val="272525"/>
                </a:solidFill>
                <a:latin typeface="Eudoxus Sans" pitchFamily="34" charset="0"/>
                <a:ea typeface="Eudoxus Sans" pitchFamily="34" charset="-122"/>
                <a:cs typeface="Eudoxus Sans" pitchFamily="34" charset="-120"/>
              </a:rPr>
              <a:t>Research answers.</a:t>
            </a:r>
            <a:endParaRPr lang="en-US" sz="3200" dirty="0"/>
          </a:p>
        </p:txBody>
      </p:sp>
      <p:sp>
        <p:nvSpPr>
          <p:cNvPr id="84" name="Text 6"/>
          <p:cNvSpPr/>
          <p:nvPr/>
        </p:nvSpPr>
        <p:spPr>
          <a:xfrm>
            <a:off x="1586431" y="2498690"/>
            <a:ext cx="8294251" cy="289084"/>
          </a:xfrm>
          <a:prstGeom prst="rect">
            <a:avLst/>
          </a:prstGeom>
          <a:noFill/>
        </p:spPr>
        <p:txBody>
          <a:bodyPr wrap="none" rtlCol="0" anchor="t"/>
          <a:lstStyle/>
          <a:p>
            <a:pPr marL="342900" indent="-342900" algn="l">
              <a:lnSpc>
                <a:spcPts val="2275"/>
              </a:lnSpc>
              <a:buSzPct val="100000"/>
              <a:buChar char="•"/>
            </a:pPr>
            <a:r>
              <a:rPr lang="en-US" sz="3200" dirty="0">
                <a:solidFill>
                  <a:srgbClr val="272525"/>
                </a:solidFill>
                <a:latin typeface="Eudoxus Sans" pitchFamily="34" charset="0"/>
                <a:ea typeface="Eudoxus Sans" pitchFamily="34" charset="-122"/>
                <a:cs typeface="Eudoxus Sans" pitchFamily="34" charset="-120"/>
              </a:rPr>
              <a:t>Develop a hypothesis</a:t>
            </a:r>
            <a:endParaRPr lang="en-US" sz="3200" dirty="0"/>
          </a:p>
        </p:txBody>
      </p:sp>
      <p:sp>
        <p:nvSpPr>
          <p:cNvPr id="85" name="Text 7"/>
          <p:cNvSpPr/>
          <p:nvPr/>
        </p:nvSpPr>
        <p:spPr>
          <a:xfrm>
            <a:off x="1586431" y="2930738"/>
            <a:ext cx="8294251" cy="289084"/>
          </a:xfrm>
          <a:prstGeom prst="rect">
            <a:avLst/>
          </a:prstGeom>
          <a:noFill/>
        </p:spPr>
        <p:txBody>
          <a:bodyPr wrap="none" rtlCol="0" anchor="t"/>
          <a:lstStyle/>
          <a:p>
            <a:pPr marL="342900" indent="-342900" algn="l">
              <a:lnSpc>
                <a:spcPts val="2275"/>
              </a:lnSpc>
              <a:buSzPct val="100000"/>
              <a:buChar char="•"/>
            </a:pPr>
            <a:r>
              <a:rPr lang="en-US" sz="3200" dirty="0">
                <a:solidFill>
                  <a:srgbClr val="272525"/>
                </a:solidFill>
                <a:latin typeface="Eudoxus Sans" pitchFamily="34" charset="0"/>
                <a:ea typeface="Eudoxus Sans" pitchFamily="34" charset="-122"/>
                <a:cs typeface="Eudoxus Sans" pitchFamily="34" charset="-120"/>
              </a:rPr>
              <a:t>Design and conduct experiments</a:t>
            </a:r>
            <a:endParaRPr lang="en-US" sz="3200" dirty="0"/>
          </a:p>
        </p:txBody>
      </p:sp>
      <p:sp>
        <p:nvSpPr>
          <p:cNvPr id="86" name="Text 8"/>
          <p:cNvSpPr/>
          <p:nvPr/>
        </p:nvSpPr>
        <p:spPr>
          <a:xfrm>
            <a:off x="1586431" y="3291830"/>
            <a:ext cx="8294251" cy="289084"/>
          </a:xfrm>
          <a:prstGeom prst="rect">
            <a:avLst/>
          </a:prstGeom>
          <a:noFill/>
        </p:spPr>
        <p:txBody>
          <a:bodyPr wrap="none" rtlCol="0" anchor="t"/>
          <a:lstStyle/>
          <a:p>
            <a:pPr marL="342900" indent="-342900" algn="l">
              <a:buSzPct val="100000"/>
              <a:buChar char="•"/>
            </a:pPr>
            <a:r>
              <a:rPr lang="en-US" sz="3200" dirty="0">
                <a:solidFill>
                  <a:srgbClr val="272525"/>
                </a:solidFill>
                <a:latin typeface="Eudoxus Sans" pitchFamily="34" charset="0"/>
                <a:ea typeface="Eudoxus Sans" pitchFamily="34" charset="-122"/>
                <a:cs typeface="Eudoxus Sans" pitchFamily="34" charset="-120"/>
              </a:rPr>
              <a:t>Collect and analyze data and record </a:t>
            </a:r>
            <a:endParaRPr lang="en-US" sz="3200" dirty="0">
              <a:solidFill>
                <a:srgbClr val="272525"/>
              </a:solidFill>
              <a:latin typeface="Eudoxus Sans" pitchFamily="34" charset="0"/>
              <a:ea typeface="Eudoxus Sans" pitchFamily="34" charset="-122"/>
              <a:cs typeface="Eudoxus Sans" pitchFamily="34" charset="-120"/>
            </a:endParaRPr>
          </a:p>
          <a:p>
            <a:pPr algn="l">
              <a:buSzPct val="100000"/>
            </a:pPr>
            <a:r>
              <a:rPr lang="en-US" sz="3200" dirty="0" smtClean="0">
                <a:solidFill>
                  <a:srgbClr val="272525"/>
                </a:solidFill>
                <a:latin typeface="Eudoxus Sans" pitchFamily="34" charset="0"/>
                <a:ea typeface="Eudoxus Sans" pitchFamily="34" charset="-122"/>
                <a:cs typeface="Eudoxus Sans" pitchFamily="34" charset="-120"/>
              </a:rPr>
              <a:t>   the data</a:t>
            </a:r>
            <a:endParaRPr lang="en-US" sz="3200" dirty="0"/>
          </a:p>
        </p:txBody>
      </p:sp>
      <p:sp>
        <p:nvSpPr>
          <p:cNvPr id="88" name="Google Shape;3227;p93"/>
          <p:cNvSpPr/>
          <p:nvPr/>
        </p:nvSpPr>
        <p:spPr>
          <a:xfrm>
            <a:off x="7632338" y="138789"/>
            <a:ext cx="1248700" cy="1270172"/>
          </a:xfrm>
          <a:custGeom>
            <a:avLst/>
            <a:gdLst/>
            <a:ahLst/>
            <a:cxnLst/>
            <a:rect l="l" t="t" r="r" b="b"/>
            <a:pathLst>
              <a:path w="5623" h="5447" extrusionOk="0">
                <a:moveTo>
                  <a:pt x="2987" y="1"/>
                </a:moveTo>
                <a:cubicBezTo>
                  <a:pt x="2618" y="1"/>
                  <a:pt x="2239" y="92"/>
                  <a:pt x="1860" y="246"/>
                </a:cubicBezTo>
                <a:cubicBezTo>
                  <a:pt x="955" y="651"/>
                  <a:pt x="336" y="1246"/>
                  <a:pt x="193" y="2318"/>
                </a:cubicBezTo>
                <a:cubicBezTo>
                  <a:pt x="0" y="3988"/>
                  <a:pt x="1926" y="5447"/>
                  <a:pt x="3441" y="5447"/>
                </a:cubicBezTo>
                <a:cubicBezTo>
                  <a:pt x="3611" y="5447"/>
                  <a:pt x="3776" y="5428"/>
                  <a:pt x="3932" y="5390"/>
                </a:cubicBezTo>
                <a:cubicBezTo>
                  <a:pt x="5051" y="5080"/>
                  <a:pt x="5623" y="4390"/>
                  <a:pt x="5623" y="3342"/>
                </a:cubicBezTo>
                <a:cubicBezTo>
                  <a:pt x="5623" y="2127"/>
                  <a:pt x="5170" y="1246"/>
                  <a:pt x="4384" y="556"/>
                </a:cubicBezTo>
                <a:cubicBezTo>
                  <a:pt x="3950" y="162"/>
                  <a:pt x="3477" y="1"/>
                  <a:pt x="2987" y="1"/>
                </a:cubicBezTo>
                <a:close/>
              </a:path>
            </a:pathLst>
          </a:custGeom>
          <a:solidFill>
            <a:schemeClr val="accent5">
              <a:alpha val="3095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89" name="Google Shape;3230;p93"/>
          <p:cNvSpPr txBox="1"/>
          <p:nvPr/>
        </p:nvSpPr>
        <p:spPr>
          <a:xfrm>
            <a:off x="7690287" y="352970"/>
            <a:ext cx="1358513" cy="84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0"/>
              <a:buFont typeface="Paytone One"/>
              <a:buNone/>
              <a:defRPr sz="6000" b="0" i="0" u="none" strike="noStrike" cap="none">
                <a:solidFill>
                  <a:schemeClr val="accent5"/>
                </a:solidFill>
                <a:latin typeface="Paytone One"/>
                <a:ea typeface="Paytone One"/>
                <a:cs typeface="Paytone One"/>
                <a:sym typeface="Paytone One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Bebas Neue" panose="020B0606020202050201"/>
              <a:buNone/>
              <a:defRPr sz="6000" b="0" i="0" u="none" strike="noStrike" cap="none">
                <a:solidFill>
                  <a:schemeClr val="dk1"/>
                </a:solidFill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Bebas Neue" panose="020B0606020202050201"/>
              <a:buNone/>
              <a:defRPr sz="6000" b="0" i="0" u="none" strike="noStrike" cap="none">
                <a:solidFill>
                  <a:schemeClr val="dk1"/>
                </a:solidFill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Bebas Neue" panose="020B0606020202050201"/>
              <a:buNone/>
              <a:defRPr sz="6000" b="0" i="0" u="none" strike="noStrike" cap="none">
                <a:solidFill>
                  <a:schemeClr val="dk1"/>
                </a:solidFill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Bebas Neue" panose="020B0606020202050201"/>
              <a:buNone/>
              <a:defRPr sz="6000" b="0" i="0" u="none" strike="noStrike" cap="none">
                <a:solidFill>
                  <a:schemeClr val="dk1"/>
                </a:solidFill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Bebas Neue" panose="020B0606020202050201"/>
              <a:buNone/>
              <a:defRPr sz="6000" b="0" i="0" u="none" strike="noStrike" cap="none">
                <a:solidFill>
                  <a:schemeClr val="dk1"/>
                </a:solidFill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Bebas Neue" panose="020B0606020202050201"/>
              <a:buNone/>
              <a:defRPr sz="6000" b="0" i="0" u="none" strike="noStrike" cap="none">
                <a:solidFill>
                  <a:schemeClr val="dk1"/>
                </a:solidFill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Bebas Neue" panose="020B0606020202050201"/>
              <a:buNone/>
              <a:defRPr sz="6000" b="0" i="0" u="none" strike="noStrike" cap="none">
                <a:solidFill>
                  <a:schemeClr val="dk1"/>
                </a:solidFill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Bebas Neue" panose="020B0606020202050201"/>
              <a:buNone/>
              <a:defRPr sz="6000" b="0" i="0" u="none" strike="noStrike" cap="none">
                <a:solidFill>
                  <a:schemeClr val="dk1"/>
                </a:solidFill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9pPr>
          </a:lstStyle>
          <a:p>
            <a:r>
              <a:rPr lang="en-GB" dirty="0" smtClean="0"/>
              <a:t>04</a:t>
            </a:r>
            <a:endParaRPr lang="en-GB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8" name="Google Shape;3228;p93"/>
          <p:cNvSpPr/>
          <p:nvPr/>
        </p:nvSpPr>
        <p:spPr>
          <a:xfrm>
            <a:off x="5825118" y="2089603"/>
            <a:ext cx="1074821" cy="1316272"/>
          </a:xfrm>
          <a:custGeom>
            <a:avLst/>
            <a:gdLst/>
            <a:ahLst/>
            <a:cxnLst/>
            <a:rect l="l" t="t" r="r" b="b"/>
            <a:pathLst>
              <a:path w="33818" h="41415" extrusionOk="0">
                <a:moveTo>
                  <a:pt x="25840" y="1"/>
                </a:moveTo>
                <a:lnTo>
                  <a:pt x="25840" y="1"/>
                </a:lnTo>
                <a:cubicBezTo>
                  <a:pt x="23244" y="4454"/>
                  <a:pt x="20958" y="8812"/>
                  <a:pt x="18362" y="13218"/>
                </a:cubicBezTo>
                <a:cubicBezTo>
                  <a:pt x="17171" y="10170"/>
                  <a:pt x="16099" y="7336"/>
                  <a:pt x="14980" y="4454"/>
                </a:cubicBezTo>
                <a:cubicBezTo>
                  <a:pt x="14623" y="4740"/>
                  <a:pt x="14671" y="5026"/>
                  <a:pt x="14623" y="5264"/>
                </a:cubicBezTo>
                <a:cubicBezTo>
                  <a:pt x="14051" y="8169"/>
                  <a:pt x="13504" y="11075"/>
                  <a:pt x="12932" y="13980"/>
                </a:cubicBezTo>
                <a:cubicBezTo>
                  <a:pt x="12815" y="14537"/>
                  <a:pt x="12770" y="14761"/>
                  <a:pt x="12541" y="14761"/>
                </a:cubicBezTo>
                <a:cubicBezTo>
                  <a:pt x="12398" y="14761"/>
                  <a:pt x="12184" y="14674"/>
                  <a:pt x="11837" y="14528"/>
                </a:cubicBezTo>
                <a:cubicBezTo>
                  <a:pt x="9503" y="13575"/>
                  <a:pt x="7145" y="12622"/>
                  <a:pt x="4788" y="11646"/>
                </a:cubicBezTo>
                <a:cubicBezTo>
                  <a:pt x="4508" y="11546"/>
                  <a:pt x="4244" y="11362"/>
                  <a:pt x="3928" y="11362"/>
                </a:cubicBezTo>
                <a:cubicBezTo>
                  <a:pt x="3867" y="11362"/>
                  <a:pt x="3805" y="11369"/>
                  <a:pt x="3740" y="11384"/>
                </a:cubicBezTo>
                <a:cubicBezTo>
                  <a:pt x="3763" y="11646"/>
                  <a:pt x="3930" y="11789"/>
                  <a:pt x="4073" y="11979"/>
                </a:cubicBezTo>
                <a:cubicBezTo>
                  <a:pt x="5740" y="14075"/>
                  <a:pt x="7407" y="16195"/>
                  <a:pt x="9074" y="18314"/>
                </a:cubicBezTo>
                <a:cubicBezTo>
                  <a:pt x="9717" y="19148"/>
                  <a:pt x="9717" y="19148"/>
                  <a:pt x="8931" y="19791"/>
                </a:cubicBezTo>
                <a:cubicBezTo>
                  <a:pt x="6240" y="22005"/>
                  <a:pt x="3525" y="24196"/>
                  <a:pt x="858" y="26411"/>
                </a:cubicBezTo>
                <a:cubicBezTo>
                  <a:pt x="549" y="26673"/>
                  <a:pt x="144" y="26840"/>
                  <a:pt x="1" y="27292"/>
                </a:cubicBezTo>
                <a:cubicBezTo>
                  <a:pt x="73" y="27314"/>
                  <a:pt x="143" y="27322"/>
                  <a:pt x="212" y="27322"/>
                </a:cubicBezTo>
                <a:cubicBezTo>
                  <a:pt x="369" y="27322"/>
                  <a:pt x="518" y="27278"/>
                  <a:pt x="668" y="27244"/>
                </a:cubicBezTo>
                <a:cubicBezTo>
                  <a:pt x="3930" y="26482"/>
                  <a:pt x="7169" y="25697"/>
                  <a:pt x="10408" y="24958"/>
                </a:cubicBezTo>
                <a:cubicBezTo>
                  <a:pt x="10651" y="24904"/>
                  <a:pt x="10830" y="24871"/>
                  <a:pt x="10960" y="24871"/>
                </a:cubicBezTo>
                <a:cubicBezTo>
                  <a:pt x="11286" y="24871"/>
                  <a:pt x="11289" y="25082"/>
                  <a:pt x="11170" y="25697"/>
                </a:cubicBezTo>
                <a:cubicBezTo>
                  <a:pt x="10479" y="29483"/>
                  <a:pt x="9789" y="33270"/>
                  <a:pt x="9098" y="37080"/>
                </a:cubicBezTo>
                <a:cubicBezTo>
                  <a:pt x="8836" y="38509"/>
                  <a:pt x="8598" y="39938"/>
                  <a:pt x="8336" y="41366"/>
                </a:cubicBezTo>
                <a:cubicBezTo>
                  <a:pt x="8431" y="41390"/>
                  <a:pt x="8503" y="41414"/>
                  <a:pt x="8574" y="41414"/>
                </a:cubicBezTo>
                <a:cubicBezTo>
                  <a:pt x="11289" y="37437"/>
                  <a:pt x="13980" y="33460"/>
                  <a:pt x="16790" y="29340"/>
                </a:cubicBezTo>
                <a:cubicBezTo>
                  <a:pt x="18671" y="33365"/>
                  <a:pt x="20457" y="37199"/>
                  <a:pt x="22267" y="41057"/>
                </a:cubicBezTo>
                <a:lnTo>
                  <a:pt x="22482" y="40985"/>
                </a:lnTo>
                <a:cubicBezTo>
                  <a:pt x="22482" y="36627"/>
                  <a:pt x="22339" y="32246"/>
                  <a:pt x="22053" y="27792"/>
                </a:cubicBezTo>
                <a:lnTo>
                  <a:pt x="22053" y="27792"/>
                </a:lnTo>
                <a:cubicBezTo>
                  <a:pt x="26078" y="28911"/>
                  <a:pt x="29936" y="30007"/>
                  <a:pt x="33817" y="31079"/>
                </a:cubicBezTo>
                <a:cubicBezTo>
                  <a:pt x="33698" y="30674"/>
                  <a:pt x="33484" y="30412"/>
                  <a:pt x="33270" y="30174"/>
                </a:cubicBezTo>
                <a:cubicBezTo>
                  <a:pt x="30698" y="27411"/>
                  <a:pt x="28102" y="24649"/>
                  <a:pt x="25530" y="21886"/>
                </a:cubicBezTo>
                <a:cubicBezTo>
                  <a:pt x="24839" y="21148"/>
                  <a:pt x="24720" y="21196"/>
                  <a:pt x="25554" y="20410"/>
                </a:cubicBezTo>
                <a:cubicBezTo>
                  <a:pt x="28126" y="18076"/>
                  <a:pt x="30674" y="15695"/>
                  <a:pt x="33246" y="13337"/>
                </a:cubicBezTo>
                <a:cubicBezTo>
                  <a:pt x="33389" y="13194"/>
                  <a:pt x="33651" y="13123"/>
                  <a:pt x="33460" y="12765"/>
                </a:cubicBezTo>
                <a:lnTo>
                  <a:pt x="33460" y="12765"/>
                </a:lnTo>
                <a:cubicBezTo>
                  <a:pt x="31936" y="13099"/>
                  <a:pt x="30412" y="13432"/>
                  <a:pt x="28888" y="13766"/>
                </a:cubicBezTo>
                <a:cubicBezTo>
                  <a:pt x="27126" y="14147"/>
                  <a:pt x="25363" y="14551"/>
                  <a:pt x="23625" y="14932"/>
                </a:cubicBezTo>
                <a:cubicBezTo>
                  <a:pt x="23444" y="14971"/>
                  <a:pt x="23306" y="14994"/>
                  <a:pt x="23204" y="14994"/>
                </a:cubicBezTo>
                <a:cubicBezTo>
                  <a:pt x="22931" y="14994"/>
                  <a:pt x="22912" y="14829"/>
                  <a:pt x="22982" y="14361"/>
                </a:cubicBezTo>
                <a:cubicBezTo>
                  <a:pt x="23006" y="14266"/>
                  <a:pt x="23029" y="14194"/>
                  <a:pt x="23029" y="14123"/>
                </a:cubicBezTo>
                <a:cubicBezTo>
                  <a:pt x="23815" y="10432"/>
                  <a:pt x="24601" y="6740"/>
                  <a:pt x="25363" y="3049"/>
                </a:cubicBezTo>
                <a:cubicBezTo>
                  <a:pt x="25530" y="2120"/>
                  <a:pt x="25863" y="1215"/>
                  <a:pt x="25840" y="1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3229" name="Google Shape;3229;p93"/>
          <p:cNvSpPr txBox="1">
            <a:spLocks noGrp="1"/>
          </p:cNvSpPr>
          <p:nvPr>
            <p:ph type="title"/>
          </p:nvPr>
        </p:nvSpPr>
        <p:spPr>
          <a:xfrm>
            <a:off x="825689" y="156622"/>
            <a:ext cx="6442278" cy="969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4800" dirty="0" smtClean="0"/>
              <a:t>Scientific Method</a:t>
            </a:r>
            <a:endParaRPr sz="4800" dirty="0"/>
          </a:p>
        </p:txBody>
      </p:sp>
      <p:grpSp>
        <p:nvGrpSpPr>
          <p:cNvPr id="3232" name="Google Shape;3232;p93"/>
          <p:cNvGrpSpPr/>
          <p:nvPr/>
        </p:nvGrpSpPr>
        <p:grpSpPr>
          <a:xfrm>
            <a:off x="6681144" y="3616841"/>
            <a:ext cx="1495621" cy="1291831"/>
            <a:chOff x="5614619" y="2740966"/>
            <a:chExt cx="1495621" cy="1291831"/>
          </a:xfrm>
        </p:grpSpPr>
        <p:sp>
          <p:nvSpPr>
            <p:cNvPr id="3233" name="Google Shape;3233;p93"/>
            <p:cNvSpPr/>
            <p:nvPr/>
          </p:nvSpPr>
          <p:spPr>
            <a:xfrm>
              <a:off x="5614619" y="3232736"/>
              <a:ext cx="233570" cy="259568"/>
            </a:xfrm>
            <a:custGeom>
              <a:avLst/>
              <a:gdLst/>
              <a:ahLst/>
              <a:cxnLst/>
              <a:rect l="l" t="t" r="r" b="b"/>
              <a:pathLst>
                <a:path w="7349" h="8167" extrusionOk="0">
                  <a:moveTo>
                    <a:pt x="2648" y="0"/>
                  </a:moveTo>
                  <a:cubicBezTo>
                    <a:pt x="2113" y="0"/>
                    <a:pt x="1614" y="173"/>
                    <a:pt x="1262" y="512"/>
                  </a:cubicBezTo>
                  <a:cubicBezTo>
                    <a:pt x="453" y="1275"/>
                    <a:pt x="0" y="2275"/>
                    <a:pt x="96" y="3394"/>
                  </a:cubicBezTo>
                  <a:cubicBezTo>
                    <a:pt x="286" y="5466"/>
                    <a:pt x="1644" y="7442"/>
                    <a:pt x="3882" y="8038"/>
                  </a:cubicBezTo>
                  <a:cubicBezTo>
                    <a:pt x="4194" y="8124"/>
                    <a:pt x="4508" y="8167"/>
                    <a:pt x="4812" y="8167"/>
                  </a:cubicBezTo>
                  <a:cubicBezTo>
                    <a:pt x="6181" y="8167"/>
                    <a:pt x="7348" y="7306"/>
                    <a:pt x="7192" y="5728"/>
                  </a:cubicBezTo>
                  <a:cubicBezTo>
                    <a:pt x="7002" y="3513"/>
                    <a:pt x="6002" y="1751"/>
                    <a:pt x="4192" y="489"/>
                  </a:cubicBezTo>
                  <a:cubicBezTo>
                    <a:pt x="3712" y="161"/>
                    <a:pt x="3164" y="0"/>
                    <a:pt x="2648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234" name="Google Shape;3234;p93"/>
            <p:cNvSpPr/>
            <p:nvPr/>
          </p:nvSpPr>
          <p:spPr>
            <a:xfrm>
              <a:off x="5985489" y="3413038"/>
              <a:ext cx="243740" cy="219522"/>
            </a:xfrm>
            <a:custGeom>
              <a:avLst/>
              <a:gdLst/>
              <a:ahLst/>
              <a:cxnLst/>
              <a:rect l="l" t="t" r="r" b="b"/>
              <a:pathLst>
                <a:path w="7669" h="6907" extrusionOk="0">
                  <a:moveTo>
                    <a:pt x="2579" y="0"/>
                  </a:moveTo>
                  <a:cubicBezTo>
                    <a:pt x="1203" y="0"/>
                    <a:pt x="0" y="1093"/>
                    <a:pt x="0" y="2436"/>
                  </a:cubicBezTo>
                  <a:cubicBezTo>
                    <a:pt x="0" y="3151"/>
                    <a:pt x="215" y="3960"/>
                    <a:pt x="643" y="4675"/>
                  </a:cubicBezTo>
                  <a:cubicBezTo>
                    <a:pt x="1361" y="5791"/>
                    <a:pt x="2761" y="6906"/>
                    <a:pt x="4274" y="6906"/>
                  </a:cubicBezTo>
                  <a:cubicBezTo>
                    <a:pt x="4569" y="6906"/>
                    <a:pt x="4869" y="6864"/>
                    <a:pt x="5168" y="6770"/>
                  </a:cubicBezTo>
                  <a:cubicBezTo>
                    <a:pt x="6859" y="6247"/>
                    <a:pt x="7669" y="4794"/>
                    <a:pt x="6930" y="3198"/>
                  </a:cubicBezTo>
                  <a:cubicBezTo>
                    <a:pt x="6168" y="1627"/>
                    <a:pt x="4954" y="483"/>
                    <a:pt x="3215" y="79"/>
                  </a:cubicBezTo>
                  <a:cubicBezTo>
                    <a:pt x="3002" y="25"/>
                    <a:pt x="2789" y="0"/>
                    <a:pt x="2579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235" name="Google Shape;3235;p93"/>
            <p:cNvSpPr/>
            <p:nvPr/>
          </p:nvSpPr>
          <p:spPr>
            <a:xfrm>
              <a:off x="5884071" y="2740966"/>
              <a:ext cx="218759" cy="222064"/>
            </a:xfrm>
            <a:custGeom>
              <a:avLst/>
              <a:gdLst/>
              <a:ahLst/>
              <a:cxnLst/>
              <a:rect l="l" t="t" r="r" b="b"/>
              <a:pathLst>
                <a:path w="6883" h="6987" extrusionOk="0">
                  <a:moveTo>
                    <a:pt x="3502" y="0"/>
                  </a:moveTo>
                  <a:cubicBezTo>
                    <a:pt x="2862" y="0"/>
                    <a:pt x="2233" y="161"/>
                    <a:pt x="1643" y="482"/>
                  </a:cubicBezTo>
                  <a:cubicBezTo>
                    <a:pt x="643" y="1030"/>
                    <a:pt x="0" y="2364"/>
                    <a:pt x="381" y="3340"/>
                  </a:cubicBezTo>
                  <a:cubicBezTo>
                    <a:pt x="1000" y="4983"/>
                    <a:pt x="2120" y="6174"/>
                    <a:pt x="3811" y="6793"/>
                  </a:cubicBezTo>
                  <a:cubicBezTo>
                    <a:pt x="4163" y="6925"/>
                    <a:pt x="4487" y="6986"/>
                    <a:pt x="4780" y="6986"/>
                  </a:cubicBezTo>
                  <a:cubicBezTo>
                    <a:pt x="5817" y="6986"/>
                    <a:pt x="6485" y="6218"/>
                    <a:pt x="6764" y="5031"/>
                  </a:cubicBezTo>
                  <a:cubicBezTo>
                    <a:pt x="6811" y="4769"/>
                    <a:pt x="6764" y="4507"/>
                    <a:pt x="6764" y="4269"/>
                  </a:cubicBezTo>
                  <a:cubicBezTo>
                    <a:pt x="6883" y="3435"/>
                    <a:pt x="6645" y="2673"/>
                    <a:pt x="6311" y="1959"/>
                  </a:cubicBezTo>
                  <a:cubicBezTo>
                    <a:pt x="5882" y="1006"/>
                    <a:pt x="5239" y="220"/>
                    <a:pt x="4144" y="54"/>
                  </a:cubicBezTo>
                  <a:cubicBezTo>
                    <a:pt x="3930" y="18"/>
                    <a:pt x="3715" y="0"/>
                    <a:pt x="3502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236" name="Google Shape;3236;p93"/>
            <p:cNvSpPr/>
            <p:nvPr/>
          </p:nvSpPr>
          <p:spPr>
            <a:xfrm>
              <a:off x="6513046" y="3075190"/>
              <a:ext cx="249779" cy="202200"/>
            </a:xfrm>
            <a:custGeom>
              <a:avLst/>
              <a:gdLst/>
              <a:ahLst/>
              <a:cxnLst/>
              <a:rect l="l" t="t" r="r" b="b"/>
              <a:pathLst>
                <a:path w="7859" h="6362" extrusionOk="0">
                  <a:moveTo>
                    <a:pt x="2811" y="0"/>
                  </a:moveTo>
                  <a:cubicBezTo>
                    <a:pt x="2016" y="0"/>
                    <a:pt x="1274" y="376"/>
                    <a:pt x="715" y="1064"/>
                  </a:cubicBezTo>
                  <a:cubicBezTo>
                    <a:pt x="0" y="1945"/>
                    <a:pt x="0" y="3064"/>
                    <a:pt x="810" y="4160"/>
                  </a:cubicBezTo>
                  <a:cubicBezTo>
                    <a:pt x="1874" y="5571"/>
                    <a:pt x="3275" y="6353"/>
                    <a:pt x="5057" y="6353"/>
                  </a:cubicBezTo>
                  <a:cubicBezTo>
                    <a:pt x="5109" y="6353"/>
                    <a:pt x="5162" y="6352"/>
                    <a:pt x="5215" y="6351"/>
                  </a:cubicBezTo>
                  <a:cubicBezTo>
                    <a:pt x="5358" y="6351"/>
                    <a:pt x="5512" y="6361"/>
                    <a:pt x="5662" y="6361"/>
                  </a:cubicBezTo>
                  <a:cubicBezTo>
                    <a:pt x="5737" y="6361"/>
                    <a:pt x="5811" y="6359"/>
                    <a:pt x="5882" y="6351"/>
                  </a:cubicBezTo>
                  <a:cubicBezTo>
                    <a:pt x="7240" y="6255"/>
                    <a:pt x="7859" y="5303"/>
                    <a:pt x="7454" y="4041"/>
                  </a:cubicBezTo>
                  <a:cubicBezTo>
                    <a:pt x="6883" y="2278"/>
                    <a:pt x="5668" y="1040"/>
                    <a:pt x="4001" y="278"/>
                  </a:cubicBezTo>
                  <a:cubicBezTo>
                    <a:pt x="3602" y="90"/>
                    <a:pt x="3200" y="0"/>
                    <a:pt x="2811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237" name="Google Shape;3237;p93"/>
            <p:cNvSpPr/>
            <p:nvPr/>
          </p:nvSpPr>
          <p:spPr>
            <a:xfrm>
              <a:off x="6376795" y="3405887"/>
              <a:ext cx="229470" cy="191839"/>
            </a:xfrm>
            <a:custGeom>
              <a:avLst/>
              <a:gdLst/>
              <a:ahLst/>
              <a:cxnLst/>
              <a:rect l="l" t="t" r="r" b="b"/>
              <a:pathLst>
                <a:path w="7220" h="6036" extrusionOk="0">
                  <a:moveTo>
                    <a:pt x="2204" y="1"/>
                  </a:moveTo>
                  <a:cubicBezTo>
                    <a:pt x="1854" y="1"/>
                    <a:pt x="1482" y="140"/>
                    <a:pt x="1144" y="280"/>
                  </a:cubicBezTo>
                  <a:cubicBezTo>
                    <a:pt x="477" y="566"/>
                    <a:pt x="1" y="1399"/>
                    <a:pt x="96" y="2114"/>
                  </a:cubicBezTo>
                  <a:cubicBezTo>
                    <a:pt x="429" y="4424"/>
                    <a:pt x="1858" y="5829"/>
                    <a:pt x="4049" y="6019"/>
                  </a:cubicBezTo>
                  <a:cubicBezTo>
                    <a:pt x="4166" y="6030"/>
                    <a:pt x="4282" y="6036"/>
                    <a:pt x="4395" y="6036"/>
                  </a:cubicBezTo>
                  <a:cubicBezTo>
                    <a:pt x="5995" y="6036"/>
                    <a:pt x="7220" y="4946"/>
                    <a:pt x="6597" y="2923"/>
                  </a:cubicBezTo>
                  <a:cubicBezTo>
                    <a:pt x="6168" y="1518"/>
                    <a:pt x="4478" y="42"/>
                    <a:pt x="2406" y="18"/>
                  </a:cubicBezTo>
                  <a:cubicBezTo>
                    <a:pt x="2340" y="6"/>
                    <a:pt x="2272" y="1"/>
                    <a:pt x="2204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238" name="Google Shape;3238;p93"/>
            <p:cNvSpPr/>
            <p:nvPr/>
          </p:nvSpPr>
          <p:spPr>
            <a:xfrm>
              <a:off x="6099715" y="3104208"/>
              <a:ext cx="178713" cy="173119"/>
            </a:xfrm>
            <a:custGeom>
              <a:avLst/>
              <a:gdLst/>
              <a:ahLst/>
              <a:cxnLst/>
              <a:rect l="l" t="t" r="r" b="b"/>
              <a:pathLst>
                <a:path w="5623" h="5447" extrusionOk="0">
                  <a:moveTo>
                    <a:pt x="2987" y="1"/>
                  </a:moveTo>
                  <a:cubicBezTo>
                    <a:pt x="2618" y="1"/>
                    <a:pt x="2239" y="92"/>
                    <a:pt x="1860" y="246"/>
                  </a:cubicBezTo>
                  <a:cubicBezTo>
                    <a:pt x="955" y="651"/>
                    <a:pt x="336" y="1246"/>
                    <a:pt x="193" y="2318"/>
                  </a:cubicBezTo>
                  <a:cubicBezTo>
                    <a:pt x="0" y="3988"/>
                    <a:pt x="1926" y="5447"/>
                    <a:pt x="3441" y="5447"/>
                  </a:cubicBezTo>
                  <a:cubicBezTo>
                    <a:pt x="3611" y="5447"/>
                    <a:pt x="3776" y="5428"/>
                    <a:pt x="3932" y="5390"/>
                  </a:cubicBezTo>
                  <a:cubicBezTo>
                    <a:pt x="5051" y="5080"/>
                    <a:pt x="5623" y="4390"/>
                    <a:pt x="5623" y="3342"/>
                  </a:cubicBezTo>
                  <a:cubicBezTo>
                    <a:pt x="5623" y="2127"/>
                    <a:pt x="5170" y="1246"/>
                    <a:pt x="4384" y="556"/>
                  </a:cubicBezTo>
                  <a:cubicBezTo>
                    <a:pt x="3950" y="162"/>
                    <a:pt x="3477" y="1"/>
                    <a:pt x="2987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239" name="Google Shape;3239;p93"/>
            <p:cNvSpPr/>
            <p:nvPr/>
          </p:nvSpPr>
          <p:spPr>
            <a:xfrm>
              <a:off x="5900121" y="3798306"/>
              <a:ext cx="164125" cy="145564"/>
            </a:xfrm>
            <a:custGeom>
              <a:avLst/>
              <a:gdLst/>
              <a:ahLst/>
              <a:cxnLst/>
              <a:rect l="l" t="t" r="r" b="b"/>
              <a:pathLst>
                <a:path w="5164" h="4580" extrusionOk="0">
                  <a:moveTo>
                    <a:pt x="2026" y="0"/>
                  </a:moveTo>
                  <a:cubicBezTo>
                    <a:pt x="859" y="0"/>
                    <a:pt x="0" y="1133"/>
                    <a:pt x="424" y="2341"/>
                  </a:cubicBezTo>
                  <a:cubicBezTo>
                    <a:pt x="877" y="3626"/>
                    <a:pt x="1758" y="4460"/>
                    <a:pt x="3187" y="4579"/>
                  </a:cubicBezTo>
                  <a:cubicBezTo>
                    <a:pt x="4020" y="4484"/>
                    <a:pt x="4639" y="4079"/>
                    <a:pt x="5163" y="3460"/>
                  </a:cubicBezTo>
                  <a:cubicBezTo>
                    <a:pt x="5139" y="3222"/>
                    <a:pt x="5163" y="3007"/>
                    <a:pt x="5115" y="2793"/>
                  </a:cubicBezTo>
                  <a:cubicBezTo>
                    <a:pt x="4806" y="1340"/>
                    <a:pt x="3901" y="412"/>
                    <a:pt x="2472" y="54"/>
                  </a:cubicBezTo>
                  <a:cubicBezTo>
                    <a:pt x="2320" y="18"/>
                    <a:pt x="2171" y="0"/>
                    <a:pt x="2026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240" name="Google Shape;3240;p93"/>
            <p:cNvSpPr/>
            <p:nvPr/>
          </p:nvSpPr>
          <p:spPr>
            <a:xfrm>
              <a:off x="6873301" y="3460045"/>
              <a:ext cx="236939" cy="186690"/>
            </a:xfrm>
            <a:custGeom>
              <a:avLst/>
              <a:gdLst/>
              <a:ahLst/>
              <a:cxnLst/>
              <a:rect l="l" t="t" r="r" b="b"/>
              <a:pathLst>
                <a:path w="7455" h="5874" extrusionOk="0">
                  <a:moveTo>
                    <a:pt x="3176" y="1"/>
                  </a:moveTo>
                  <a:cubicBezTo>
                    <a:pt x="2331" y="1"/>
                    <a:pt x="1547" y="476"/>
                    <a:pt x="882" y="1434"/>
                  </a:cubicBezTo>
                  <a:cubicBezTo>
                    <a:pt x="1" y="2648"/>
                    <a:pt x="239" y="3982"/>
                    <a:pt x="1501" y="4815"/>
                  </a:cubicBezTo>
                  <a:cubicBezTo>
                    <a:pt x="2644" y="5577"/>
                    <a:pt x="3954" y="5815"/>
                    <a:pt x="5311" y="5863"/>
                  </a:cubicBezTo>
                  <a:cubicBezTo>
                    <a:pt x="5438" y="5863"/>
                    <a:pt x="5565" y="5874"/>
                    <a:pt x="5685" y="5874"/>
                  </a:cubicBezTo>
                  <a:cubicBezTo>
                    <a:pt x="5745" y="5874"/>
                    <a:pt x="5804" y="5871"/>
                    <a:pt x="5859" y="5863"/>
                  </a:cubicBezTo>
                  <a:cubicBezTo>
                    <a:pt x="7026" y="5768"/>
                    <a:pt x="7455" y="5268"/>
                    <a:pt x="7336" y="4101"/>
                  </a:cubicBezTo>
                  <a:cubicBezTo>
                    <a:pt x="7288" y="3863"/>
                    <a:pt x="7217" y="3601"/>
                    <a:pt x="7121" y="3363"/>
                  </a:cubicBezTo>
                  <a:cubicBezTo>
                    <a:pt x="6764" y="2338"/>
                    <a:pt x="6074" y="1576"/>
                    <a:pt x="5264" y="886"/>
                  </a:cubicBezTo>
                  <a:cubicBezTo>
                    <a:pt x="4549" y="297"/>
                    <a:pt x="3844" y="1"/>
                    <a:pt x="3176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241" name="Google Shape;3241;p93"/>
            <p:cNvSpPr/>
            <p:nvPr/>
          </p:nvSpPr>
          <p:spPr>
            <a:xfrm>
              <a:off x="6360141" y="3860981"/>
              <a:ext cx="180938" cy="171816"/>
            </a:xfrm>
            <a:custGeom>
              <a:avLst/>
              <a:gdLst/>
              <a:ahLst/>
              <a:cxnLst/>
              <a:rect l="l" t="t" r="r" b="b"/>
              <a:pathLst>
                <a:path w="5693" h="5406" extrusionOk="0">
                  <a:moveTo>
                    <a:pt x="2939" y="1"/>
                  </a:moveTo>
                  <a:cubicBezTo>
                    <a:pt x="2400" y="1"/>
                    <a:pt x="1842" y="186"/>
                    <a:pt x="1310" y="559"/>
                  </a:cubicBezTo>
                  <a:cubicBezTo>
                    <a:pt x="310" y="1250"/>
                    <a:pt x="1" y="2393"/>
                    <a:pt x="477" y="3512"/>
                  </a:cubicBezTo>
                  <a:cubicBezTo>
                    <a:pt x="943" y="4665"/>
                    <a:pt x="2131" y="5406"/>
                    <a:pt x="3447" y="5406"/>
                  </a:cubicBezTo>
                  <a:cubicBezTo>
                    <a:pt x="3544" y="5406"/>
                    <a:pt x="3641" y="5402"/>
                    <a:pt x="3739" y="5393"/>
                  </a:cubicBezTo>
                  <a:cubicBezTo>
                    <a:pt x="5049" y="5298"/>
                    <a:pt x="5692" y="4607"/>
                    <a:pt x="5692" y="3298"/>
                  </a:cubicBezTo>
                  <a:cubicBezTo>
                    <a:pt x="5692" y="2321"/>
                    <a:pt x="5287" y="1321"/>
                    <a:pt x="4597" y="678"/>
                  </a:cubicBezTo>
                  <a:cubicBezTo>
                    <a:pt x="4109" y="228"/>
                    <a:pt x="3535" y="1"/>
                    <a:pt x="2939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242" name="Google Shape;3242;p93"/>
            <p:cNvSpPr/>
            <p:nvPr/>
          </p:nvSpPr>
          <p:spPr>
            <a:xfrm>
              <a:off x="6799121" y="3820808"/>
              <a:ext cx="156720" cy="160819"/>
            </a:xfrm>
            <a:custGeom>
              <a:avLst/>
              <a:gdLst/>
              <a:ahLst/>
              <a:cxnLst/>
              <a:rect l="l" t="t" r="r" b="b"/>
              <a:pathLst>
                <a:path w="4931" h="5060" extrusionOk="0">
                  <a:moveTo>
                    <a:pt x="2551" y="0"/>
                  </a:moveTo>
                  <a:cubicBezTo>
                    <a:pt x="2088" y="0"/>
                    <a:pt x="1601" y="147"/>
                    <a:pt x="1144" y="442"/>
                  </a:cubicBezTo>
                  <a:cubicBezTo>
                    <a:pt x="215" y="1013"/>
                    <a:pt x="1" y="1894"/>
                    <a:pt x="525" y="2966"/>
                  </a:cubicBezTo>
                  <a:cubicBezTo>
                    <a:pt x="954" y="3895"/>
                    <a:pt x="1692" y="4490"/>
                    <a:pt x="2621" y="4895"/>
                  </a:cubicBezTo>
                  <a:cubicBezTo>
                    <a:pt x="2887" y="5005"/>
                    <a:pt x="3137" y="5059"/>
                    <a:pt x="3368" y="5059"/>
                  </a:cubicBezTo>
                  <a:cubicBezTo>
                    <a:pt x="3986" y="5059"/>
                    <a:pt x="4469" y="4677"/>
                    <a:pt x="4764" y="3966"/>
                  </a:cubicBezTo>
                  <a:cubicBezTo>
                    <a:pt x="4883" y="3633"/>
                    <a:pt x="4907" y="3300"/>
                    <a:pt x="4907" y="2966"/>
                  </a:cubicBezTo>
                  <a:cubicBezTo>
                    <a:pt x="4931" y="2156"/>
                    <a:pt x="4597" y="1442"/>
                    <a:pt x="4145" y="799"/>
                  </a:cubicBezTo>
                  <a:cubicBezTo>
                    <a:pt x="3749" y="266"/>
                    <a:pt x="3172" y="0"/>
                    <a:pt x="2551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grpSp>
        <p:nvGrpSpPr>
          <p:cNvPr id="3243" name="Google Shape;3243;p93"/>
          <p:cNvGrpSpPr/>
          <p:nvPr/>
        </p:nvGrpSpPr>
        <p:grpSpPr>
          <a:xfrm>
            <a:off x="117709" y="3134396"/>
            <a:ext cx="1624825" cy="1376466"/>
            <a:chOff x="5806500" y="2591150"/>
            <a:chExt cx="1404950" cy="1190200"/>
          </a:xfrm>
        </p:grpSpPr>
        <p:sp>
          <p:nvSpPr>
            <p:cNvPr id="3244" name="Google Shape;3244;p93"/>
            <p:cNvSpPr/>
            <p:nvPr/>
          </p:nvSpPr>
          <p:spPr>
            <a:xfrm>
              <a:off x="6178275" y="3511600"/>
              <a:ext cx="141600" cy="269750"/>
            </a:xfrm>
            <a:custGeom>
              <a:avLst/>
              <a:gdLst/>
              <a:ahLst/>
              <a:cxnLst/>
              <a:rect l="l" t="t" r="r" b="b"/>
              <a:pathLst>
                <a:path w="5664" h="10790" extrusionOk="0">
                  <a:moveTo>
                    <a:pt x="5358" y="1"/>
                  </a:moveTo>
                  <a:cubicBezTo>
                    <a:pt x="5279" y="1"/>
                    <a:pt x="5199" y="34"/>
                    <a:pt x="5152" y="110"/>
                  </a:cubicBezTo>
                  <a:cubicBezTo>
                    <a:pt x="4184" y="1590"/>
                    <a:pt x="3683" y="3373"/>
                    <a:pt x="3473" y="5110"/>
                  </a:cubicBezTo>
                  <a:cubicBezTo>
                    <a:pt x="3345" y="6077"/>
                    <a:pt x="3334" y="7056"/>
                    <a:pt x="3427" y="8035"/>
                  </a:cubicBezTo>
                  <a:cubicBezTo>
                    <a:pt x="3438" y="8210"/>
                    <a:pt x="3450" y="8396"/>
                    <a:pt x="3462" y="8583"/>
                  </a:cubicBezTo>
                  <a:cubicBezTo>
                    <a:pt x="3020" y="8212"/>
                    <a:pt x="2403" y="7996"/>
                    <a:pt x="1819" y="7996"/>
                  </a:cubicBezTo>
                  <a:cubicBezTo>
                    <a:pt x="1065" y="7996"/>
                    <a:pt x="366" y="8357"/>
                    <a:pt x="175" y="9212"/>
                  </a:cubicBezTo>
                  <a:cubicBezTo>
                    <a:pt x="0" y="10016"/>
                    <a:pt x="630" y="10576"/>
                    <a:pt x="1364" y="10715"/>
                  </a:cubicBezTo>
                  <a:cubicBezTo>
                    <a:pt x="1617" y="10766"/>
                    <a:pt x="1877" y="10790"/>
                    <a:pt x="2138" y="10790"/>
                  </a:cubicBezTo>
                  <a:cubicBezTo>
                    <a:pt x="2971" y="10790"/>
                    <a:pt x="3816" y="10544"/>
                    <a:pt x="4499" y="10109"/>
                  </a:cubicBezTo>
                  <a:cubicBezTo>
                    <a:pt x="4720" y="9970"/>
                    <a:pt x="4662" y="9655"/>
                    <a:pt x="4464" y="9550"/>
                  </a:cubicBezTo>
                  <a:cubicBezTo>
                    <a:pt x="4534" y="8944"/>
                    <a:pt x="4301" y="8268"/>
                    <a:pt x="4254" y="7674"/>
                  </a:cubicBezTo>
                  <a:cubicBezTo>
                    <a:pt x="4196" y="6881"/>
                    <a:pt x="4208" y="6089"/>
                    <a:pt x="4277" y="5296"/>
                  </a:cubicBezTo>
                  <a:cubicBezTo>
                    <a:pt x="4441" y="3537"/>
                    <a:pt x="4988" y="1940"/>
                    <a:pt x="5594" y="308"/>
                  </a:cubicBezTo>
                  <a:cubicBezTo>
                    <a:pt x="5663" y="124"/>
                    <a:pt x="5511" y="1"/>
                    <a:pt x="535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245" name="Google Shape;3245;p93"/>
            <p:cNvSpPr/>
            <p:nvPr/>
          </p:nvSpPr>
          <p:spPr>
            <a:xfrm>
              <a:off x="6579250" y="3508975"/>
              <a:ext cx="150575" cy="266700"/>
            </a:xfrm>
            <a:custGeom>
              <a:avLst/>
              <a:gdLst/>
              <a:ahLst/>
              <a:cxnLst/>
              <a:rect l="l" t="t" r="r" b="b"/>
              <a:pathLst>
                <a:path w="6023" h="10668" extrusionOk="0">
                  <a:moveTo>
                    <a:pt x="319" y="0"/>
                  </a:moveTo>
                  <a:cubicBezTo>
                    <a:pt x="160" y="0"/>
                    <a:pt x="1" y="128"/>
                    <a:pt x="79" y="308"/>
                  </a:cubicBezTo>
                  <a:cubicBezTo>
                    <a:pt x="743" y="1928"/>
                    <a:pt x="1350" y="3502"/>
                    <a:pt x="1571" y="5250"/>
                  </a:cubicBezTo>
                  <a:cubicBezTo>
                    <a:pt x="1664" y="6031"/>
                    <a:pt x="1711" y="6835"/>
                    <a:pt x="1676" y="7627"/>
                  </a:cubicBezTo>
                  <a:cubicBezTo>
                    <a:pt x="1653" y="8222"/>
                    <a:pt x="1443" y="8909"/>
                    <a:pt x="1536" y="9515"/>
                  </a:cubicBezTo>
                  <a:cubicBezTo>
                    <a:pt x="1338" y="9620"/>
                    <a:pt x="1291" y="9935"/>
                    <a:pt x="1524" y="10075"/>
                  </a:cubicBezTo>
                  <a:cubicBezTo>
                    <a:pt x="2182" y="10457"/>
                    <a:pt x="2976" y="10668"/>
                    <a:pt x="3758" y="10668"/>
                  </a:cubicBezTo>
                  <a:cubicBezTo>
                    <a:pt x="4071" y="10668"/>
                    <a:pt x="4383" y="10634"/>
                    <a:pt x="4683" y="10564"/>
                  </a:cubicBezTo>
                  <a:cubicBezTo>
                    <a:pt x="5417" y="10401"/>
                    <a:pt x="6023" y="9818"/>
                    <a:pt x="5813" y="9014"/>
                  </a:cubicBezTo>
                  <a:cubicBezTo>
                    <a:pt x="5598" y="8197"/>
                    <a:pt x="4932" y="7855"/>
                    <a:pt x="4210" y="7855"/>
                  </a:cubicBezTo>
                  <a:cubicBezTo>
                    <a:pt x="3602" y="7855"/>
                    <a:pt x="2956" y="8097"/>
                    <a:pt x="2503" y="8501"/>
                  </a:cubicBezTo>
                  <a:cubicBezTo>
                    <a:pt x="2515" y="8315"/>
                    <a:pt x="2515" y="8140"/>
                    <a:pt x="2527" y="7954"/>
                  </a:cubicBezTo>
                  <a:cubicBezTo>
                    <a:pt x="2585" y="6986"/>
                    <a:pt x="2527" y="6007"/>
                    <a:pt x="2375" y="5040"/>
                  </a:cubicBezTo>
                  <a:cubicBezTo>
                    <a:pt x="2107" y="3304"/>
                    <a:pt x="1536" y="1544"/>
                    <a:pt x="522" y="99"/>
                  </a:cubicBezTo>
                  <a:cubicBezTo>
                    <a:pt x="473" y="30"/>
                    <a:pt x="396" y="0"/>
                    <a:pt x="31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246" name="Google Shape;3246;p93"/>
            <p:cNvSpPr/>
            <p:nvPr/>
          </p:nvSpPr>
          <p:spPr>
            <a:xfrm>
              <a:off x="5834325" y="2628600"/>
              <a:ext cx="180500" cy="280175"/>
            </a:xfrm>
            <a:custGeom>
              <a:avLst/>
              <a:gdLst/>
              <a:ahLst/>
              <a:cxnLst/>
              <a:rect l="l" t="t" r="r" b="b"/>
              <a:pathLst>
                <a:path w="7220" h="11207" extrusionOk="0">
                  <a:moveTo>
                    <a:pt x="3026" y="0"/>
                  </a:moveTo>
                  <a:cubicBezTo>
                    <a:pt x="2810" y="0"/>
                    <a:pt x="2599" y="143"/>
                    <a:pt x="2594" y="433"/>
                  </a:cubicBezTo>
                  <a:lnTo>
                    <a:pt x="2582" y="1179"/>
                  </a:lnTo>
                  <a:cubicBezTo>
                    <a:pt x="2535" y="1074"/>
                    <a:pt x="2489" y="946"/>
                    <a:pt x="2454" y="829"/>
                  </a:cubicBezTo>
                  <a:cubicBezTo>
                    <a:pt x="2393" y="609"/>
                    <a:pt x="2222" y="513"/>
                    <a:pt x="2047" y="513"/>
                  </a:cubicBezTo>
                  <a:cubicBezTo>
                    <a:pt x="1787" y="513"/>
                    <a:pt x="1519" y="727"/>
                    <a:pt x="1603" y="1062"/>
                  </a:cubicBezTo>
                  <a:lnTo>
                    <a:pt x="1848" y="1948"/>
                  </a:lnTo>
                  <a:cubicBezTo>
                    <a:pt x="1521" y="1750"/>
                    <a:pt x="1207" y="1563"/>
                    <a:pt x="880" y="1365"/>
                  </a:cubicBezTo>
                  <a:cubicBezTo>
                    <a:pt x="811" y="1324"/>
                    <a:pt x="738" y="1305"/>
                    <a:pt x="668" y="1305"/>
                  </a:cubicBezTo>
                  <a:cubicBezTo>
                    <a:pt x="307" y="1305"/>
                    <a:pt x="1" y="1793"/>
                    <a:pt x="333" y="2076"/>
                  </a:cubicBezTo>
                  <a:cubicBezTo>
                    <a:pt x="939" y="2577"/>
                    <a:pt x="1603" y="3137"/>
                    <a:pt x="2361" y="3370"/>
                  </a:cubicBezTo>
                  <a:cubicBezTo>
                    <a:pt x="1941" y="6376"/>
                    <a:pt x="3852" y="9558"/>
                    <a:pt x="6311" y="11131"/>
                  </a:cubicBezTo>
                  <a:cubicBezTo>
                    <a:pt x="6394" y="11184"/>
                    <a:pt x="6476" y="11207"/>
                    <a:pt x="6553" y="11207"/>
                  </a:cubicBezTo>
                  <a:cubicBezTo>
                    <a:pt x="6953" y="11207"/>
                    <a:pt x="7219" y="10589"/>
                    <a:pt x="6789" y="10316"/>
                  </a:cubicBezTo>
                  <a:cubicBezTo>
                    <a:pt x="4085" y="8591"/>
                    <a:pt x="3141" y="5829"/>
                    <a:pt x="3071" y="2799"/>
                  </a:cubicBezTo>
                  <a:cubicBezTo>
                    <a:pt x="3246" y="2764"/>
                    <a:pt x="3409" y="2601"/>
                    <a:pt x="3444" y="2414"/>
                  </a:cubicBezTo>
                  <a:cubicBezTo>
                    <a:pt x="3677" y="2204"/>
                    <a:pt x="3922" y="2030"/>
                    <a:pt x="4202" y="1878"/>
                  </a:cubicBezTo>
                  <a:cubicBezTo>
                    <a:pt x="4538" y="1672"/>
                    <a:pt x="4350" y="1205"/>
                    <a:pt x="4004" y="1205"/>
                  </a:cubicBezTo>
                  <a:cubicBezTo>
                    <a:pt x="3978" y="1205"/>
                    <a:pt x="3950" y="1208"/>
                    <a:pt x="3922" y="1214"/>
                  </a:cubicBezTo>
                  <a:cubicBezTo>
                    <a:pt x="3771" y="1249"/>
                    <a:pt x="3631" y="1295"/>
                    <a:pt x="3491" y="1354"/>
                  </a:cubicBezTo>
                  <a:cubicBezTo>
                    <a:pt x="3503" y="1051"/>
                    <a:pt x="3514" y="736"/>
                    <a:pt x="3491" y="433"/>
                  </a:cubicBezTo>
                  <a:cubicBezTo>
                    <a:pt x="3468" y="146"/>
                    <a:pt x="3244" y="0"/>
                    <a:pt x="302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247" name="Google Shape;3247;p93"/>
            <p:cNvSpPr/>
            <p:nvPr/>
          </p:nvSpPr>
          <p:spPr>
            <a:xfrm>
              <a:off x="6901425" y="2591150"/>
              <a:ext cx="171400" cy="266975"/>
            </a:xfrm>
            <a:custGeom>
              <a:avLst/>
              <a:gdLst/>
              <a:ahLst/>
              <a:cxnLst/>
              <a:rect l="l" t="t" r="r" b="b"/>
              <a:pathLst>
                <a:path w="6856" h="10679" extrusionOk="0">
                  <a:moveTo>
                    <a:pt x="5541" y="0"/>
                  </a:moveTo>
                  <a:cubicBezTo>
                    <a:pt x="5372" y="0"/>
                    <a:pt x="5205" y="91"/>
                    <a:pt x="5140" y="299"/>
                  </a:cubicBezTo>
                  <a:cubicBezTo>
                    <a:pt x="5023" y="649"/>
                    <a:pt x="4872" y="964"/>
                    <a:pt x="4709" y="1290"/>
                  </a:cubicBezTo>
                  <a:cubicBezTo>
                    <a:pt x="4639" y="1022"/>
                    <a:pt x="4580" y="765"/>
                    <a:pt x="4557" y="497"/>
                  </a:cubicBezTo>
                  <a:cubicBezTo>
                    <a:pt x="4533" y="227"/>
                    <a:pt x="4313" y="87"/>
                    <a:pt x="4103" y="87"/>
                  </a:cubicBezTo>
                  <a:cubicBezTo>
                    <a:pt x="3897" y="87"/>
                    <a:pt x="3700" y="221"/>
                    <a:pt x="3706" y="497"/>
                  </a:cubicBezTo>
                  <a:cubicBezTo>
                    <a:pt x="3718" y="870"/>
                    <a:pt x="3718" y="1232"/>
                    <a:pt x="3741" y="1593"/>
                  </a:cubicBezTo>
                  <a:cubicBezTo>
                    <a:pt x="3496" y="1360"/>
                    <a:pt x="3240" y="1127"/>
                    <a:pt x="2995" y="882"/>
                  </a:cubicBezTo>
                  <a:cubicBezTo>
                    <a:pt x="2946" y="836"/>
                    <a:pt x="2890" y="816"/>
                    <a:pt x="2834" y="816"/>
                  </a:cubicBezTo>
                  <a:cubicBezTo>
                    <a:pt x="2665" y="816"/>
                    <a:pt x="2505" y="1001"/>
                    <a:pt x="2611" y="1185"/>
                  </a:cubicBezTo>
                  <a:cubicBezTo>
                    <a:pt x="2984" y="1873"/>
                    <a:pt x="3520" y="2455"/>
                    <a:pt x="4056" y="3026"/>
                  </a:cubicBezTo>
                  <a:cubicBezTo>
                    <a:pt x="4056" y="3026"/>
                    <a:pt x="4056" y="3038"/>
                    <a:pt x="4056" y="3038"/>
                  </a:cubicBezTo>
                  <a:cubicBezTo>
                    <a:pt x="3811" y="4355"/>
                    <a:pt x="3590" y="5614"/>
                    <a:pt x="2937" y="6849"/>
                  </a:cubicBezTo>
                  <a:cubicBezTo>
                    <a:pt x="2319" y="8003"/>
                    <a:pt x="1305" y="9343"/>
                    <a:pt x="210" y="10065"/>
                  </a:cubicBezTo>
                  <a:cubicBezTo>
                    <a:pt x="24" y="10194"/>
                    <a:pt x="0" y="10462"/>
                    <a:pt x="210" y="10578"/>
                  </a:cubicBezTo>
                  <a:cubicBezTo>
                    <a:pt x="327" y="10647"/>
                    <a:pt x="450" y="10678"/>
                    <a:pt x="579" y="10678"/>
                  </a:cubicBezTo>
                  <a:cubicBezTo>
                    <a:pt x="1671" y="10678"/>
                    <a:pt x="3111" y="8423"/>
                    <a:pt x="3496" y="7735"/>
                  </a:cubicBezTo>
                  <a:cubicBezTo>
                    <a:pt x="4196" y="6523"/>
                    <a:pt x="4732" y="5008"/>
                    <a:pt x="4674" y="3562"/>
                  </a:cubicBezTo>
                  <a:cubicBezTo>
                    <a:pt x="4755" y="3562"/>
                    <a:pt x="4837" y="3551"/>
                    <a:pt x="4918" y="3504"/>
                  </a:cubicBezTo>
                  <a:cubicBezTo>
                    <a:pt x="4977" y="3481"/>
                    <a:pt x="5035" y="3434"/>
                    <a:pt x="5093" y="3376"/>
                  </a:cubicBezTo>
                  <a:cubicBezTo>
                    <a:pt x="5466" y="3131"/>
                    <a:pt x="6025" y="3003"/>
                    <a:pt x="6410" y="2805"/>
                  </a:cubicBezTo>
                  <a:cubicBezTo>
                    <a:pt x="6855" y="2572"/>
                    <a:pt x="6571" y="1980"/>
                    <a:pt x="6153" y="1980"/>
                  </a:cubicBezTo>
                  <a:cubicBezTo>
                    <a:pt x="6090" y="1980"/>
                    <a:pt x="6023" y="1993"/>
                    <a:pt x="5956" y="2024"/>
                  </a:cubicBezTo>
                  <a:cubicBezTo>
                    <a:pt x="5804" y="2094"/>
                    <a:pt x="5652" y="2141"/>
                    <a:pt x="5501" y="2187"/>
                  </a:cubicBezTo>
                  <a:cubicBezTo>
                    <a:pt x="5652" y="1640"/>
                    <a:pt x="5816" y="1080"/>
                    <a:pt x="5967" y="532"/>
                  </a:cubicBezTo>
                  <a:cubicBezTo>
                    <a:pt x="6058" y="209"/>
                    <a:pt x="5798" y="0"/>
                    <a:pt x="55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248" name="Google Shape;3248;p93"/>
            <p:cNvSpPr/>
            <p:nvPr/>
          </p:nvSpPr>
          <p:spPr>
            <a:xfrm>
              <a:off x="5875550" y="3399550"/>
              <a:ext cx="49450" cy="9950"/>
            </a:xfrm>
            <a:custGeom>
              <a:avLst/>
              <a:gdLst/>
              <a:ahLst/>
              <a:cxnLst/>
              <a:rect l="l" t="t" r="r" b="b"/>
              <a:pathLst>
                <a:path w="1978" h="398" extrusionOk="0">
                  <a:moveTo>
                    <a:pt x="106" y="0"/>
                  </a:moveTo>
                  <a:cubicBezTo>
                    <a:pt x="24" y="0"/>
                    <a:pt x="1" y="105"/>
                    <a:pt x="59" y="140"/>
                  </a:cubicBezTo>
                  <a:cubicBezTo>
                    <a:pt x="338" y="329"/>
                    <a:pt x="700" y="397"/>
                    <a:pt x="1063" y="397"/>
                  </a:cubicBezTo>
                  <a:cubicBezTo>
                    <a:pt x="1352" y="397"/>
                    <a:pt x="1641" y="354"/>
                    <a:pt x="1889" y="292"/>
                  </a:cubicBezTo>
                  <a:cubicBezTo>
                    <a:pt x="1978" y="270"/>
                    <a:pt x="1939" y="151"/>
                    <a:pt x="1854" y="151"/>
                  </a:cubicBezTo>
                  <a:cubicBezTo>
                    <a:pt x="1850" y="151"/>
                    <a:pt x="1846" y="151"/>
                    <a:pt x="1842" y="152"/>
                  </a:cubicBezTo>
                  <a:cubicBezTo>
                    <a:pt x="1679" y="175"/>
                    <a:pt x="1516" y="187"/>
                    <a:pt x="1353" y="187"/>
                  </a:cubicBezTo>
                  <a:cubicBezTo>
                    <a:pt x="1189" y="187"/>
                    <a:pt x="1026" y="175"/>
                    <a:pt x="863" y="152"/>
                  </a:cubicBezTo>
                  <a:cubicBezTo>
                    <a:pt x="607" y="117"/>
                    <a:pt x="362" y="35"/>
                    <a:pt x="10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249" name="Google Shape;3249;p93"/>
            <p:cNvSpPr/>
            <p:nvPr/>
          </p:nvSpPr>
          <p:spPr>
            <a:xfrm>
              <a:off x="5875275" y="3273100"/>
              <a:ext cx="33325" cy="10325"/>
            </a:xfrm>
            <a:custGeom>
              <a:avLst/>
              <a:gdLst/>
              <a:ahLst/>
              <a:cxnLst/>
              <a:rect l="l" t="t" r="r" b="b"/>
              <a:pathLst>
                <a:path w="1333" h="413" extrusionOk="0">
                  <a:moveTo>
                    <a:pt x="114" y="1"/>
                  </a:moveTo>
                  <a:cubicBezTo>
                    <a:pt x="54" y="1"/>
                    <a:pt x="0" y="83"/>
                    <a:pt x="58" y="140"/>
                  </a:cubicBezTo>
                  <a:cubicBezTo>
                    <a:pt x="250" y="332"/>
                    <a:pt x="517" y="412"/>
                    <a:pt x="785" y="412"/>
                  </a:cubicBezTo>
                  <a:cubicBezTo>
                    <a:pt x="940" y="412"/>
                    <a:pt x="1094" y="386"/>
                    <a:pt x="1235" y="339"/>
                  </a:cubicBezTo>
                  <a:cubicBezTo>
                    <a:pt x="1333" y="306"/>
                    <a:pt x="1310" y="173"/>
                    <a:pt x="1222" y="173"/>
                  </a:cubicBezTo>
                  <a:cubicBezTo>
                    <a:pt x="1215" y="173"/>
                    <a:pt x="1208" y="174"/>
                    <a:pt x="1200" y="175"/>
                  </a:cubicBezTo>
                  <a:cubicBezTo>
                    <a:pt x="1095" y="201"/>
                    <a:pt x="995" y="212"/>
                    <a:pt x="899" y="212"/>
                  </a:cubicBezTo>
                  <a:cubicBezTo>
                    <a:pt x="641" y="212"/>
                    <a:pt x="406" y="131"/>
                    <a:pt x="152" y="12"/>
                  </a:cubicBezTo>
                  <a:cubicBezTo>
                    <a:pt x="139" y="4"/>
                    <a:pt x="127" y="1"/>
                    <a:pt x="11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250" name="Google Shape;3250;p93"/>
            <p:cNvSpPr/>
            <p:nvPr/>
          </p:nvSpPr>
          <p:spPr>
            <a:xfrm>
              <a:off x="5903325" y="3115450"/>
              <a:ext cx="37925" cy="9700"/>
            </a:xfrm>
            <a:custGeom>
              <a:avLst/>
              <a:gdLst/>
              <a:ahLst/>
              <a:cxnLst/>
              <a:rect l="l" t="t" r="r" b="b"/>
              <a:pathLst>
                <a:path w="1517" h="388" extrusionOk="0">
                  <a:moveTo>
                    <a:pt x="89" y="0"/>
                  </a:moveTo>
                  <a:cubicBezTo>
                    <a:pt x="37" y="0"/>
                    <a:pt x="0" y="63"/>
                    <a:pt x="43" y="107"/>
                  </a:cubicBezTo>
                  <a:cubicBezTo>
                    <a:pt x="224" y="314"/>
                    <a:pt x="517" y="387"/>
                    <a:pt x="813" y="387"/>
                  </a:cubicBezTo>
                  <a:cubicBezTo>
                    <a:pt x="1032" y="387"/>
                    <a:pt x="1252" y="348"/>
                    <a:pt x="1430" y="293"/>
                  </a:cubicBezTo>
                  <a:cubicBezTo>
                    <a:pt x="1516" y="272"/>
                    <a:pt x="1483" y="151"/>
                    <a:pt x="1404" y="151"/>
                  </a:cubicBezTo>
                  <a:cubicBezTo>
                    <a:pt x="1398" y="151"/>
                    <a:pt x="1391" y="151"/>
                    <a:pt x="1384" y="153"/>
                  </a:cubicBezTo>
                  <a:cubicBezTo>
                    <a:pt x="1259" y="179"/>
                    <a:pt x="1124" y="195"/>
                    <a:pt x="988" y="195"/>
                  </a:cubicBezTo>
                  <a:cubicBezTo>
                    <a:pt x="882" y="195"/>
                    <a:pt x="775" y="185"/>
                    <a:pt x="673" y="165"/>
                  </a:cubicBezTo>
                  <a:cubicBezTo>
                    <a:pt x="475" y="130"/>
                    <a:pt x="300" y="37"/>
                    <a:pt x="102" y="2"/>
                  </a:cubicBezTo>
                  <a:cubicBezTo>
                    <a:pt x="97" y="1"/>
                    <a:pt x="93" y="0"/>
                    <a:pt x="8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251" name="Google Shape;3251;p93"/>
            <p:cNvSpPr/>
            <p:nvPr/>
          </p:nvSpPr>
          <p:spPr>
            <a:xfrm>
              <a:off x="5835050" y="2620875"/>
              <a:ext cx="1353950" cy="946525"/>
            </a:xfrm>
            <a:custGeom>
              <a:avLst/>
              <a:gdLst/>
              <a:ahLst/>
              <a:cxnLst/>
              <a:rect l="l" t="t" r="r" b="b"/>
              <a:pathLst>
                <a:path w="54158" h="37861" extrusionOk="0">
                  <a:moveTo>
                    <a:pt x="26334" y="12008"/>
                  </a:moveTo>
                  <a:cubicBezTo>
                    <a:pt x="40873" y="12008"/>
                    <a:pt x="39509" y="27581"/>
                    <a:pt x="39509" y="27581"/>
                  </a:cubicBezTo>
                  <a:lnTo>
                    <a:pt x="12646" y="27581"/>
                  </a:lnTo>
                  <a:cubicBezTo>
                    <a:pt x="12646" y="27581"/>
                    <a:pt x="11049" y="12268"/>
                    <a:pt x="25978" y="12011"/>
                  </a:cubicBezTo>
                  <a:cubicBezTo>
                    <a:pt x="26098" y="12009"/>
                    <a:pt x="26217" y="12008"/>
                    <a:pt x="26334" y="12008"/>
                  </a:cubicBezTo>
                  <a:close/>
                  <a:moveTo>
                    <a:pt x="26670" y="0"/>
                  </a:moveTo>
                  <a:cubicBezTo>
                    <a:pt x="16102" y="0"/>
                    <a:pt x="6822" y="8293"/>
                    <a:pt x="4185" y="15181"/>
                  </a:cubicBezTo>
                  <a:cubicBezTo>
                    <a:pt x="1" y="26055"/>
                    <a:pt x="1154" y="33303"/>
                    <a:pt x="1970" y="37860"/>
                  </a:cubicBezTo>
                  <a:lnTo>
                    <a:pt x="50883" y="37581"/>
                  </a:lnTo>
                  <a:cubicBezTo>
                    <a:pt x="50883" y="37581"/>
                    <a:pt x="54158" y="15240"/>
                    <a:pt x="39217" y="4296"/>
                  </a:cubicBezTo>
                  <a:cubicBezTo>
                    <a:pt x="35049" y="1244"/>
                    <a:pt x="30763" y="0"/>
                    <a:pt x="26670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252" name="Google Shape;3252;p93"/>
            <p:cNvSpPr/>
            <p:nvPr/>
          </p:nvSpPr>
          <p:spPr>
            <a:xfrm>
              <a:off x="6107775" y="2951450"/>
              <a:ext cx="224075" cy="358100"/>
            </a:xfrm>
            <a:custGeom>
              <a:avLst/>
              <a:gdLst/>
              <a:ahLst/>
              <a:cxnLst/>
              <a:rect l="l" t="t" r="r" b="b"/>
              <a:pathLst>
                <a:path w="8963" h="14324" extrusionOk="0">
                  <a:moveTo>
                    <a:pt x="8962" y="0"/>
                  </a:moveTo>
                  <a:cubicBezTo>
                    <a:pt x="8088" y="164"/>
                    <a:pt x="7226" y="385"/>
                    <a:pt x="6387" y="700"/>
                  </a:cubicBezTo>
                  <a:cubicBezTo>
                    <a:pt x="4487" y="1411"/>
                    <a:pt x="3182" y="2576"/>
                    <a:pt x="2191" y="4301"/>
                  </a:cubicBezTo>
                  <a:cubicBezTo>
                    <a:pt x="1142" y="6119"/>
                    <a:pt x="315" y="8240"/>
                    <a:pt x="128" y="10349"/>
                  </a:cubicBezTo>
                  <a:cubicBezTo>
                    <a:pt x="0" y="11748"/>
                    <a:pt x="117" y="13519"/>
                    <a:pt x="1387" y="14323"/>
                  </a:cubicBezTo>
                  <a:cubicBezTo>
                    <a:pt x="1492" y="14277"/>
                    <a:pt x="1608" y="14242"/>
                    <a:pt x="1725" y="14218"/>
                  </a:cubicBezTo>
                  <a:cubicBezTo>
                    <a:pt x="1632" y="12937"/>
                    <a:pt x="1189" y="3415"/>
                    <a:pt x="8962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253" name="Google Shape;3253;p93"/>
            <p:cNvSpPr/>
            <p:nvPr/>
          </p:nvSpPr>
          <p:spPr>
            <a:xfrm>
              <a:off x="5869425" y="2620925"/>
              <a:ext cx="1319575" cy="946475"/>
            </a:xfrm>
            <a:custGeom>
              <a:avLst/>
              <a:gdLst/>
              <a:ahLst/>
              <a:cxnLst/>
              <a:rect l="l" t="t" r="r" b="b"/>
              <a:pathLst>
                <a:path w="52783" h="37859" extrusionOk="0">
                  <a:moveTo>
                    <a:pt x="25315" y="1"/>
                  </a:moveTo>
                  <a:cubicBezTo>
                    <a:pt x="24889" y="1"/>
                    <a:pt x="24465" y="14"/>
                    <a:pt x="24044" y="41"/>
                  </a:cubicBezTo>
                  <a:cubicBezTo>
                    <a:pt x="24964" y="297"/>
                    <a:pt x="25885" y="612"/>
                    <a:pt x="26771" y="973"/>
                  </a:cubicBezTo>
                  <a:cubicBezTo>
                    <a:pt x="38821" y="5844"/>
                    <a:pt x="47818" y="18874"/>
                    <a:pt x="47061" y="32031"/>
                  </a:cubicBezTo>
                  <a:cubicBezTo>
                    <a:pt x="47014" y="32847"/>
                    <a:pt x="46420" y="33488"/>
                    <a:pt x="45581" y="33500"/>
                  </a:cubicBezTo>
                  <a:cubicBezTo>
                    <a:pt x="41292" y="33593"/>
                    <a:pt x="36991" y="33628"/>
                    <a:pt x="32703" y="33628"/>
                  </a:cubicBezTo>
                  <a:cubicBezTo>
                    <a:pt x="25209" y="33628"/>
                    <a:pt x="17715" y="33535"/>
                    <a:pt x="10233" y="33511"/>
                  </a:cubicBezTo>
                  <a:cubicBezTo>
                    <a:pt x="10125" y="33511"/>
                    <a:pt x="10016" y="33511"/>
                    <a:pt x="9908" y="33511"/>
                  </a:cubicBezTo>
                  <a:cubicBezTo>
                    <a:pt x="6602" y="33511"/>
                    <a:pt x="3296" y="33680"/>
                    <a:pt x="1" y="33838"/>
                  </a:cubicBezTo>
                  <a:cubicBezTo>
                    <a:pt x="152" y="35364"/>
                    <a:pt x="386" y="36693"/>
                    <a:pt x="595" y="37858"/>
                  </a:cubicBezTo>
                  <a:lnTo>
                    <a:pt x="49508" y="37579"/>
                  </a:lnTo>
                  <a:cubicBezTo>
                    <a:pt x="49508" y="37579"/>
                    <a:pt x="52783" y="15238"/>
                    <a:pt x="37842" y="4294"/>
                  </a:cubicBezTo>
                  <a:cubicBezTo>
                    <a:pt x="33684" y="1244"/>
                    <a:pt x="29402" y="1"/>
                    <a:pt x="25315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254" name="Google Shape;3254;p93"/>
            <p:cNvSpPr/>
            <p:nvPr/>
          </p:nvSpPr>
          <p:spPr>
            <a:xfrm>
              <a:off x="5868925" y="2626575"/>
              <a:ext cx="1213275" cy="919250"/>
            </a:xfrm>
            <a:custGeom>
              <a:avLst/>
              <a:gdLst/>
              <a:ahLst/>
              <a:cxnLst/>
              <a:rect l="l" t="t" r="r" b="b"/>
              <a:pathLst>
                <a:path w="48531" h="36770" extrusionOk="0">
                  <a:moveTo>
                    <a:pt x="24881" y="0"/>
                  </a:moveTo>
                  <a:cubicBezTo>
                    <a:pt x="24795" y="0"/>
                    <a:pt x="24755" y="142"/>
                    <a:pt x="24856" y="164"/>
                  </a:cubicBezTo>
                  <a:cubicBezTo>
                    <a:pt x="31522" y="1877"/>
                    <a:pt x="37536" y="5851"/>
                    <a:pt x="41487" y="11527"/>
                  </a:cubicBezTo>
                  <a:cubicBezTo>
                    <a:pt x="45740" y="17634"/>
                    <a:pt x="47349" y="25360"/>
                    <a:pt x="46043" y="32668"/>
                  </a:cubicBezTo>
                  <a:cubicBezTo>
                    <a:pt x="46043" y="32726"/>
                    <a:pt x="46055" y="32772"/>
                    <a:pt x="46078" y="32807"/>
                  </a:cubicBezTo>
                  <a:cubicBezTo>
                    <a:pt x="46050" y="32779"/>
                    <a:pt x="46021" y="32758"/>
                    <a:pt x="45973" y="32758"/>
                  </a:cubicBezTo>
                  <a:cubicBezTo>
                    <a:pt x="45962" y="32758"/>
                    <a:pt x="45951" y="32759"/>
                    <a:pt x="45939" y="32761"/>
                  </a:cubicBezTo>
                  <a:cubicBezTo>
                    <a:pt x="41054" y="33197"/>
                    <a:pt x="36161" y="33310"/>
                    <a:pt x="31264" y="33310"/>
                  </a:cubicBezTo>
                  <a:cubicBezTo>
                    <a:pt x="28449" y="33310"/>
                    <a:pt x="25633" y="33273"/>
                    <a:pt x="22817" y="33239"/>
                  </a:cubicBezTo>
                  <a:cubicBezTo>
                    <a:pt x="20623" y="33205"/>
                    <a:pt x="18429" y="33179"/>
                    <a:pt x="16236" y="33179"/>
                  </a:cubicBezTo>
                  <a:cubicBezTo>
                    <a:pt x="14642" y="33179"/>
                    <a:pt x="13048" y="33193"/>
                    <a:pt x="11454" y="33227"/>
                  </a:cubicBezTo>
                  <a:cubicBezTo>
                    <a:pt x="7701" y="33309"/>
                    <a:pt x="3820" y="33355"/>
                    <a:pt x="114" y="34008"/>
                  </a:cubicBezTo>
                  <a:cubicBezTo>
                    <a:pt x="1" y="34019"/>
                    <a:pt x="20" y="34206"/>
                    <a:pt x="128" y="34206"/>
                  </a:cubicBezTo>
                  <a:cubicBezTo>
                    <a:pt x="131" y="34206"/>
                    <a:pt x="134" y="34206"/>
                    <a:pt x="137" y="34206"/>
                  </a:cubicBezTo>
                  <a:cubicBezTo>
                    <a:pt x="3913" y="34031"/>
                    <a:pt x="7666" y="33658"/>
                    <a:pt x="11454" y="33588"/>
                  </a:cubicBezTo>
                  <a:cubicBezTo>
                    <a:pt x="12942" y="33557"/>
                    <a:pt x="14431" y="33544"/>
                    <a:pt x="15919" y="33544"/>
                  </a:cubicBezTo>
                  <a:cubicBezTo>
                    <a:pt x="18288" y="33544"/>
                    <a:pt x="20657" y="33576"/>
                    <a:pt x="23026" y="33612"/>
                  </a:cubicBezTo>
                  <a:cubicBezTo>
                    <a:pt x="25976" y="33652"/>
                    <a:pt x="28927" y="33700"/>
                    <a:pt x="31876" y="33700"/>
                  </a:cubicBezTo>
                  <a:cubicBezTo>
                    <a:pt x="36560" y="33700"/>
                    <a:pt x="41241" y="33580"/>
                    <a:pt x="45904" y="33122"/>
                  </a:cubicBezTo>
                  <a:cubicBezTo>
                    <a:pt x="45904" y="33169"/>
                    <a:pt x="45915" y="33204"/>
                    <a:pt x="45939" y="33250"/>
                  </a:cubicBezTo>
                  <a:cubicBezTo>
                    <a:pt x="46859" y="34322"/>
                    <a:pt x="47628" y="35488"/>
                    <a:pt x="48304" y="36712"/>
                  </a:cubicBezTo>
                  <a:cubicBezTo>
                    <a:pt x="48327" y="36753"/>
                    <a:pt x="48360" y="36770"/>
                    <a:pt x="48393" y="36770"/>
                  </a:cubicBezTo>
                  <a:cubicBezTo>
                    <a:pt x="48463" y="36770"/>
                    <a:pt x="48530" y="36694"/>
                    <a:pt x="48491" y="36607"/>
                  </a:cubicBezTo>
                  <a:cubicBezTo>
                    <a:pt x="47873" y="35313"/>
                    <a:pt x="47081" y="34136"/>
                    <a:pt x="46148" y="33041"/>
                  </a:cubicBezTo>
                  <a:cubicBezTo>
                    <a:pt x="46137" y="33017"/>
                    <a:pt x="46113" y="33006"/>
                    <a:pt x="46102" y="32994"/>
                  </a:cubicBezTo>
                  <a:cubicBezTo>
                    <a:pt x="46125" y="32947"/>
                    <a:pt x="46113" y="32877"/>
                    <a:pt x="46090" y="32831"/>
                  </a:cubicBezTo>
                  <a:lnTo>
                    <a:pt x="46090" y="32831"/>
                  </a:lnTo>
                  <a:cubicBezTo>
                    <a:pt x="46133" y="32879"/>
                    <a:pt x="46197" y="32907"/>
                    <a:pt x="46258" y="32907"/>
                  </a:cubicBezTo>
                  <a:cubicBezTo>
                    <a:pt x="46331" y="32907"/>
                    <a:pt x="46397" y="32867"/>
                    <a:pt x="46416" y="32772"/>
                  </a:cubicBezTo>
                  <a:cubicBezTo>
                    <a:pt x="48479" y="21363"/>
                    <a:pt x="43340" y="9616"/>
                    <a:pt x="33480" y="3497"/>
                  </a:cubicBezTo>
                  <a:cubicBezTo>
                    <a:pt x="30835" y="1854"/>
                    <a:pt x="27933" y="677"/>
                    <a:pt x="24891" y="1"/>
                  </a:cubicBezTo>
                  <a:cubicBezTo>
                    <a:pt x="24888" y="1"/>
                    <a:pt x="24884" y="0"/>
                    <a:pt x="2488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255" name="Google Shape;3255;p93"/>
            <p:cNvSpPr/>
            <p:nvPr/>
          </p:nvSpPr>
          <p:spPr>
            <a:xfrm>
              <a:off x="6093500" y="2927150"/>
              <a:ext cx="273600" cy="372250"/>
            </a:xfrm>
            <a:custGeom>
              <a:avLst/>
              <a:gdLst/>
              <a:ahLst/>
              <a:cxnLst/>
              <a:rect l="l" t="t" r="r" b="b"/>
              <a:pathLst>
                <a:path w="10944" h="14890" extrusionOk="0">
                  <a:moveTo>
                    <a:pt x="10603" y="0"/>
                  </a:moveTo>
                  <a:cubicBezTo>
                    <a:pt x="6929" y="0"/>
                    <a:pt x="3599" y="2887"/>
                    <a:pt x="1993" y="5995"/>
                  </a:cubicBezTo>
                  <a:cubicBezTo>
                    <a:pt x="1061" y="7802"/>
                    <a:pt x="548" y="9806"/>
                    <a:pt x="396" y="11834"/>
                  </a:cubicBezTo>
                  <a:cubicBezTo>
                    <a:pt x="328" y="12727"/>
                    <a:pt x="191" y="14890"/>
                    <a:pt x="1577" y="14890"/>
                  </a:cubicBezTo>
                  <a:cubicBezTo>
                    <a:pt x="1603" y="14890"/>
                    <a:pt x="1629" y="14889"/>
                    <a:pt x="1655" y="14887"/>
                  </a:cubicBezTo>
                  <a:cubicBezTo>
                    <a:pt x="1806" y="14876"/>
                    <a:pt x="1865" y="14631"/>
                    <a:pt x="1690" y="14608"/>
                  </a:cubicBezTo>
                  <a:cubicBezTo>
                    <a:pt x="0" y="14305"/>
                    <a:pt x="839" y="10739"/>
                    <a:pt x="1061" y="9713"/>
                  </a:cubicBezTo>
                  <a:cubicBezTo>
                    <a:pt x="1422" y="8012"/>
                    <a:pt x="2074" y="6368"/>
                    <a:pt x="3042" y="4923"/>
                  </a:cubicBezTo>
                  <a:cubicBezTo>
                    <a:pt x="4906" y="2138"/>
                    <a:pt x="7645" y="693"/>
                    <a:pt x="10873" y="133"/>
                  </a:cubicBezTo>
                  <a:cubicBezTo>
                    <a:pt x="10943" y="122"/>
                    <a:pt x="10932" y="5"/>
                    <a:pt x="10862" y="5"/>
                  </a:cubicBezTo>
                  <a:cubicBezTo>
                    <a:pt x="10775" y="2"/>
                    <a:pt x="10689" y="0"/>
                    <a:pt x="1060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256" name="Google Shape;3256;p93"/>
            <p:cNvSpPr/>
            <p:nvPr/>
          </p:nvSpPr>
          <p:spPr>
            <a:xfrm>
              <a:off x="5946300" y="2988250"/>
              <a:ext cx="39075" cy="20850"/>
            </a:xfrm>
            <a:custGeom>
              <a:avLst/>
              <a:gdLst/>
              <a:ahLst/>
              <a:cxnLst/>
              <a:rect l="l" t="t" r="r" b="b"/>
              <a:pathLst>
                <a:path w="1563" h="834" extrusionOk="0">
                  <a:moveTo>
                    <a:pt x="118" y="0"/>
                  </a:moveTo>
                  <a:cubicBezTo>
                    <a:pt x="37" y="0"/>
                    <a:pt x="1" y="132"/>
                    <a:pt x="73" y="183"/>
                  </a:cubicBezTo>
                  <a:cubicBezTo>
                    <a:pt x="480" y="440"/>
                    <a:pt x="958" y="638"/>
                    <a:pt x="1389" y="824"/>
                  </a:cubicBezTo>
                  <a:cubicBezTo>
                    <a:pt x="1404" y="831"/>
                    <a:pt x="1418" y="834"/>
                    <a:pt x="1432" y="834"/>
                  </a:cubicBezTo>
                  <a:cubicBezTo>
                    <a:pt x="1514" y="834"/>
                    <a:pt x="1563" y="725"/>
                    <a:pt x="1483" y="684"/>
                  </a:cubicBezTo>
                  <a:cubicBezTo>
                    <a:pt x="1052" y="440"/>
                    <a:pt x="609" y="172"/>
                    <a:pt x="154" y="9"/>
                  </a:cubicBezTo>
                  <a:cubicBezTo>
                    <a:pt x="141" y="3"/>
                    <a:pt x="129" y="0"/>
                    <a:pt x="118" y="0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257" name="Google Shape;3257;p93"/>
            <p:cNvSpPr/>
            <p:nvPr/>
          </p:nvSpPr>
          <p:spPr>
            <a:xfrm>
              <a:off x="6017775" y="2862525"/>
              <a:ext cx="38175" cy="25975"/>
            </a:xfrm>
            <a:custGeom>
              <a:avLst/>
              <a:gdLst/>
              <a:ahLst/>
              <a:cxnLst/>
              <a:rect l="l" t="t" r="r" b="b"/>
              <a:pathLst>
                <a:path w="1527" h="1039" extrusionOk="0">
                  <a:moveTo>
                    <a:pt x="113" y="1"/>
                  </a:moveTo>
                  <a:cubicBezTo>
                    <a:pt x="38" y="1"/>
                    <a:pt x="1" y="108"/>
                    <a:pt x="69" y="166"/>
                  </a:cubicBezTo>
                  <a:cubicBezTo>
                    <a:pt x="488" y="469"/>
                    <a:pt x="943" y="749"/>
                    <a:pt x="1386" y="1029"/>
                  </a:cubicBezTo>
                  <a:cubicBezTo>
                    <a:pt x="1398" y="1035"/>
                    <a:pt x="1410" y="1039"/>
                    <a:pt x="1421" y="1039"/>
                  </a:cubicBezTo>
                  <a:cubicBezTo>
                    <a:pt x="1485" y="1039"/>
                    <a:pt x="1527" y="940"/>
                    <a:pt x="1467" y="900"/>
                  </a:cubicBezTo>
                  <a:cubicBezTo>
                    <a:pt x="1036" y="597"/>
                    <a:pt x="605" y="283"/>
                    <a:pt x="162" y="15"/>
                  </a:cubicBezTo>
                  <a:cubicBezTo>
                    <a:pt x="145" y="5"/>
                    <a:pt x="128" y="1"/>
                    <a:pt x="113" y="1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258" name="Google Shape;3258;p93"/>
            <p:cNvSpPr/>
            <p:nvPr/>
          </p:nvSpPr>
          <p:spPr>
            <a:xfrm>
              <a:off x="6105500" y="2785975"/>
              <a:ext cx="31775" cy="37200"/>
            </a:xfrm>
            <a:custGeom>
              <a:avLst/>
              <a:gdLst/>
              <a:ahLst/>
              <a:cxnLst/>
              <a:rect l="l" t="t" r="r" b="b"/>
              <a:pathLst>
                <a:path w="1271" h="1488" extrusionOk="0">
                  <a:moveTo>
                    <a:pt x="119" y="0"/>
                  </a:moveTo>
                  <a:cubicBezTo>
                    <a:pt x="62" y="0"/>
                    <a:pt x="1" y="64"/>
                    <a:pt x="33" y="128"/>
                  </a:cubicBezTo>
                  <a:cubicBezTo>
                    <a:pt x="313" y="664"/>
                    <a:pt x="674" y="1119"/>
                    <a:pt x="1152" y="1480"/>
                  </a:cubicBezTo>
                  <a:cubicBezTo>
                    <a:pt x="1160" y="1485"/>
                    <a:pt x="1170" y="1488"/>
                    <a:pt x="1179" y="1488"/>
                  </a:cubicBezTo>
                  <a:cubicBezTo>
                    <a:pt x="1228" y="1488"/>
                    <a:pt x="1271" y="1415"/>
                    <a:pt x="1222" y="1375"/>
                  </a:cubicBezTo>
                  <a:cubicBezTo>
                    <a:pt x="790" y="1002"/>
                    <a:pt x="429" y="559"/>
                    <a:pt x="184" y="47"/>
                  </a:cubicBezTo>
                  <a:cubicBezTo>
                    <a:pt x="170" y="14"/>
                    <a:pt x="145" y="0"/>
                    <a:pt x="119" y="0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259" name="Google Shape;3259;p93"/>
            <p:cNvSpPr/>
            <p:nvPr/>
          </p:nvSpPr>
          <p:spPr>
            <a:xfrm>
              <a:off x="6225650" y="2703850"/>
              <a:ext cx="20925" cy="42700"/>
            </a:xfrm>
            <a:custGeom>
              <a:avLst/>
              <a:gdLst/>
              <a:ahLst/>
              <a:cxnLst/>
              <a:rect l="l" t="t" r="r" b="b"/>
              <a:pathLst>
                <a:path w="837" h="1708" extrusionOk="0">
                  <a:moveTo>
                    <a:pt x="112" y="1"/>
                  </a:moveTo>
                  <a:cubicBezTo>
                    <a:pt x="56" y="1"/>
                    <a:pt x="1" y="46"/>
                    <a:pt x="28" y="115"/>
                  </a:cubicBezTo>
                  <a:cubicBezTo>
                    <a:pt x="238" y="639"/>
                    <a:pt x="460" y="1152"/>
                    <a:pt x="681" y="1677"/>
                  </a:cubicBezTo>
                  <a:cubicBezTo>
                    <a:pt x="692" y="1699"/>
                    <a:pt x="712" y="1708"/>
                    <a:pt x="734" y="1708"/>
                  </a:cubicBezTo>
                  <a:cubicBezTo>
                    <a:pt x="781" y="1708"/>
                    <a:pt x="837" y="1663"/>
                    <a:pt x="821" y="1607"/>
                  </a:cubicBezTo>
                  <a:cubicBezTo>
                    <a:pt x="623" y="1094"/>
                    <a:pt x="413" y="581"/>
                    <a:pt x="203" y="68"/>
                  </a:cubicBezTo>
                  <a:cubicBezTo>
                    <a:pt x="189" y="21"/>
                    <a:pt x="150" y="1"/>
                    <a:pt x="112" y="1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260" name="Google Shape;3260;p93"/>
            <p:cNvSpPr/>
            <p:nvPr/>
          </p:nvSpPr>
          <p:spPr>
            <a:xfrm>
              <a:off x="6360650" y="2649175"/>
              <a:ext cx="11750" cy="53450"/>
            </a:xfrm>
            <a:custGeom>
              <a:avLst/>
              <a:gdLst/>
              <a:ahLst/>
              <a:cxnLst/>
              <a:rect l="l" t="t" r="r" b="b"/>
              <a:pathLst>
                <a:path w="470" h="2138" extrusionOk="0">
                  <a:moveTo>
                    <a:pt x="173" y="1"/>
                  </a:moveTo>
                  <a:cubicBezTo>
                    <a:pt x="127" y="1"/>
                    <a:pt x="81" y="31"/>
                    <a:pt x="71" y="99"/>
                  </a:cubicBezTo>
                  <a:cubicBezTo>
                    <a:pt x="1" y="787"/>
                    <a:pt x="71" y="1440"/>
                    <a:pt x="304" y="2092"/>
                  </a:cubicBezTo>
                  <a:cubicBezTo>
                    <a:pt x="318" y="2124"/>
                    <a:pt x="347" y="2138"/>
                    <a:pt x="376" y="2138"/>
                  </a:cubicBezTo>
                  <a:cubicBezTo>
                    <a:pt x="423" y="2138"/>
                    <a:pt x="470" y="2103"/>
                    <a:pt x="455" y="2046"/>
                  </a:cubicBezTo>
                  <a:cubicBezTo>
                    <a:pt x="246" y="1428"/>
                    <a:pt x="176" y="775"/>
                    <a:pt x="269" y="123"/>
                  </a:cubicBezTo>
                  <a:cubicBezTo>
                    <a:pt x="282" y="46"/>
                    <a:pt x="228" y="1"/>
                    <a:pt x="173" y="1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261" name="Google Shape;3261;p93"/>
            <p:cNvSpPr/>
            <p:nvPr/>
          </p:nvSpPr>
          <p:spPr>
            <a:xfrm>
              <a:off x="6515525" y="2643825"/>
              <a:ext cx="12700" cy="58825"/>
            </a:xfrm>
            <a:custGeom>
              <a:avLst/>
              <a:gdLst/>
              <a:ahLst/>
              <a:cxnLst/>
              <a:rect l="l" t="t" r="r" b="b"/>
              <a:pathLst>
                <a:path w="508" h="2353" extrusionOk="0">
                  <a:moveTo>
                    <a:pt x="432" y="1"/>
                  </a:moveTo>
                  <a:cubicBezTo>
                    <a:pt x="409" y="1"/>
                    <a:pt x="388" y="11"/>
                    <a:pt x="379" y="34"/>
                  </a:cubicBezTo>
                  <a:cubicBezTo>
                    <a:pt x="76" y="698"/>
                    <a:pt x="29" y="1560"/>
                    <a:pt x="6" y="2283"/>
                  </a:cubicBezTo>
                  <a:cubicBezTo>
                    <a:pt x="0" y="2330"/>
                    <a:pt x="35" y="2353"/>
                    <a:pt x="73" y="2353"/>
                  </a:cubicBezTo>
                  <a:cubicBezTo>
                    <a:pt x="111" y="2353"/>
                    <a:pt x="152" y="2330"/>
                    <a:pt x="157" y="2283"/>
                  </a:cubicBezTo>
                  <a:cubicBezTo>
                    <a:pt x="227" y="1537"/>
                    <a:pt x="449" y="803"/>
                    <a:pt x="507" y="69"/>
                  </a:cubicBezTo>
                  <a:cubicBezTo>
                    <a:pt x="507" y="26"/>
                    <a:pt x="468" y="1"/>
                    <a:pt x="432" y="1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262" name="Google Shape;3262;p93"/>
            <p:cNvSpPr/>
            <p:nvPr/>
          </p:nvSpPr>
          <p:spPr>
            <a:xfrm>
              <a:off x="6645800" y="2703625"/>
              <a:ext cx="21875" cy="42125"/>
            </a:xfrm>
            <a:custGeom>
              <a:avLst/>
              <a:gdLst/>
              <a:ahLst/>
              <a:cxnLst/>
              <a:rect l="l" t="t" r="r" b="b"/>
              <a:pathLst>
                <a:path w="875" h="1685" extrusionOk="0">
                  <a:moveTo>
                    <a:pt x="751" y="1"/>
                  </a:moveTo>
                  <a:cubicBezTo>
                    <a:pt x="723" y="1"/>
                    <a:pt x="696" y="16"/>
                    <a:pt x="680" y="54"/>
                  </a:cubicBezTo>
                  <a:cubicBezTo>
                    <a:pt x="459" y="567"/>
                    <a:pt x="226" y="1080"/>
                    <a:pt x="16" y="1592"/>
                  </a:cubicBezTo>
                  <a:cubicBezTo>
                    <a:pt x="1" y="1646"/>
                    <a:pt x="46" y="1685"/>
                    <a:pt x="89" y="1685"/>
                  </a:cubicBezTo>
                  <a:cubicBezTo>
                    <a:pt x="111" y="1685"/>
                    <a:pt x="132" y="1675"/>
                    <a:pt x="144" y="1651"/>
                  </a:cubicBezTo>
                  <a:cubicBezTo>
                    <a:pt x="389" y="1150"/>
                    <a:pt x="610" y="648"/>
                    <a:pt x="844" y="147"/>
                  </a:cubicBezTo>
                  <a:cubicBezTo>
                    <a:pt x="875" y="69"/>
                    <a:pt x="811" y="1"/>
                    <a:pt x="751" y="1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263" name="Google Shape;3263;p93"/>
            <p:cNvSpPr/>
            <p:nvPr/>
          </p:nvSpPr>
          <p:spPr>
            <a:xfrm>
              <a:off x="6750775" y="2797175"/>
              <a:ext cx="31725" cy="36225"/>
            </a:xfrm>
            <a:custGeom>
              <a:avLst/>
              <a:gdLst/>
              <a:ahLst/>
              <a:cxnLst/>
              <a:rect l="l" t="t" r="r" b="b"/>
              <a:pathLst>
                <a:path w="1269" h="1449" extrusionOk="0">
                  <a:moveTo>
                    <a:pt x="1170" y="0"/>
                  </a:moveTo>
                  <a:cubicBezTo>
                    <a:pt x="1153" y="0"/>
                    <a:pt x="1135" y="9"/>
                    <a:pt x="1120" y="30"/>
                  </a:cubicBezTo>
                  <a:cubicBezTo>
                    <a:pt x="758" y="461"/>
                    <a:pt x="397" y="904"/>
                    <a:pt x="36" y="1347"/>
                  </a:cubicBezTo>
                  <a:cubicBezTo>
                    <a:pt x="1" y="1391"/>
                    <a:pt x="39" y="1448"/>
                    <a:pt x="80" y="1448"/>
                  </a:cubicBezTo>
                  <a:cubicBezTo>
                    <a:pt x="93" y="1448"/>
                    <a:pt x="106" y="1442"/>
                    <a:pt x="118" y="1428"/>
                  </a:cubicBezTo>
                  <a:cubicBezTo>
                    <a:pt x="490" y="997"/>
                    <a:pt x="863" y="566"/>
                    <a:pt x="1225" y="135"/>
                  </a:cubicBezTo>
                  <a:cubicBezTo>
                    <a:pt x="1268" y="74"/>
                    <a:pt x="1221" y="0"/>
                    <a:pt x="1170" y="0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264" name="Google Shape;3264;p93"/>
            <p:cNvSpPr/>
            <p:nvPr/>
          </p:nvSpPr>
          <p:spPr>
            <a:xfrm>
              <a:off x="6848675" y="2911350"/>
              <a:ext cx="37100" cy="25825"/>
            </a:xfrm>
            <a:custGeom>
              <a:avLst/>
              <a:gdLst/>
              <a:ahLst/>
              <a:cxnLst/>
              <a:rect l="l" t="t" r="r" b="b"/>
              <a:pathLst>
                <a:path w="1484" h="1033" extrusionOk="0">
                  <a:moveTo>
                    <a:pt x="1380" y="0"/>
                  </a:moveTo>
                  <a:cubicBezTo>
                    <a:pt x="1371" y="0"/>
                    <a:pt x="1362" y="3"/>
                    <a:pt x="1353" y="8"/>
                  </a:cubicBezTo>
                  <a:cubicBezTo>
                    <a:pt x="898" y="276"/>
                    <a:pt x="479" y="602"/>
                    <a:pt x="59" y="905"/>
                  </a:cubicBezTo>
                  <a:cubicBezTo>
                    <a:pt x="0" y="944"/>
                    <a:pt x="32" y="1033"/>
                    <a:pt x="85" y="1033"/>
                  </a:cubicBezTo>
                  <a:cubicBezTo>
                    <a:pt x="95" y="1033"/>
                    <a:pt x="106" y="1029"/>
                    <a:pt x="117" y="1022"/>
                  </a:cubicBezTo>
                  <a:cubicBezTo>
                    <a:pt x="560" y="719"/>
                    <a:pt x="1015" y="439"/>
                    <a:pt x="1434" y="113"/>
                  </a:cubicBezTo>
                  <a:cubicBezTo>
                    <a:pt x="1484" y="73"/>
                    <a:pt x="1433" y="0"/>
                    <a:pt x="1380" y="0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265" name="Google Shape;3265;p93"/>
            <p:cNvSpPr/>
            <p:nvPr/>
          </p:nvSpPr>
          <p:spPr>
            <a:xfrm>
              <a:off x="6919800" y="3037875"/>
              <a:ext cx="47900" cy="25725"/>
            </a:xfrm>
            <a:custGeom>
              <a:avLst/>
              <a:gdLst/>
              <a:ahLst/>
              <a:cxnLst/>
              <a:rect l="l" t="t" r="r" b="b"/>
              <a:pathLst>
                <a:path w="1916" h="1029" extrusionOk="0">
                  <a:moveTo>
                    <a:pt x="1841" y="0"/>
                  </a:moveTo>
                  <a:cubicBezTo>
                    <a:pt x="1833" y="0"/>
                    <a:pt x="1826" y="2"/>
                    <a:pt x="1817" y="5"/>
                  </a:cubicBezTo>
                  <a:cubicBezTo>
                    <a:pt x="1526" y="75"/>
                    <a:pt x="1258" y="261"/>
                    <a:pt x="990" y="413"/>
                  </a:cubicBezTo>
                  <a:cubicBezTo>
                    <a:pt x="687" y="576"/>
                    <a:pt x="372" y="739"/>
                    <a:pt x="69" y="902"/>
                  </a:cubicBezTo>
                  <a:cubicBezTo>
                    <a:pt x="0" y="932"/>
                    <a:pt x="40" y="1029"/>
                    <a:pt x="104" y="1029"/>
                  </a:cubicBezTo>
                  <a:cubicBezTo>
                    <a:pt x="115" y="1029"/>
                    <a:pt x="127" y="1026"/>
                    <a:pt x="139" y="1019"/>
                  </a:cubicBezTo>
                  <a:cubicBezTo>
                    <a:pt x="454" y="855"/>
                    <a:pt x="757" y="704"/>
                    <a:pt x="1072" y="541"/>
                  </a:cubicBezTo>
                  <a:cubicBezTo>
                    <a:pt x="1340" y="401"/>
                    <a:pt x="1643" y="284"/>
                    <a:pt x="1876" y="86"/>
                  </a:cubicBezTo>
                  <a:cubicBezTo>
                    <a:pt x="1916" y="56"/>
                    <a:pt x="1887" y="0"/>
                    <a:pt x="1841" y="0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266" name="Google Shape;3266;p93"/>
            <p:cNvSpPr/>
            <p:nvPr/>
          </p:nvSpPr>
          <p:spPr>
            <a:xfrm>
              <a:off x="6963000" y="3141100"/>
              <a:ext cx="44400" cy="10550"/>
            </a:xfrm>
            <a:custGeom>
              <a:avLst/>
              <a:gdLst/>
              <a:ahLst/>
              <a:cxnLst/>
              <a:rect l="l" t="t" r="r" b="b"/>
              <a:pathLst>
                <a:path w="1776" h="422" extrusionOk="0">
                  <a:moveTo>
                    <a:pt x="1638" y="1"/>
                  </a:moveTo>
                  <a:cubicBezTo>
                    <a:pt x="1635" y="1"/>
                    <a:pt x="1631" y="1"/>
                    <a:pt x="1628" y="1"/>
                  </a:cubicBezTo>
                  <a:cubicBezTo>
                    <a:pt x="1115" y="83"/>
                    <a:pt x="602" y="176"/>
                    <a:pt x="101" y="269"/>
                  </a:cubicBezTo>
                  <a:cubicBezTo>
                    <a:pt x="0" y="281"/>
                    <a:pt x="40" y="421"/>
                    <a:pt x="136" y="421"/>
                  </a:cubicBezTo>
                  <a:cubicBezTo>
                    <a:pt x="140" y="421"/>
                    <a:pt x="144" y="421"/>
                    <a:pt x="148" y="421"/>
                  </a:cubicBezTo>
                  <a:cubicBezTo>
                    <a:pt x="649" y="339"/>
                    <a:pt x="1162" y="269"/>
                    <a:pt x="1674" y="176"/>
                  </a:cubicBezTo>
                  <a:cubicBezTo>
                    <a:pt x="1776" y="165"/>
                    <a:pt x="1736" y="1"/>
                    <a:pt x="1638" y="1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267" name="Google Shape;3267;p93"/>
            <p:cNvSpPr/>
            <p:nvPr/>
          </p:nvSpPr>
          <p:spPr>
            <a:xfrm>
              <a:off x="6985625" y="3266250"/>
              <a:ext cx="41975" cy="5500"/>
            </a:xfrm>
            <a:custGeom>
              <a:avLst/>
              <a:gdLst/>
              <a:ahLst/>
              <a:cxnLst/>
              <a:rect l="l" t="t" r="r" b="b"/>
              <a:pathLst>
                <a:path w="1679" h="220" extrusionOk="0">
                  <a:moveTo>
                    <a:pt x="1051" y="0"/>
                  </a:moveTo>
                  <a:cubicBezTo>
                    <a:pt x="723" y="0"/>
                    <a:pt x="385" y="34"/>
                    <a:pt x="82" y="42"/>
                  </a:cubicBezTo>
                  <a:cubicBezTo>
                    <a:pt x="0" y="42"/>
                    <a:pt x="0" y="181"/>
                    <a:pt x="82" y="181"/>
                  </a:cubicBezTo>
                  <a:cubicBezTo>
                    <a:pt x="395" y="181"/>
                    <a:pt x="747" y="220"/>
                    <a:pt x="1084" y="220"/>
                  </a:cubicBezTo>
                  <a:cubicBezTo>
                    <a:pt x="1274" y="220"/>
                    <a:pt x="1460" y="207"/>
                    <a:pt x="1632" y="170"/>
                  </a:cubicBezTo>
                  <a:cubicBezTo>
                    <a:pt x="1678" y="146"/>
                    <a:pt x="1678" y="65"/>
                    <a:pt x="1632" y="53"/>
                  </a:cubicBezTo>
                  <a:cubicBezTo>
                    <a:pt x="1450" y="13"/>
                    <a:pt x="1252" y="0"/>
                    <a:pt x="1051" y="0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268" name="Google Shape;3268;p93"/>
            <p:cNvSpPr/>
            <p:nvPr/>
          </p:nvSpPr>
          <p:spPr>
            <a:xfrm>
              <a:off x="6985725" y="3360500"/>
              <a:ext cx="31375" cy="9375"/>
            </a:xfrm>
            <a:custGeom>
              <a:avLst/>
              <a:gdLst/>
              <a:ahLst/>
              <a:cxnLst/>
              <a:rect l="l" t="t" r="r" b="b"/>
              <a:pathLst>
                <a:path w="1255" h="375" extrusionOk="0">
                  <a:moveTo>
                    <a:pt x="1173" y="1"/>
                  </a:moveTo>
                  <a:cubicBezTo>
                    <a:pt x="812" y="1"/>
                    <a:pt x="416" y="164"/>
                    <a:pt x="78" y="246"/>
                  </a:cubicBezTo>
                  <a:cubicBezTo>
                    <a:pt x="0" y="268"/>
                    <a:pt x="28" y="375"/>
                    <a:pt x="91" y="375"/>
                  </a:cubicBezTo>
                  <a:cubicBezTo>
                    <a:pt x="95" y="375"/>
                    <a:pt x="98" y="374"/>
                    <a:pt x="101" y="374"/>
                  </a:cubicBezTo>
                  <a:cubicBezTo>
                    <a:pt x="462" y="304"/>
                    <a:pt x="882" y="269"/>
                    <a:pt x="1208" y="117"/>
                  </a:cubicBezTo>
                  <a:cubicBezTo>
                    <a:pt x="1255" y="82"/>
                    <a:pt x="1232" y="1"/>
                    <a:pt x="11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269" name="Google Shape;3269;p93"/>
            <p:cNvSpPr/>
            <p:nvPr/>
          </p:nvSpPr>
          <p:spPr>
            <a:xfrm>
              <a:off x="6319000" y="2840150"/>
              <a:ext cx="62950" cy="25950"/>
            </a:xfrm>
            <a:custGeom>
              <a:avLst/>
              <a:gdLst/>
              <a:ahLst/>
              <a:cxnLst/>
              <a:rect l="l" t="t" r="r" b="b"/>
              <a:pathLst>
                <a:path w="2518" h="1038" extrusionOk="0">
                  <a:moveTo>
                    <a:pt x="1259" y="1"/>
                  </a:moveTo>
                  <a:cubicBezTo>
                    <a:pt x="560" y="1"/>
                    <a:pt x="0" y="234"/>
                    <a:pt x="0" y="525"/>
                  </a:cubicBezTo>
                  <a:cubicBezTo>
                    <a:pt x="0" y="805"/>
                    <a:pt x="560" y="1038"/>
                    <a:pt x="1259" y="1038"/>
                  </a:cubicBezTo>
                  <a:cubicBezTo>
                    <a:pt x="1958" y="1038"/>
                    <a:pt x="2518" y="805"/>
                    <a:pt x="2518" y="525"/>
                  </a:cubicBezTo>
                  <a:cubicBezTo>
                    <a:pt x="2518" y="234"/>
                    <a:pt x="1958" y="1"/>
                    <a:pt x="1259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270" name="Google Shape;3270;p93"/>
            <p:cNvSpPr/>
            <p:nvPr/>
          </p:nvSpPr>
          <p:spPr>
            <a:xfrm>
              <a:off x="6424175" y="2798700"/>
              <a:ext cx="66175" cy="67450"/>
            </a:xfrm>
            <a:custGeom>
              <a:avLst/>
              <a:gdLst/>
              <a:ahLst/>
              <a:cxnLst/>
              <a:rect l="l" t="t" r="r" b="b"/>
              <a:pathLst>
                <a:path w="2647" h="2698" extrusionOk="0">
                  <a:moveTo>
                    <a:pt x="535" y="1"/>
                  </a:moveTo>
                  <a:cubicBezTo>
                    <a:pt x="490" y="1"/>
                    <a:pt x="443" y="33"/>
                    <a:pt x="432" y="97"/>
                  </a:cubicBezTo>
                  <a:cubicBezTo>
                    <a:pt x="339" y="878"/>
                    <a:pt x="1" y="2638"/>
                    <a:pt x="1283" y="2696"/>
                  </a:cubicBezTo>
                  <a:cubicBezTo>
                    <a:pt x="1299" y="2697"/>
                    <a:pt x="1315" y="2697"/>
                    <a:pt x="1331" y="2697"/>
                  </a:cubicBezTo>
                  <a:cubicBezTo>
                    <a:pt x="1755" y="2697"/>
                    <a:pt x="2141" y="2403"/>
                    <a:pt x="2343" y="2043"/>
                  </a:cubicBezTo>
                  <a:cubicBezTo>
                    <a:pt x="2646" y="1484"/>
                    <a:pt x="2530" y="808"/>
                    <a:pt x="2425" y="213"/>
                  </a:cubicBezTo>
                  <a:cubicBezTo>
                    <a:pt x="2410" y="137"/>
                    <a:pt x="2355" y="104"/>
                    <a:pt x="2297" y="104"/>
                  </a:cubicBezTo>
                  <a:cubicBezTo>
                    <a:pt x="2213" y="104"/>
                    <a:pt x="2124" y="173"/>
                    <a:pt x="2145" y="283"/>
                  </a:cubicBezTo>
                  <a:cubicBezTo>
                    <a:pt x="2227" y="750"/>
                    <a:pt x="2331" y="1286"/>
                    <a:pt x="2157" y="1752"/>
                  </a:cubicBezTo>
                  <a:cubicBezTo>
                    <a:pt x="2022" y="2092"/>
                    <a:pt x="1696" y="2405"/>
                    <a:pt x="1340" y="2405"/>
                  </a:cubicBezTo>
                  <a:cubicBezTo>
                    <a:pt x="1233" y="2405"/>
                    <a:pt x="1123" y="2376"/>
                    <a:pt x="1014" y="2311"/>
                  </a:cubicBezTo>
                  <a:cubicBezTo>
                    <a:pt x="269" y="1880"/>
                    <a:pt x="677" y="773"/>
                    <a:pt x="630" y="97"/>
                  </a:cubicBezTo>
                  <a:cubicBezTo>
                    <a:pt x="624" y="33"/>
                    <a:pt x="580" y="1"/>
                    <a:pt x="53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271" name="Google Shape;3271;p93"/>
            <p:cNvSpPr/>
            <p:nvPr/>
          </p:nvSpPr>
          <p:spPr>
            <a:xfrm>
              <a:off x="6326175" y="2736125"/>
              <a:ext cx="92500" cy="78600"/>
            </a:xfrm>
            <a:custGeom>
              <a:avLst/>
              <a:gdLst/>
              <a:ahLst/>
              <a:cxnLst/>
              <a:rect l="l" t="t" r="r" b="b"/>
              <a:pathLst>
                <a:path w="3700" h="3144" extrusionOk="0">
                  <a:moveTo>
                    <a:pt x="1564" y="1"/>
                  </a:moveTo>
                  <a:cubicBezTo>
                    <a:pt x="79" y="1"/>
                    <a:pt x="1" y="1893"/>
                    <a:pt x="168" y="3008"/>
                  </a:cubicBezTo>
                  <a:cubicBezTo>
                    <a:pt x="183" y="3101"/>
                    <a:pt x="266" y="3144"/>
                    <a:pt x="350" y="3144"/>
                  </a:cubicBezTo>
                  <a:cubicBezTo>
                    <a:pt x="454" y="3144"/>
                    <a:pt x="560" y="3078"/>
                    <a:pt x="541" y="2961"/>
                  </a:cubicBezTo>
                  <a:cubicBezTo>
                    <a:pt x="432" y="2077"/>
                    <a:pt x="343" y="385"/>
                    <a:pt x="1568" y="385"/>
                  </a:cubicBezTo>
                  <a:cubicBezTo>
                    <a:pt x="1650" y="385"/>
                    <a:pt x="1739" y="393"/>
                    <a:pt x="1834" y="409"/>
                  </a:cubicBezTo>
                  <a:cubicBezTo>
                    <a:pt x="3151" y="642"/>
                    <a:pt x="3233" y="2006"/>
                    <a:pt x="3338" y="3078"/>
                  </a:cubicBezTo>
                  <a:cubicBezTo>
                    <a:pt x="3338" y="3089"/>
                    <a:pt x="3347" y="3095"/>
                    <a:pt x="3357" y="3095"/>
                  </a:cubicBezTo>
                  <a:cubicBezTo>
                    <a:pt x="3367" y="3095"/>
                    <a:pt x="3379" y="3089"/>
                    <a:pt x="3384" y="3078"/>
                  </a:cubicBezTo>
                  <a:cubicBezTo>
                    <a:pt x="3699" y="1877"/>
                    <a:pt x="3210" y="164"/>
                    <a:pt x="1776" y="13"/>
                  </a:cubicBezTo>
                  <a:cubicBezTo>
                    <a:pt x="1702" y="5"/>
                    <a:pt x="1632" y="1"/>
                    <a:pt x="15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272" name="Google Shape;3272;p93"/>
            <p:cNvSpPr/>
            <p:nvPr/>
          </p:nvSpPr>
          <p:spPr>
            <a:xfrm>
              <a:off x="6537800" y="2840150"/>
              <a:ext cx="63250" cy="25950"/>
            </a:xfrm>
            <a:custGeom>
              <a:avLst/>
              <a:gdLst/>
              <a:ahLst/>
              <a:cxnLst/>
              <a:rect l="l" t="t" r="r" b="b"/>
              <a:pathLst>
                <a:path w="2530" h="1038" extrusionOk="0">
                  <a:moveTo>
                    <a:pt x="1271" y="1"/>
                  </a:moveTo>
                  <a:cubicBezTo>
                    <a:pt x="572" y="1"/>
                    <a:pt x="1" y="234"/>
                    <a:pt x="1" y="525"/>
                  </a:cubicBezTo>
                  <a:cubicBezTo>
                    <a:pt x="1" y="805"/>
                    <a:pt x="572" y="1038"/>
                    <a:pt x="1271" y="1038"/>
                  </a:cubicBezTo>
                  <a:cubicBezTo>
                    <a:pt x="1959" y="1038"/>
                    <a:pt x="2530" y="805"/>
                    <a:pt x="2530" y="525"/>
                  </a:cubicBezTo>
                  <a:cubicBezTo>
                    <a:pt x="2530" y="234"/>
                    <a:pt x="1959" y="1"/>
                    <a:pt x="127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273" name="Google Shape;3273;p93"/>
            <p:cNvSpPr/>
            <p:nvPr/>
          </p:nvSpPr>
          <p:spPr>
            <a:xfrm>
              <a:off x="6501100" y="2736125"/>
              <a:ext cx="92475" cy="78600"/>
            </a:xfrm>
            <a:custGeom>
              <a:avLst/>
              <a:gdLst/>
              <a:ahLst/>
              <a:cxnLst/>
              <a:rect l="l" t="t" r="r" b="b"/>
              <a:pathLst>
                <a:path w="3699" h="3144" extrusionOk="0">
                  <a:moveTo>
                    <a:pt x="2135" y="1"/>
                  </a:moveTo>
                  <a:cubicBezTo>
                    <a:pt x="2068" y="1"/>
                    <a:pt x="1997" y="5"/>
                    <a:pt x="1923" y="13"/>
                  </a:cubicBezTo>
                  <a:cubicBezTo>
                    <a:pt x="490" y="164"/>
                    <a:pt x="0" y="1877"/>
                    <a:pt x="315" y="3078"/>
                  </a:cubicBezTo>
                  <a:cubicBezTo>
                    <a:pt x="321" y="3089"/>
                    <a:pt x="332" y="3095"/>
                    <a:pt x="343" y="3095"/>
                  </a:cubicBezTo>
                  <a:cubicBezTo>
                    <a:pt x="353" y="3095"/>
                    <a:pt x="362" y="3089"/>
                    <a:pt x="362" y="3078"/>
                  </a:cubicBezTo>
                  <a:cubicBezTo>
                    <a:pt x="478" y="2006"/>
                    <a:pt x="548" y="642"/>
                    <a:pt x="1865" y="409"/>
                  </a:cubicBezTo>
                  <a:cubicBezTo>
                    <a:pt x="1960" y="393"/>
                    <a:pt x="2049" y="385"/>
                    <a:pt x="2132" y="385"/>
                  </a:cubicBezTo>
                  <a:cubicBezTo>
                    <a:pt x="3358" y="385"/>
                    <a:pt x="3279" y="2077"/>
                    <a:pt x="3159" y="2961"/>
                  </a:cubicBezTo>
                  <a:cubicBezTo>
                    <a:pt x="3146" y="3078"/>
                    <a:pt x="3251" y="3144"/>
                    <a:pt x="3354" y="3144"/>
                  </a:cubicBezTo>
                  <a:cubicBezTo>
                    <a:pt x="3436" y="3144"/>
                    <a:pt x="3516" y="3101"/>
                    <a:pt x="3532" y="3008"/>
                  </a:cubicBezTo>
                  <a:cubicBezTo>
                    <a:pt x="3699" y="1893"/>
                    <a:pt x="3621" y="1"/>
                    <a:pt x="213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274" name="Google Shape;3274;p93"/>
            <p:cNvSpPr/>
            <p:nvPr/>
          </p:nvSpPr>
          <p:spPr>
            <a:xfrm>
              <a:off x="7085550" y="2961450"/>
              <a:ext cx="125900" cy="506125"/>
            </a:xfrm>
            <a:custGeom>
              <a:avLst/>
              <a:gdLst/>
              <a:ahLst/>
              <a:cxnLst/>
              <a:rect l="l" t="t" r="r" b="b"/>
              <a:pathLst>
                <a:path w="5036" h="20245" extrusionOk="0">
                  <a:moveTo>
                    <a:pt x="72" y="0"/>
                  </a:moveTo>
                  <a:cubicBezTo>
                    <a:pt x="36" y="0"/>
                    <a:pt x="0" y="42"/>
                    <a:pt x="24" y="90"/>
                  </a:cubicBezTo>
                  <a:cubicBezTo>
                    <a:pt x="1422" y="3225"/>
                    <a:pt x="2483" y="6500"/>
                    <a:pt x="3136" y="9879"/>
                  </a:cubicBezTo>
                  <a:cubicBezTo>
                    <a:pt x="3788" y="13306"/>
                    <a:pt x="3777" y="16639"/>
                    <a:pt x="3893" y="20100"/>
                  </a:cubicBezTo>
                  <a:cubicBezTo>
                    <a:pt x="3899" y="20198"/>
                    <a:pt x="3967" y="20244"/>
                    <a:pt x="4037" y="20244"/>
                  </a:cubicBezTo>
                  <a:cubicBezTo>
                    <a:pt x="4109" y="20244"/>
                    <a:pt x="4184" y="20195"/>
                    <a:pt x="4196" y="20100"/>
                  </a:cubicBezTo>
                  <a:cubicBezTo>
                    <a:pt x="5035" y="13364"/>
                    <a:pt x="3031" y="6034"/>
                    <a:pt x="117" y="32"/>
                  </a:cubicBezTo>
                  <a:cubicBezTo>
                    <a:pt x="106" y="9"/>
                    <a:pt x="89" y="0"/>
                    <a:pt x="7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275" name="Google Shape;3275;p93"/>
            <p:cNvSpPr/>
            <p:nvPr/>
          </p:nvSpPr>
          <p:spPr>
            <a:xfrm>
              <a:off x="5806500" y="3037875"/>
              <a:ext cx="55875" cy="243700"/>
            </a:xfrm>
            <a:custGeom>
              <a:avLst/>
              <a:gdLst/>
              <a:ahLst/>
              <a:cxnLst/>
              <a:rect l="l" t="t" r="r" b="b"/>
              <a:pathLst>
                <a:path w="2235" h="9748" extrusionOk="0">
                  <a:moveTo>
                    <a:pt x="2056" y="1"/>
                  </a:moveTo>
                  <a:cubicBezTo>
                    <a:pt x="1998" y="1"/>
                    <a:pt x="1939" y="30"/>
                    <a:pt x="1912" y="98"/>
                  </a:cubicBezTo>
                  <a:cubicBezTo>
                    <a:pt x="653" y="3151"/>
                    <a:pt x="1" y="6368"/>
                    <a:pt x="175" y="9678"/>
                  </a:cubicBezTo>
                  <a:cubicBezTo>
                    <a:pt x="181" y="9724"/>
                    <a:pt x="219" y="9748"/>
                    <a:pt x="256" y="9748"/>
                  </a:cubicBezTo>
                  <a:cubicBezTo>
                    <a:pt x="292" y="9748"/>
                    <a:pt x="327" y="9724"/>
                    <a:pt x="327" y="9678"/>
                  </a:cubicBezTo>
                  <a:cubicBezTo>
                    <a:pt x="385" y="6368"/>
                    <a:pt x="933" y="3233"/>
                    <a:pt x="2192" y="180"/>
                  </a:cubicBezTo>
                  <a:cubicBezTo>
                    <a:pt x="2234" y="73"/>
                    <a:pt x="2147" y="1"/>
                    <a:pt x="2056" y="1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grpSp>
        <p:nvGrpSpPr>
          <p:cNvPr id="3276" name="Google Shape;3276;p93"/>
          <p:cNvGrpSpPr/>
          <p:nvPr/>
        </p:nvGrpSpPr>
        <p:grpSpPr>
          <a:xfrm>
            <a:off x="272014" y="283860"/>
            <a:ext cx="906525" cy="2045125"/>
            <a:chOff x="4967925" y="1736225"/>
            <a:chExt cx="906525" cy="2045125"/>
          </a:xfrm>
        </p:grpSpPr>
        <p:sp>
          <p:nvSpPr>
            <p:cNvPr id="3277" name="Google Shape;3277;p93"/>
            <p:cNvSpPr/>
            <p:nvPr/>
          </p:nvSpPr>
          <p:spPr>
            <a:xfrm>
              <a:off x="4967925" y="2488200"/>
              <a:ext cx="189100" cy="268000"/>
            </a:xfrm>
            <a:custGeom>
              <a:avLst/>
              <a:gdLst/>
              <a:ahLst/>
              <a:cxnLst/>
              <a:rect l="l" t="t" r="r" b="b"/>
              <a:pathLst>
                <a:path w="7564" h="10720" extrusionOk="0">
                  <a:moveTo>
                    <a:pt x="7077" y="0"/>
                  </a:moveTo>
                  <a:cubicBezTo>
                    <a:pt x="7073" y="0"/>
                    <a:pt x="7069" y="0"/>
                    <a:pt x="7065" y="0"/>
                  </a:cubicBezTo>
                  <a:cubicBezTo>
                    <a:pt x="5305" y="59"/>
                    <a:pt x="3569" y="1714"/>
                    <a:pt x="2637" y="3077"/>
                  </a:cubicBezTo>
                  <a:cubicBezTo>
                    <a:pt x="1623" y="4546"/>
                    <a:pt x="1005" y="6503"/>
                    <a:pt x="1366" y="8286"/>
                  </a:cubicBezTo>
                  <a:cubicBezTo>
                    <a:pt x="1052" y="8753"/>
                    <a:pt x="737" y="9172"/>
                    <a:pt x="282" y="9533"/>
                  </a:cubicBezTo>
                  <a:cubicBezTo>
                    <a:pt x="1" y="9757"/>
                    <a:pt x="261" y="10198"/>
                    <a:pt x="571" y="10198"/>
                  </a:cubicBezTo>
                  <a:cubicBezTo>
                    <a:pt x="634" y="10198"/>
                    <a:pt x="698" y="10180"/>
                    <a:pt x="760" y="10139"/>
                  </a:cubicBezTo>
                  <a:cubicBezTo>
                    <a:pt x="993" y="9988"/>
                    <a:pt x="1191" y="9825"/>
                    <a:pt x="1390" y="9638"/>
                  </a:cubicBezTo>
                  <a:cubicBezTo>
                    <a:pt x="1436" y="9930"/>
                    <a:pt x="1529" y="10233"/>
                    <a:pt x="1658" y="10524"/>
                  </a:cubicBezTo>
                  <a:cubicBezTo>
                    <a:pt x="1722" y="10662"/>
                    <a:pt x="1841" y="10720"/>
                    <a:pt x="1964" y="10720"/>
                  </a:cubicBezTo>
                  <a:cubicBezTo>
                    <a:pt x="2176" y="10720"/>
                    <a:pt x="2404" y="10550"/>
                    <a:pt x="2404" y="10314"/>
                  </a:cubicBezTo>
                  <a:cubicBezTo>
                    <a:pt x="2415" y="10186"/>
                    <a:pt x="2415" y="10046"/>
                    <a:pt x="2415" y="9906"/>
                  </a:cubicBezTo>
                  <a:cubicBezTo>
                    <a:pt x="2543" y="10046"/>
                    <a:pt x="2660" y="10186"/>
                    <a:pt x="2776" y="10338"/>
                  </a:cubicBezTo>
                  <a:cubicBezTo>
                    <a:pt x="2852" y="10424"/>
                    <a:pt x="2945" y="10461"/>
                    <a:pt x="3038" y="10461"/>
                  </a:cubicBezTo>
                  <a:cubicBezTo>
                    <a:pt x="3322" y="10461"/>
                    <a:pt x="3610" y="10126"/>
                    <a:pt x="3417" y="9836"/>
                  </a:cubicBezTo>
                  <a:cubicBezTo>
                    <a:pt x="3254" y="9580"/>
                    <a:pt x="3079" y="9324"/>
                    <a:pt x="2916" y="9067"/>
                  </a:cubicBezTo>
                  <a:lnTo>
                    <a:pt x="2916" y="9067"/>
                  </a:lnTo>
                  <a:cubicBezTo>
                    <a:pt x="3173" y="9196"/>
                    <a:pt x="3441" y="9324"/>
                    <a:pt x="3709" y="9429"/>
                  </a:cubicBezTo>
                  <a:cubicBezTo>
                    <a:pt x="3751" y="9445"/>
                    <a:pt x="3792" y="9452"/>
                    <a:pt x="3831" y="9452"/>
                  </a:cubicBezTo>
                  <a:cubicBezTo>
                    <a:pt x="4131" y="9452"/>
                    <a:pt x="4298" y="9015"/>
                    <a:pt x="4082" y="8788"/>
                  </a:cubicBezTo>
                  <a:cubicBezTo>
                    <a:pt x="3534" y="8240"/>
                    <a:pt x="2672" y="7972"/>
                    <a:pt x="1937" y="7762"/>
                  </a:cubicBezTo>
                  <a:cubicBezTo>
                    <a:pt x="1914" y="7762"/>
                    <a:pt x="1902" y="7750"/>
                    <a:pt x="1879" y="7750"/>
                  </a:cubicBezTo>
                  <a:cubicBezTo>
                    <a:pt x="2031" y="6270"/>
                    <a:pt x="2415" y="4907"/>
                    <a:pt x="3313" y="3637"/>
                  </a:cubicBezTo>
                  <a:cubicBezTo>
                    <a:pt x="3814" y="2937"/>
                    <a:pt x="4431" y="2296"/>
                    <a:pt x="5142" y="1807"/>
                  </a:cubicBezTo>
                  <a:cubicBezTo>
                    <a:pt x="5807" y="1341"/>
                    <a:pt x="6576" y="1143"/>
                    <a:pt x="7252" y="723"/>
                  </a:cubicBezTo>
                  <a:cubicBezTo>
                    <a:pt x="7563" y="538"/>
                    <a:pt x="7452" y="0"/>
                    <a:pt x="707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278" name="Google Shape;3278;p93"/>
            <p:cNvSpPr/>
            <p:nvPr/>
          </p:nvSpPr>
          <p:spPr>
            <a:xfrm>
              <a:off x="5647225" y="2571225"/>
              <a:ext cx="189350" cy="267875"/>
            </a:xfrm>
            <a:custGeom>
              <a:avLst/>
              <a:gdLst/>
              <a:ahLst/>
              <a:cxnLst/>
              <a:rect l="l" t="t" r="r" b="b"/>
              <a:pathLst>
                <a:path w="7574" h="10715" extrusionOk="0">
                  <a:moveTo>
                    <a:pt x="497" y="1"/>
                  </a:moveTo>
                  <a:cubicBezTo>
                    <a:pt x="111" y="1"/>
                    <a:pt x="0" y="527"/>
                    <a:pt x="311" y="712"/>
                  </a:cubicBezTo>
                  <a:cubicBezTo>
                    <a:pt x="999" y="1131"/>
                    <a:pt x="1757" y="1329"/>
                    <a:pt x="2421" y="1796"/>
                  </a:cubicBezTo>
                  <a:cubicBezTo>
                    <a:pt x="3143" y="2297"/>
                    <a:pt x="3761" y="2926"/>
                    <a:pt x="4262" y="3637"/>
                  </a:cubicBezTo>
                  <a:cubicBezTo>
                    <a:pt x="5160" y="4907"/>
                    <a:pt x="5532" y="6259"/>
                    <a:pt x="5684" y="7739"/>
                  </a:cubicBezTo>
                  <a:cubicBezTo>
                    <a:pt x="5672" y="7751"/>
                    <a:pt x="5649" y="7751"/>
                    <a:pt x="5626" y="7751"/>
                  </a:cubicBezTo>
                  <a:cubicBezTo>
                    <a:pt x="4903" y="7961"/>
                    <a:pt x="4029" y="8240"/>
                    <a:pt x="3493" y="8788"/>
                  </a:cubicBezTo>
                  <a:cubicBezTo>
                    <a:pt x="3266" y="9005"/>
                    <a:pt x="3441" y="9441"/>
                    <a:pt x="3735" y="9441"/>
                  </a:cubicBezTo>
                  <a:cubicBezTo>
                    <a:pt x="3773" y="9441"/>
                    <a:pt x="3813" y="9433"/>
                    <a:pt x="3854" y="9417"/>
                  </a:cubicBezTo>
                  <a:cubicBezTo>
                    <a:pt x="4134" y="9312"/>
                    <a:pt x="4390" y="9184"/>
                    <a:pt x="4658" y="9056"/>
                  </a:cubicBezTo>
                  <a:lnTo>
                    <a:pt x="4658" y="9056"/>
                  </a:lnTo>
                  <a:cubicBezTo>
                    <a:pt x="4484" y="9312"/>
                    <a:pt x="4320" y="9569"/>
                    <a:pt x="4146" y="9825"/>
                  </a:cubicBezTo>
                  <a:cubicBezTo>
                    <a:pt x="3953" y="10114"/>
                    <a:pt x="4248" y="10450"/>
                    <a:pt x="4535" y="10450"/>
                  </a:cubicBezTo>
                  <a:cubicBezTo>
                    <a:pt x="4629" y="10450"/>
                    <a:pt x="4723" y="10413"/>
                    <a:pt x="4798" y="10326"/>
                  </a:cubicBezTo>
                  <a:cubicBezTo>
                    <a:pt x="4915" y="10187"/>
                    <a:pt x="5031" y="10035"/>
                    <a:pt x="5148" y="9895"/>
                  </a:cubicBezTo>
                  <a:cubicBezTo>
                    <a:pt x="5160" y="10035"/>
                    <a:pt x="5160" y="10175"/>
                    <a:pt x="5160" y="10315"/>
                  </a:cubicBezTo>
                  <a:cubicBezTo>
                    <a:pt x="5167" y="10542"/>
                    <a:pt x="5392" y="10714"/>
                    <a:pt x="5601" y="10714"/>
                  </a:cubicBezTo>
                  <a:cubicBezTo>
                    <a:pt x="5723" y="10714"/>
                    <a:pt x="5841" y="10655"/>
                    <a:pt x="5905" y="10513"/>
                  </a:cubicBezTo>
                  <a:cubicBezTo>
                    <a:pt x="6045" y="10221"/>
                    <a:pt x="6139" y="9930"/>
                    <a:pt x="6185" y="9627"/>
                  </a:cubicBezTo>
                  <a:cubicBezTo>
                    <a:pt x="6372" y="9814"/>
                    <a:pt x="6581" y="9988"/>
                    <a:pt x="6814" y="10140"/>
                  </a:cubicBezTo>
                  <a:cubicBezTo>
                    <a:pt x="6873" y="10178"/>
                    <a:pt x="6935" y="10195"/>
                    <a:pt x="6995" y="10195"/>
                  </a:cubicBezTo>
                  <a:cubicBezTo>
                    <a:pt x="7303" y="10195"/>
                    <a:pt x="7573" y="9756"/>
                    <a:pt x="7281" y="9522"/>
                  </a:cubicBezTo>
                  <a:cubicBezTo>
                    <a:pt x="6826" y="9173"/>
                    <a:pt x="6523" y="8741"/>
                    <a:pt x="6197" y="8275"/>
                  </a:cubicBezTo>
                  <a:cubicBezTo>
                    <a:pt x="6558" y="6492"/>
                    <a:pt x="5952" y="4534"/>
                    <a:pt x="4938" y="3066"/>
                  </a:cubicBezTo>
                  <a:cubicBezTo>
                    <a:pt x="4006" y="1714"/>
                    <a:pt x="2258" y="47"/>
                    <a:pt x="510" y="1"/>
                  </a:cubicBezTo>
                  <a:cubicBezTo>
                    <a:pt x="505" y="1"/>
                    <a:pt x="501" y="1"/>
                    <a:pt x="49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279" name="Google Shape;3279;p93"/>
            <p:cNvSpPr/>
            <p:nvPr/>
          </p:nvSpPr>
          <p:spPr>
            <a:xfrm>
              <a:off x="5192025" y="3511600"/>
              <a:ext cx="141700" cy="269750"/>
            </a:xfrm>
            <a:custGeom>
              <a:avLst/>
              <a:gdLst/>
              <a:ahLst/>
              <a:cxnLst/>
              <a:rect l="l" t="t" r="r" b="b"/>
              <a:pathLst>
                <a:path w="5668" h="10790" extrusionOk="0">
                  <a:moveTo>
                    <a:pt x="5364" y="1"/>
                  </a:moveTo>
                  <a:cubicBezTo>
                    <a:pt x="5284" y="1"/>
                    <a:pt x="5204" y="34"/>
                    <a:pt x="5152" y="110"/>
                  </a:cubicBezTo>
                  <a:cubicBezTo>
                    <a:pt x="4196" y="1590"/>
                    <a:pt x="3684" y="3373"/>
                    <a:pt x="3474" y="5110"/>
                  </a:cubicBezTo>
                  <a:cubicBezTo>
                    <a:pt x="3357" y="6077"/>
                    <a:pt x="3334" y="7056"/>
                    <a:pt x="3427" y="8035"/>
                  </a:cubicBezTo>
                  <a:cubicBezTo>
                    <a:pt x="3439" y="8210"/>
                    <a:pt x="3450" y="8396"/>
                    <a:pt x="3474" y="8583"/>
                  </a:cubicBezTo>
                  <a:cubicBezTo>
                    <a:pt x="3027" y="8212"/>
                    <a:pt x="2409" y="7996"/>
                    <a:pt x="1827" y="7996"/>
                  </a:cubicBezTo>
                  <a:cubicBezTo>
                    <a:pt x="1073" y="7996"/>
                    <a:pt x="378" y="8357"/>
                    <a:pt x="187" y="9212"/>
                  </a:cubicBezTo>
                  <a:cubicBezTo>
                    <a:pt x="1" y="10016"/>
                    <a:pt x="630" y="10576"/>
                    <a:pt x="1376" y="10715"/>
                  </a:cubicBezTo>
                  <a:cubicBezTo>
                    <a:pt x="1627" y="10766"/>
                    <a:pt x="1884" y="10790"/>
                    <a:pt x="2144" y="10790"/>
                  </a:cubicBezTo>
                  <a:cubicBezTo>
                    <a:pt x="2971" y="10790"/>
                    <a:pt x="3816" y="10544"/>
                    <a:pt x="4499" y="10109"/>
                  </a:cubicBezTo>
                  <a:cubicBezTo>
                    <a:pt x="4732" y="9970"/>
                    <a:pt x="4674" y="9655"/>
                    <a:pt x="4476" y="9550"/>
                  </a:cubicBezTo>
                  <a:cubicBezTo>
                    <a:pt x="4546" y="8944"/>
                    <a:pt x="4313" y="8268"/>
                    <a:pt x="4266" y="7674"/>
                  </a:cubicBezTo>
                  <a:cubicBezTo>
                    <a:pt x="4208" y="6881"/>
                    <a:pt x="4220" y="6089"/>
                    <a:pt x="4290" y="5296"/>
                  </a:cubicBezTo>
                  <a:cubicBezTo>
                    <a:pt x="4441" y="3537"/>
                    <a:pt x="4989" y="1940"/>
                    <a:pt x="5607" y="308"/>
                  </a:cubicBezTo>
                  <a:cubicBezTo>
                    <a:pt x="5668" y="124"/>
                    <a:pt x="5517" y="1"/>
                    <a:pt x="53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280" name="Google Shape;3280;p93"/>
            <p:cNvSpPr/>
            <p:nvPr/>
          </p:nvSpPr>
          <p:spPr>
            <a:xfrm>
              <a:off x="5487150" y="3508975"/>
              <a:ext cx="150400" cy="266700"/>
            </a:xfrm>
            <a:custGeom>
              <a:avLst/>
              <a:gdLst/>
              <a:ahLst/>
              <a:cxnLst/>
              <a:rect l="l" t="t" r="r" b="b"/>
              <a:pathLst>
                <a:path w="6016" h="10668" extrusionOk="0">
                  <a:moveTo>
                    <a:pt x="314" y="0"/>
                  </a:moveTo>
                  <a:cubicBezTo>
                    <a:pt x="158" y="0"/>
                    <a:pt x="1" y="128"/>
                    <a:pt x="71" y="308"/>
                  </a:cubicBezTo>
                  <a:cubicBezTo>
                    <a:pt x="747" y="1928"/>
                    <a:pt x="1353" y="3502"/>
                    <a:pt x="1563" y="5250"/>
                  </a:cubicBezTo>
                  <a:cubicBezTo>
                    <a:pt x="1668" y="6031"/>
                    <a:pt x="1703" y="6835"/>
                    <a:pt x="1680" y="7627"/>
                  </a:cubicBezTo>
                  <a:cubicBezTo>
                    <a:pt x="1656" y="8222"/>
                    <a:pt x="1447" y="8909"/>
                    <a:pt x="1528" y="9515"/>
                  </a:cubicBezTo>
                  <a:cubicBezTo>
                    <a:pt x="1342" y="9620"/>
                    <a:pt x="1295" y="9935"/>
                    <a:pt x="1528" y="10075"/>
                  </a:cubicBezTo>
                  <a:cubicBezTo>
                    <a:pt x="2186" y="10457"/>
                    <a:pt x="2974" y="10668"/>
                    <a:pt x="3753" y="10668"/>
                  </a:cubicBezTo>
                  <a:cubicBezTo>
                    <a:pt x="4064" y="10668"/>
                    <a:pt x="4375" y="10634"/>
                    <a:pt x="4675" y="10564"/>
                  </a:cubicBezTo>
                  <a:cubicBezTo>
                    <a:pt x="5409" y="10401"/>
                    <a:pt x="6015" y="9818"/>
                    <a:pt x="5805" y="9014"/>
                  </a:cubicBezTo>
                  <a:cubicBezTo>
                    <a:pt x="5596" y="8197"/>
                    <a:pt x="4933" y="7855"/>
                    <a:pt x="4210" y="7855"/>
                  </a:cubicBezTo>
                  <a:cubicBezTo>
                    <a:pt x="3603" y="7855"/>
                    <a:pt x="2953" y="8097"/>
                    <a:pt x="2496" y="8501"/>
                  </a:cubicBezTo>
                  <a:cubicBezTo>
                    <a:pt x="2507" y="8315"/>
                    <a:pt x="2519" y="8140"/>
                    <a:pt x="2531" y="7954"/>
                  </a:cubicBezTo>
                  <a:cubicBezTo>
                    <a:pt x="2577" y="6986"/>
                    <a:pt x="2531" y="6007"/>
                    <a:pt x="2379" y="5040"/>
                  </a:cubicBezTo>
                  <a:cubicBezTo>
                    <a:pt x="2099" y="3304"/>
                    <a:pt x="1528" y="1544"/>
                    <a:pt x="514" y="99"/>
                  </a:cubicBezTo>
                  <a:cubicBezTo>
                    <a:pt x="465" y="30"/>
                    <a:pt x="389" y="0"/>
                    <a:pt x="31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281" name="Google Shape;3281;p93"/>
            <p:cNvSpPr/>
            <p:nvPr/>
          </p:nvSpPr>
          <p:spPr>
            <a:xfrm>
              <a:off x="5083075" y="1736225"/>
              <a:ext cx="755800" cy="1827700"/>
            </a:xfrm>
            <a:custGeom>
              <a:avLst/>
              <a:gdLst/>
              <a:ahLst/>
              <a:cxnLst/>
              <a:rect l="l" t="t" r="r" b="b"/>
              <a:pathLst>
                <a:path w="30232" h="73108" extrusionOk="0">
                  <a:moveTo>
                    <a:pt x="11421" y="0"/>
                  </a:moveTo>
                  <a:cubicBezTo>
                    <a:pt x="11421" y="0"/>
                    <a:pt x="2238" y="14696"/>
                    <a:pt x="1119" y="36664"/>
                  </a:cubicBezTo>
                  <a:cubicBezTo>
                    <a:pt x="0" y="58632"/>
                    <a:pt x="3590" y="72197"/>
                    <a:pt x="3590" y="72197"/>
                  </a:cubicBezTo>
                  <a:cubicBezTo>
                    <a:pt x="3590" y="72197"/>
                    <a:pt x="8423" y="73107"/>
                    <a:pt x="12343" y="73107"/>
                  </a:cubicBezTo>
                  <a:cubicBezTo>
                    <a:pt x="13323" y="73107"/>
                    <a:pt x="14246" y="73050"/>
                    <a:pt x="15022" y="72908"/>
                  </a:cubicBezTo>
                  <a:cubicBezTo>
                    <a:pt x="18892" y="72186"/>
                    <a:pt x="23553" y="70671"/>
                    <a:pt x="23553" y="70671"/>
                  </a:cubicBezTo>
                  <a:cubicBezTo>
                    <a:pt x="23553" y="70671"/>
                    <a:pt x="21572" y="48062"/>
                    <a:pt x="22423" y="35743"/>
                  </a:cubicBezTo>
                  <a:cubicBezTo>
                    <a:pt x="23274" y="23425"/>
                    <a:pt x="30231" y="6783"/>
                    <a:pt x="30231" y="6783"/>
                  </a:cubicBezTo>
                  <a:lnTo>
                    <a:pt x="11421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282" name="Google Shape;3282;p93"/>
            <p:cNvSpPr/>
            <p:nvPr/>
          </p:nvSpPr>
          <p:spPr>
            <a:xfrm>
              <a:off x="5159400" y="1880725"/>
              <a:ext cx="679475" cy="1683200"/>
            </a:xfrm>
            <a:custGeom>
              <a:avLst/>
              <a:gdLst/>
              <a:ahLst/>
              <a:cxnLst/>
              <a:rect l="l" t="t" r="r" b="b"/>
              <a:pathLst>
                <a:path w="27179" h="67328" extrusionOk="0">
                  <a:moveTo>
                    <a:pt x="24393" y="1"/>
                  </a:moveTo>
                  <a:cubicBezTo>
                    <a:pt x="24206" y="502"/>
                    <a:pt x="24020" y="1015"/>
                    <a:pt x="23833" y="1527"/>
                  </a:cubicBezTo>
                  <a:cubicBezTo>
                    <a:pt x="20687" y="10198"/>
                    <a:pt x="17983" y="18985"/>
                    <a:pt x="16876" y="28180"/>
                  </a:cubicBezTo>
                  <a:cubicBezTo>
                    <a:pt x="15571" y="39042"/>
                    <a:pt x="15897" y="50113"/>
                    <a:pt x="17482" y="60928"/>
                  </a:cubicBezTo>
                  <a:cubicBezTo>
                    <a:pt x="17540" y="61406"/>
                    <a:pt x="17459" y="61896"/>
                    <a:pt x="17202" y="62245"/>
                  </a:cubicBezTo>
                  <a:cubicBezTo>
                    <a:pt x="17039" y="62898"/>
                    <a:pt x="16445" y="63294"/>
                    <a:pt x="15769" y="63376"/>
                  </a:cubicBezTo>
                  <a:cubicBezTo>
                    <a:pt x="12153" y="63770"/>
                    <a:pt x="8449" y="64621"/>
                    <a:pt x="4817" y="64621"/>
                  </a:cubicBezTo>
                  <a:cubicBezTo>
                    <a:pt x="3192" y="64621"/>
                    <a:pt x="1582" y="64451"/>
                    <a:pt x="1" y="63993"/>
                  </a:cubicBezTo>
                  <a:lnTo>
                    <a:pt x="1" y="63993"/>
                  </a:lnTo>
                  <a:cubicBezTo>
                    <a:pt x="315" y="65578"/>
                    <a:pt x="537" y="66417"/>
                    <a:pt x="537" y="66417"/>
                  </a:cubicBezTo>
                  <a:cubicBezTo>
                    <a:pt x="537" y="66417"/>
                    <a:pt x="5370" y="67327"/>
                    <a:pt x="9290" y="67327"/>
                  </a:cubicBezTo>
                  <a:cubicBezTo>
                    <a:pt x="10270" y="67327"/>
                    <a:pt x="11193" y="67270"/>
                    <a:pt x="11969" y="67128"/>
                  </a:cubicBezTo>
                  <a:cubicBezTo>
                    <a:pt x="15839" y="66406"/>
                    <a:pt x="20500" y="64891"/>
                    <a:pt x="20500" y="64891"/>
                  </a:cubicBezTo>
                  <a:cubicBezTo>
                    <a:pt x="20500" y="64891"/>
                    <a:pt x="18519" y="42282"/>
                    <a:pt x="19370" y="29963"/>
                  </a:cubicBezTo>
                  <a:cubicBezTo>
                    <a:pt x="20221" y="17645"/>
                    <a:pt x="27178" y="1003"/>
                    <a:pt x="27178" y="1003"/>
                  </a:cubicBezTo>
                  <a:lnTo>
                    <a:pt x="24393" y="1"/>
                  </a:lnTo>
                  <a:close/>
                </a:path>
              </a:pathLst>
            </a:custGeom>
            <a:solidFill>
              <a:schemeClr val="dk1">
                <a:alpha val="2083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283" name="Google Shape;3283;p93"/>
            <p:cNvSpPr/>
            <p:nvPr/>
          </p:nvSpPr>
          <p:spPr>
            <a:xfrm>
              <a:off x="5151900" y="1906125"/>
              <a:ext cx="620900" cy="1608875"/>
            </a:xfrm>
            <a:custGeom>
              <a:avLst/>
              <a:gdLst/>
              <a:ahLst/>
              <a:cxnLst/>
              <a:rect l="l" t="t" r="r" b="b"/>
              <a:pathLst>
                <a:path w="24836" h="64355" extrusionOk="0">
                  <a:moveTo>
                    <a:pt x="24625" y="0"/>
                  </a:moveTo>
                  <a:cubicBezTo>
                    <a:pt x="24554" y="0"/>
                    <a:pt x="24481" y="38"/>
                    <a:pt x="24448" y="127"/>
                  </a:cubicBezTo>
                  <a:cubicBezTo>
                    <a:pt x="18318" y="15230"/>
                    <a:pt x="15603" y="31709"/>
                    <a:pt x="16290" y="47990"/>
                  </a:cubicBezTo>
                  <a:cubicBezTo>
                    <a:pt x="16488" y="52559"/>
                    <a:pt x="16931" y="57127"/>
                    <a:pt x="17712" y="61625"/>
                  </a:cubicBezTo>
                  <a:cubicBezTo>
                    <a:pt x="17724" y="61660"/>
                    <a:pt x="17735" y="61672"/>
                    <a:pt x="17747" y="61684"/>
                  </a:cubicBezTo>
                  <a:cubicBezTo>
                    <a:pt x="17732" y="61679"/>
                    <a:pt x="17716" y="61676"/>
                    <a:pt x="17699" y="61676"/>
                  </a:cubicBezTo>
                  <a:cubicBezTo>
                    <a:pt x="17675" y="61676"/>
                    <a:pt x="17651" y="61682"/>
                    <a:pt x="17630" y="61695"/>
                  </a:cubicBezTo>
                  <a:cubicBezTo>
                    <a:pt x="13896" y="63283"/>
                    <a:pt x="10070" y="63967"/>
                    <a:pt x="6173" y="63967"/>
                  </a:cubicBezTo>
                  <a:cubicBezTo>
                    <a:pt x="4149" y="63967"/>
                    <a:pt x="2105" y="63782"/>
                    <a:pt x="44" y="63443"/>
                  </a:cubicBezTo>
                  <a:cubicBezTo>
                    <a:pt x="41" y="63442"/>
                    <a:pt x="38" y="63442"/>
                    <a:pt x="35" y="63442"/>
                  </a:cubicBezTo>
                  <a:cubicBezTo>
                    <a:pt x="7" y="63442"/>
                    <a:pt x="1" y="63491"/>
                    <a:pt x="33" y="63502"/>
                  </a:cubicBezTo>
                  <a:cubicBezTo>
                    <a:pt x="2119" y="64084"/>
                    <a:pt x="4297" y="64355"/>
                    <a:pt x="6486" y="64355"/>
                  </a:cubicBezTo>
                  <a:cubicBezTo>
                    <a:pt x="10300" y="64355"/>
                    <a:pt x="14149" y="63532"/>
                    <a:pt x="17607" y="62103"/>
                  </a:cubicBezTo>
                  <a:cubicBezTo>
                    <a:pt x="17607" y="62103"/>
                    <a:pt x="17607" y="62115"/>
                    <a:pt x="17619" y="62115"/>
                  </a:cubicBezTo>
                  <a:cubicBezTo>
                    <a:pt x="18108" y="62907"/>
                    <a:pt x="19215" y="63339"/>
                    <a:pt x="20089" y="63478"/>
                  </a:cubicBezTo>
                  <a:cubicBezTo>
                    <a:pt x="20093" y="63479"/>
                    <a:pt x="20097" y="63479"/>
                    <a:pt x="20101" y="63479"/>
                  </a:cubicBezTo>
                  <a:cubicBezTo>
                    <a:pt x="20186" y="63479"/>
                    <a:pt x="20225" y="63360"/>
                    <a:pt x="20136" y="63327"/>
                  </a:cubicBezTo>
                  <a:cubicBezTo>
                    <a:pt x="19658" y="63210"/>
                    <a:pt x="19204" y="63036"/>
                    <a:pt x="18796" y="62791"/>
                  </a:cubicBezTo>
                  <a:cubicBezTo>
                    <a:pt x="18435" y="62569"/>
                    <a:pt x="18143" y="62266"/>
                    <a:pt x="17805" y="62022"/>
                  </a:cubicBezTo>
                  <a:cubicBezTo>
                    <a:pt x="17805" y="62022"/>
                    <a:pt x="17817" y="62022"/>
                    <a:pt x="17817" y="62010"/>
                  </a:cubicBezTo>
                  <a:cubicBezTo>
                    <a:pt x="17968" y="61952"/>
                    <a:pt x="17922" y="61777"/>
                    <a:pt x="17805" y="61707"/>
                  </a:cubicBezTo>
                  <a:cubicBezTo>
                    <a:pt x="17875" y="61707"/>
                    <a:pt x="17945" y="61660"/>
                    <a:pt x="17933" y="61567"/>
                  </a:cubicBezTo>
                  <a:cubicBezTo>
                    <a:pt x="15498" y="45380"/>
                    <a:pt x="16197" y="29029"/>
                    <a:pt x="20451" y="13191"/>
                  </a:cubicBezTo>
                  <a:cubicBezTo>
                    <a:pt x="21639" y="8786"/>
                    <a:pt x="23108" y="4462"/>
                    <a:pt x="24786" y="220"/>
                  </a:cubicBezTo>
                  <a:cubicBezTo>
                    <a:pt x="24835" y="87"/>
                    <a:pt x="24733" y="0"/>
                    <a:pt x="2462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284" name="Google Shape;3284;p93"/>
            <p:cNvSpPr/>
            <p:nvPr/>
          </p:nvSpPr>
          <p:spPr>
            <a:xfrm>
              <a:off x="5149275" y="3402725"/>
              <a:ext cx="53850" cy="9075"/>
            </a:xfrm>
            <a:custGeom>
              <a:avLst/>
              <a:gdLst/>
              <a:ahLst/>
              <a:cxnLst/>
              <a:rect l="l" t="t" r="r" b="b"/>
              <a:pathLst>
                <a:path w="2154" h="363" extrusionOk="0">
                  <a:moveTo>
                    <a:pt x="81" y="1"/>
                  </a:moveTo>
                  <a:cubicBezTo>
                    <a:pt x="19" y="1"/>
                    <a:pt x="0" y="108"/>
                    <a:pt x="56" y="142"/>
                  </a:cubicBezTo>
                  <a:cubicBezTo>
                    <a:pt x="392" y="304"/>
                    <a:pt x="762" y="362"/>
                    <a:pt x="1135" y="362"/>
                  </a:cubicBezTo>
                  <a:cubicBezTo>
                    <a:pt x="1459" y="362"/>
                    <a:pt x="1786" y="318"/>
                    <a:pt x="2095" y="258"/>
                  </a:cubicBezTo>
                  <a:cubicBezTo>
                    <a:pt x="2154" y="246"/>
                    <a:pt x="2142" y="142"/>
                    <a:pt x="2084" y="142"/>
                  </a:cubicBezTo>
                  <a:cubicBezTo>
                    <a:pt x="1931" y="162"/>
                    <a:pt x="1781" y="171"/>
                    <a:pt x="1633" y="171"/>
                  </a:cubicBezTo>
                  <a:cubicBezTo>
                    <a:pt x="1114" y="171"/>
                    <a:pt x="617" y="65"/>
                    <a:pt x="91" y="2"/>
                  </a:cubicBezTo>
                  <a:cubicBezTo>
                    <a:pt x="88" y="1"/>
                    <a:pt x="84" y="1"/>
                    <a:pt x="8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285" name="Google Shape;3285;p93"/>
            <p:cNvSpPr/>
            <p:nvPr/>
          </p:nvSpPr>
          <p:spPr>
            <a:xfrm>
              <a:off x="5132550" y="3301850"/>
              <a:ext cx="54825" cy="10625"/>
            </a:xfrm>
            <a:custGeom>
              <a:avLst/>
              <a:gdLst/>
              <a:ahLst/>
              <a:cxnLst/>
              <a:rect l="l" t="t" r="r" b="b"/>
              <a:pathLst>
                <a:path w="2193" h="425" extrusionOk="0">
                  <a:moveTo>
                    <a:pt x="126" y="0"/>
                  </a:moveTo>
                  <a:cubicBezTo>
                    <a:pt x="31" y="0"/>
                    <a:pt x="1" y="160"/>
                    <a:pt x="107" y="202"/>
                  </a:cubicBezTo>
                  <a:cubicBezTo>
                    <a:pt x="572" y="352"/>
                    <a:pt x="1036" y="424"/>
                    <a:pt x="1513" y="424"/>
                  </a:cubicBezTo>
                  <a:cubicBezTo>
                    <a:pt x="1707" y="424"/>
                    <a:pt x="1902" y="412"/>
                    <a:pt x="2100" y="389"/>
                  </a:cubicBezTo>
                  <a:cubicBezTo>
                    <a:pt x="2179" y="389"/>
                    <a:pt x="2192" y="248"/>
                    <a:pt x="2110" y="248"/>
                  </a:cubicBezTo>
                  <a:cubicBezTo>
                    <a:pt x="2107" y="248"/>
                    <a:pt x="2104" y="249"/>
                    <a:pt x="2100" y="249"/>
                  </a:cubicBezTo>
                  <a:cubicBezTo>
                    <a:pt x="1962" y="261"/>
                    <a:pt x="1824" y="267"/>
                    <a:pt x="1687" y="267"/>
                  </a:cubicBezTo>
                  <a:cubicBezTo>
                    <a:pt x="1165" y="267"/>
                    <a:pt x="652" y="180"/>
                    <a:pt x="154" y="4"/>
                  </a:cubicBezTo>
                  <a:cubicBezTo>
                    <a:pt x="144" y="1"/>
                    <a:pt x="135" y="0"/>
                    <a:pt x="12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286" name="Google Shape;3286;p93"/>
            <p:cNvSpPr/>
            <p:nvPr/>
          </p:nvSpPr>
          <p:spPr>
            <a:xfrm>
              <a:off x="5132400" y="3200225"/>
              <a:ext cx="44625" cy="9625"/>
            </a:xfrm>
            <a:custGeom>
              <a:avLst/>
              <a:gdLst/>
              <a:ahLst/>
              <a:cxnLst/>
              <a:rect l="l" t="t" r="r" b="b"/>
              <a:pathLst>
                <a:path w="1785" h="385" extrusionOk="0">
                  <a:moveTo>
                    <a:pt x="113" y="1"/>
                  </a:moveTo>
                  <a:cubicBezTo>
                    <a:pt x="58" y="1"/>
                    <a:pt x="1" y="75"/>
                    <a:pt x="55" y="119"/>
                  </a:cubicBezTo>
                  <a:cubicBezTo>
                    <a:pt x="305" y="314"/>
                    <a:pt x="644" y="385"/>
                    <a:pt x="983" y="385"/>
                  </a:cubicBezTo>
                  <a:cubicBezTo>
                    <a:pt x="1229" y="385"/>
                    <a:pt x="1475" y="347"/>
                    <a:pt x="1687" y="293"/>
                  </a:cubicBezTo>
                  <a:cubicBezTo>
                    <a:pt x="1784" y="272"/>
                    <a:pt x="1751" y="139"/>
                    <a:pt x="1661" y="139"/>
                  </a:cubicBezTo>
                  <a:cubicBezTo>
                    <a:pt x="1655" y="139"/>
                    <a:pt x="1647" y="140"/>
                    <a:pt x="1640" y="142"/>
                  </a:cubicBezTo>
                  <a:cubicBezTo>
                    <a:pt x="1478" y="170"/>
                    <a:pt x="1315" y="186"/>
                    <a:pt x="1153" y="186"/>
                  </a:cubicBezTo>
                  <a:cubicBezTo>
                    <a:pt x="1047" y="186"/>
                    <a:pt x="942" y="179"/>
                    <a:pt x="836" y="165"/>
                  </a:cubicBezTo>
                  <a:cubicBezTo>
                    <a:pt x="591" y="142"/>
                    <a:pt x="370" y="37"/>
                    <a:pt x="125" y="2"/>
                  </a:cubicBezTo>
                  <a:cubicBezTo>
                    <a:pt x="121" y="1"/>
                    <a:pt x="117" y="1"/>
                    <a:pt x="11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287" name="Google Shape;3287;p93"/>
            <p:cNvSpPr/>
            <p:nvPr/>
          </p:nvSpPr>
          <p:spPr>
            <a:xfrm>
              <a:off x="5111325" y="3076075"/>
              <a:ext cx="48675" cy="7375"/>
            </a:xfrm>
            <a:custGeom>
              <a:avLst/>
              <a:gdLst/>
              <a:ahLst/>
              <a:cxnLst/>
              <a:rect l="l" t="t" r="r" b="b"/>
              <a:pathLst>
                <a:path w="1947" h="295" extrusionOk="0">
                  <a:moveTo>
                    <a:pt x="403" y="0"/>
                  </a:moveTo>
                  <a:cubicBezTo>
                    <a:pt x="299" y="0"/>
                    <a:pt x="196" y="5"/>
                    <a:pt x="94" y="15"/>
                  </a:cubicBezTo>
                  <a:cubicBezTo>
                    <a:pt x="24" y="27"/>
                    <a:pt x="1" y="132"/>
                    <a:pt x="82" y="143"/>
                  </a:cubicBezTo>
                  <a:cubicBezTo>
                    <a:pt x="642" y="295"/>
                    <a:pt x="1271" y="260"/>
                    <a:pt x="1854" y="295"/>
                  </a:cubicBezTo>
                  <a:cubicBezTo>
                    <a:pt x="1947" y="295"/>
                    <a:pt x="1947" y="143"/>
                    <a:pt x="1854" y="143"/>
                  </a:cubicBezTo>
                  <a:cubicBezTo>
                    <a:pt x="1384" y="95"/>
                    <a:pt x="883" y="0"/>
                    <a:pt x="40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288" name="Google Shape;3288;p93"/>
            <p:cNvSpPr/>
            <p:nvPr/>
          </p:nvSpPr>
          <p:spPr>
            <a:xfrm>
              <a:off x="5108700" y="2975075"/>
              <a:ext cx="45475" cy="9975"/>
            </a:xfrm>
            <a:custGeom>
              <a:avLst/>
              <a:gdLst/>
              <a:ahLst/>
              <a:cxnLst/>
              <a:rect l="l" t="t" r="r" b="b"/>
              <a:pathLst>
                <a:path w="1819" h="399" extrusionOk="0">
                  <a:moveTo>
                    <a:pt x="211" y="1"/>
                  </a:moveTo>
                  <a:cubicBezTo>
                    <a:pt x="196" y="1"/>
                    <a:pt x="179" y="7"/>
                    <a:pt x="164" y="23"/>
                  </a:cubicBezTo>
                  <a:cubicBezTo>
                    <a:pt x="1" y="174"/>
                    <a:pt x="141" y="302"/>
                    <a:pt x="315" y="349"/>
                  </a:cubicBezTo>
                  <a:cubicBezTo>
                    <a:pt x="471" y="386"/>
                    <a:pt x="638" y="398"/>
                    <a:pt x="807" y="398"/>
                  </a:cubicBezTo>
                  <a:cubicBezTo>
                    <a:pt x="1119" y="398"/>
                    <a:pt x="1443" y="357"/>
                    <a:pt x="1737" y="349"/>
                  </a:cubicBezTo>
                  <a:cubicBezTo>
                    <a:pt x="1819" y="337"/>
                    <a:pt x="1819" y="221"/>
                    <a:pt x="1737" y="221"/>
                  </a:cubicBezTo>
                  <a:cubicBezTo>
                    <a:pt x="1592" y="215"/>
                    <a:pt x="1443" y="215"/>
                    <a:pt x="1294" y="215"/>
                  </a:cubicBezTo>
                  <a:cubicBezTo>
                    <a:pt x="1146" y="215"/>
                    <a:pt x="997" y="215"/>
                    <a:pt x="851" y="209"/>
                  </a:cubicBezTo>
                  <a:cubicBezTo>
                    <a:pt x="837" y="209"/>
                    <a:pt x="812" y="209"/>
                    <a:pt x="779" y="209"/>
                  </a:cubicBezTo>
                  <a:cubicBezTo>
                    <a:pt x="601" y="209"/>
                    <a:pt x="210" y="201"/>
                    <a:pt x="269" y="93"/>
                  </a:cubicBezTo>
                  <a:cubicBezTo>
                    <a:pt x="286" y="50"/>
                    <a:pt x="253" y="1"/>
                    <a:pt x="21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289" name="Google Shape;3289;p93"/>
            <p:cNvSpPr/>
            <p:nvPr/>
          </p:nvSpPr>
          <p:spPr>
            <a:xfrm>
              <a:off x="5110050" y="2856975"/>
              <a:ext cx="50250" cy="12600"/>
            </a:xfrm>
            <a:custGeom>
              <a:avLst/>
              <a:gdLst/>
              <a:ahLst/>
              <a:cxnLst/>
              <a:rect l="l" t="t" r="r" b="b"/>
              <a:pathLst>
                <a:path w="2010" h="504" extrusionOk="0">
                  <a:moveTo>
                    <a:pt x="109" y="0"/>
                  </a:moveTo>
                  <a:cubicBezTo>
                    <a:pt x="33" y="0"/>
                    <a:pt x="1" y="101"/>
                    <a:pt x="75" y="143"/>
                  </a:cubicBezTo>
                  <a:cubicBezTo>
                    <a:pt x="482" y="427"/>
                    <a:pt x="1042" y="504"/>
                    <a:pt x="1557" y="504"/>
                  </a:cubicBezTo>
                  <a:cubicBezTo>
                    <a:pt x="1676" y="504"/>
                    <a:pt x="1793" y="500"/>
                    <a:pt x="1905" y="493"/>
                  </a:cubicBezTo>
                  <a:cubicBezTo>
                    <a:pt x="1998" y="493"/>
                    <a:pt x="2010" y="341"/>
                    <a:pt x="1905" y="341"/>
                  </a:cubicBezTo>
                  <a:cubicBezTo>
                    <a:pt x="1578" y="341"/>
                    <a:pt x="1264" y="307"/>
                    <a:pt x="949" y="237"/>
                  </a:cubicBezTo>
                  <a:cubicBezTo>
                    <a:pt x="681" y="167"/>
                    <a:pt x="413" y="50"/>
                    <a:pt x="133" y="4"/>
                  </a:cubicBezTo>
                  <a:cubicBezTo>
                    <a:pt x="125" y="1"/>
                    <a:pt x="117" y="0"/>
                    <a:pt x="10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290" name="Google Shape;3290;p93"/>
            <p:cNvSpPr/>
            <p:nvPr/>
          </p:nvSpPr>
          <p:spPr>
            <a:xfrm>
              <a:off x="5113650" y="2745150"/>
              <a:ext cx="46650" cy="11050"/>
            </a:xfrm>
            <a:custGeom>
              <a:avLst/>
              <a:gdLst/>
              <a:ahLst/>
              <a:cxnLst/>
              <a:rect l="l" t="t" r="r" b="b"/>
              <a:pathLst>
                <a:path w="1866" h="442" extrusionOk="0">
                  <a:moveTo>
                    <a:pt x="225" y="0"/>
                  </a:moveTo>
                  <a:cubicBezTo>
                    <a:pt x="207" y="0"/>
                    <a:pt x="190" y="7"/>
                    <a:pt x="176" y="25"/>
                  </a:cubicBezTo>
                  <a:cubicBezTo>
                    <a:pt x="1" y="199"/>
                    <a:pt x="129" y="351"/>
                    <a:pt x="327" y="386"/>
                  </a:cubicBezTo>
                  <a:cubicBezTo>
                    <a:pt x="501" y="427"/>
                    <a:pt x="689" y="441"/>
                    <a:pt x="881" y="441"/>
                  </a:cubicBezTo>
                  <a:cubicBezTo>
                    <a:pt x="1178" y="441"/>
                    <a:pt x="1484" y="407"/>
                    <a:pt x="1761" y="386"/>
                  </a:cubicBezTo>
                  <a:cubicBezTo>
                    <a:pt x="1866" y="374"/>
                    <a:pt x="1866" y="223"/>
                    <a:pt x="1761" y="211"/>
                  </a:cubicBezTo>
                  <a:cubicBezTo>
                    <a:pt x="1615" y="199"/>
                    <a:pt x="1466" y="197"/>
                    <a:pt x="1318" y="197"/>
                  </a:cubicBezTo>
                  <a:cubicBezTo>
                    <a:pt x="1169" y="197"/>
                    <a:pt x="1021" y="199"/>
                    <a:pt x="875" y="199"/>
                  </a:cubicBezTo>
                  <a:cubicBezTo>
                    <a:pt x="793" y="199"/>
                    <a:pt x="269" y="188"/>
                    <a:pt x="304" y="130"/>
                  </a:cubicBezTo>
                  <a:cubicBezTo>
                    <a:pt x="330" y="68"/>
                    <a:pt x="277" y="0"/>
                    <a:pt x="22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291" name="Google Shape;3291;p93"/>
            <p:cNvSpPr/>
            <p:nvPr/>
          </p:nvSpPr>
          <p:spPr>
            <a:xfrm>
              <a:off x="5127450" y="2602975"/>
              <a:ext cx="38000" cy="12300"/>
            </a:xfrm>
            <a:custGeom>
              <a:avLst/>
              <a:gdLst/>
              <a:ahLst/>
              <a:cxnLst/>
              <a:rect l="l" t="t" r="r" b="b"/>
              <a:pathLst>
                <a:path w="1520" h="492" extrusionOk="0">
                  <a:moveTo>
                    <a:pt x="124" y="0"/>
                  </a:moveTo>
                  <a:cubicBezTo>
                    <a:pt x="29" y="0"/>
                    <a:pt x="0" y="131"/>
                    <a:pt x="90" y="164"/>
                  </a:cubicBezTo>
                  <a:cubicBezTo>
                    <a:pt x="521" y="327"/>
                    <a:pt x="987" y="409"/>
                    <a:pt x="1430" y="491"/>
                  </a:cubicBezTo>
                  <a:cubicBezTo>
                    <a:pt x="1435" y="491"/>
                    <a:pt x="1439" y="492"/>
                    <a:pt x="1443" y="492"/>
                  </a:cubicBezTo>
                  <a:cubicBezTo>
                    <a:pt x="1503" y="492"/>
                    <a:pt x="1519" y="419"/>
                    <a:pt x="1465" y="397"/>
                  </a:cubicBezTo>
                  <a:cubicBezTo>
                    <a:pt x="1034" y="246"/>
                    <a:pt x="591" y="71"/>
                    <a:pt x="136" y="1"/>
                  </a:cubicBezTo>
                  <a:cubicBezTo>
                    <a:pt x="132" y="1"/>
                    <a:pt x="128" y="0"/>
                    <a:pt x="12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292" name="Google Shape;3292;p93"/>
            <p:cNvSpPr/>
            <p:nvPr/>
          </p:nvSpPr>
          <p:spPr>
            <a:xfrm>
              <a:off x="5132975" y="2472150"/>
              <a:ext cx="43850" cy="10850"/>
            </a:xfrm>
            <a:custGeom>
              <a:avLst/>
              <a:gdLst/>
              <a:ahLst/>
              <a:cxnLst/>
              <a:rect l="l" t="t" r="r" b="b"/>
              <a:pathLst>
                <a:path w="1754" h="434" extrusionOk="0">
                  <a:moveTo>
                    <a:pt x="111" y="1"/>
                  </a:moveTo>
                  <a:cubicBezTo>
                    <a:pt x="29" y="1"/>
                    <a:pt x="1" y="98"/>
                    <a:pt x="67" y="153"/>
                  </a:cubicBezTo>
                  <a:cubicBezTo>
                    <a:pt x="339" y="357"/>
                    <a:pt x="724" y="434"/>
                    <a:pt x="1095" y="434"/>
                  </a:cubicBezTo>
                  <a:cubicBezTo>
                    <a:pt x="1295" y="434"/>
                    <a:pt x="1492" y="411"/>
                    <a:pt x="1664" y="374"/>
                  </a:cubicBezTo>
                  <a:cubicBezTo>
                    <a:pt x="1753" y="352"/>
                    <a:pt x="1735" y="211"/>
                    <a:pt x="1650" y="211"/>
                  </a:cubicBezTo>
                  <a:cubicBezTo>
                    <a:pt x="1647" y="211"/>
                    <a:pt x="1644" y="211"/>
                    <a:pt x="1640" y="211"/>
                  </a:cubicBezTo>
                  <a:cubicBezTo>
                    <a:pt x="1520" y="216"/>
                    <a:pt x="1401" y="222"/>
                    <a:pt x="1281" y="222"/>
                  </a:cubicBezTo>
                  <a:cubicBezTo>
                    <a:pt x="1132" y="222"/>
                    <a:pt x="984" y="214"/>
                    <a:pt x="836" y="188"/>
                  </a:cubicBezTo>
                  <a:cubicBezTo>
                    <a:pt x="591" y="153"/>
                    <a:pt x="370" y="48"/>
                    <a:pt x="125" y="1"/>
                  </a:cubicBezTo>
                  <a:cubicBezTo>
                    <a:pt x="120" y="1"/>
                    <a:pt x="116" y="1"/>
                    <a:pt x="11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293" name="Google Shape;3293;p93"/>
            <p:cNvSpPr/>
            <p:nvPr/>
          </p:nvSpPr>
          <p:spPr>
            <a:xfrm>
              <a:off x="5154175" y="2350500"/>
              <a:ext cx="44400" cy="16000"/>
            </a:xfrm>
            <a:custGeom>
              <a:avLst/>
              <a:gdLst/>
              <a:ahLst/>
              <a:cxnLst/>
              <a:rect l="l" t="t" r="r" b="b"/>
              <a:pathLst>
                <a:path w="1776" h="640" extrusionOk="0">
                  <a:moveTo>
                    <a:pt x="139" y="1"/>
                  </a:moveTo>
                  <a:cubicBezTo>
                    <a:pt x="37" y="1"/>
                    <a:pt x="1" y="174"/>
                    <a:pt x="116" y="206"/>
                  </a:cubicBezTo>
                  <a:cubicBezTo>
                    <a:pt x="629" y="357"/>
                    <a:pt x="1142" y="509"/>
                    <a:pt x="1655" y="637"/>
                  </a:cubicBezTo>
                  <a:cubicBezTo>
                    <a:pt x="1662" y="639"/>
                    <a:pt x="1670" y="640"/>
                    <a:pt x="1677" y="640"/>
                  </a:cubicBezTo>
                  <a:cubicBezTo>
                    <a:pt x="1753" y="640"/>
                    <a:pt x="1775" y="529"/>
                    <a:pt x="1690" y="497"/>
                  </a:cubicBezTo>
                  <a:cubicBezTo>
                    <a:pt x="1189" y="322"/>
                    <a:pt x="676" y="159"/>
                    <a:pt x="175" y="8"/>
                  </a:cubicBezTo>
                  <a:cubicBezTo>
                    <a:pt x="162" y="3"/>
                    <a:pt x="150" y="1"/>
                    <a:pt x="13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294" name="Google Shape;3294;p93"/>
            <p:cNvSpPr/>
            <p:nvPr/>
          </p:nvSpPr>
          <p:spPr>
            <a:xfrm>
              <a:off x="5181700" y="2208950"/>
              <a:ext cx="43875" cy="15925"/>
            </a:xfrm>
            <a:custGeom>
              <a:avLst/>
              <a:gdLst/>
              <a:ahLst/>
              <a:cxnLst/>
              <a:rect l="l" t="t" r="r" b="b"/>
              <a:pathLst>
                <a:path w="1755" h="637" extrusionOk="0">
                  <a:moveTo>
                    <a:pt x="133" y="0"/>
                  </a:moveTo>
                  <a:cubicBezTo>
                    <a:pt x="58" y="0"/>
                    <a:pt x="0" y="124"/>
                    <a:pt x="88" y="192"/>
                  </a:cubicBezTo>
                  <a:cubicBezTo>
                    <a:pt x="475" y="491"/>
                    <a:pt x="931" y="636"/>
                    <a:pt x="1412" y="636"/>
                  </a:cubicBezTo>
                  <a:cubicBezTo>
                    <a:pt x="1494" y="636"/>
                    <a:pt x="1577" y="632"/>
                    <a:pt x="1661" y="623"/>
                  </a:cubicBezTo>
                  <a:cubicBezTo>
                    <a:pt x="1742" y="612"/>
                    <a:pt x="1754" y="484"/>
                    <a:pt x="1661" y="484"/>
                  </a:cubicBezTo>
                  <a:cubicBezTo>
                    <a:pt x="1642" y="484"/>
                    <a:pt x="1623" y="484"/>
                    <a:pt x="1604" y="484"/>
                  </a:cubicBezTo>
                  <a:cubicBezTo>
                    <a:pt x="1089" y="484"/>
                    <a:pt x="608" y="332"/>
                    <a:pt x="181" y="17"/>
                  </a:cubicBezTo>
                  <a:cubicBezTo>
                    <a:pt x="165" y="6"/>
                    <a:pt x="149" y="0"/>
                    <a:pt x="13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295" name="Google Shape;3295;p93"/>
            <p:cNvSpPr/>
            <p:nvPr/>
          </p:nvSpPr>
          <p:spPr>
            <a:xfrm>
              <a:off x="5220075" y="2083475"/>
              <a:ext cx="32925" cy="20325"/>
            </a:xfrm>
            <a:custGeom>
              <a:avLst/>
              <a:gdLst/>
              <a:ahLst/>
              <a:cxnLst/>
              <a:rect l="l" t="t" r="r" b="b"/>
              <a:pathLst>
                <a:path w="1317" h="813" extrusionOk="0">
                  <a:moveTo>
                    <a:pt x="133" y="0"/>
                  </a:moveTo>
                  <a:cubicBezTo>
                    <a:pt x="46" y="0"/>
                    <a:pt x="1" y="118"/>
                    <a:pt x="79" y="177"/>
                  </a:cubicBezTo>
                  <a:cubicBezTo>
                    <a:pt x="441" y="410"/>
                    <a:pt x="813" y="608"/>
                    <a:pt x="1186" y="806"/>
                  </a:cubicBezTo>
                  <a:cubicBezTo>
                    <a:pt x="1198" y="811"/>
                    <a:pt x="1209" y="813"/>
                    <a:pt x="1219" y="813"/>
                  </a:cubicBezTo>
                  <a:cubicBezTo>
                    <a:pt x="1282" y="813"/>
                    <a:pt x="1317" y="730"/>
                    <a:pt x="1256" y="689"/>
                  </a:cubicBezTo>
                  <a:cubicBezTo>
                    <a:pt x="907" y="456"/>
                    <a:pt x="557" y="212"/>
                    <a:pt x="184" y="14"/>
                  </a:cubicBezTo>
                  <a:cubicBezTo>
                    <a:pt x="166" y="4"/>
                    <a:pt x="149" y="0"/>
                    <a:pt x="13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296" name="Google Shape;3296;p93"/>
            <p:cNvSpPr/>
            <p:nvPr/>
          </p:nvSpPr>
          <p:spPr>
            <a:xfrm>
              <a:off x="5263275" y="1966300"/>
              <a:ext cx="44650" cy="17600"/>
            </a:xfrm>
            <a:custGeom>
              <a:avLst/>
              <a:gdLst/>
              <a:ahLst/>
              <a:cxnLst/>
              <a:rect l="l" t="t" r="r" b="b"/>
              <a:pathLst>
                <a:path w="1786" h="704" extrusionOk="0">
                  <a:moveTo>
                    <a:pt x="101" y="0"/>
                  </a:moveTo>
                  <a:cubicBezTo>
                    <a:pt x="41" y="0"/>
                    <a:pt x="1" y="79"/>
                    <a:pt x="53" y="120"/>
                  </a:cubicBezTo>
                  <a:cubicBezTo>
                    <a:pt x="484" y="470"/>
                    <a:pt x="1113" y="610"/>
                    <a:pt x="1661" y="703"/>
                  </a:cubicBezTo>
                  <a:cubicBezTo>
                    <a:pt x="1665" y="704"/>
                    <a:pt x="1668" y="704"/>
                    <a:pt x="1672" y="704"/>
                  </a:cubicBezTo>
                  <a:cubicBezTo>
                    <a:pt x="1757" y="704"/>
                    <a:pt x="1786" y="574"/>
                    <a:pt x="1696" y="552"/>
                  </a:cubicBezTo>
                  <a:cubicBezTo>
                    <a:pt x="1148" y="423"/>
                    <a:pt x="659" y="167"/>
                    <a:pt x="123" y="4"/>
                  </a:cubicBezTo>
                  <a:cubicBezTo>
                    <a:pt x="115" y="1"/>
                    <a:pt x="108" y="0"/>
                    <a:pt x="10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297" name="Google Shape;3297;p93"/>
            <p:cNvSpPr/>
            <p:nvPr/>
          </p:nvSpPr>
          <p:spPr>
            <a:xfrm>
              <a:off x="5317900" y="1843800"/>
              <a:ext cx="38150" cy="21500"/>
            </a:xfrm>
            <a:custGeom>
              <a:avLst/>
              <a:gdLst/>
              <a:ahLst/>
              <a:cxnLst/>
              <a:rect l="l" t="t" r="r" b="b"/>
              <a:pathLst>
                <a:path w="1526" h="860" extrusionOk="0">
                  <a:moveTo>
                    <a:pt x="144" y="0"/>
                  </a:moveTo>
                  <a:cubicBezTo>
                    <a:pt x="52" y="0"/>
                    <a:pt x="1" y="122"/>
                    <a:pt x="82" y="172"/>
                  </a:cubicBezTo>
                  <a:cubicBezTo>
                    <a:pt x="490" y="440"/>
                    <a:pt x="956" y="650"/>
                    <a:pt x="1387" y="848"/>
                  </a:cubicBezTo>
                  <a:cubicBezTo>
                    <a:pt x="1400" y="856"/>
                    <a:pt x="1413" y="859"/>
                    <a:pt x="1425" y="859"/>
                  </a:cubicBezTo>
                  <a:cubicBezTo>
                    <a:pt x="1488" y="859"/>
                    <a:pt x="1526" y="771"/>
                    <a:pt x="1457" y="732"/>
                  </a:cubicBezTo>
                  <a:cubicBezTo>
                    <a:pt x="1049" y="475"/>
                    <a:pt x="630" y="207"/>
                    <a:pt x="187" y="9"/>
                  </a:cubicBezTo>
                  <a:cubicBezTo>
                    <a:pt x="172" y="3"/>
                    <a:pt x="157" y="0"/>
                    <a:pt x="14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298" name="Google Shape;3298;p93"/>
            <p:cNvSpPr/>
            <p:nvPr/>
          </p:nvSpPr>
          <p:spPr>
            <a:xfrm>
              <a:off x="5282925" y="2319800"/>
              <a:ext cx="41125" cy="96450"/>
            </a:xfrm>
            <a:custGeom>
              <a:avLst/>
              <a:gdLst/>
              <a:ahLst/>
              <a:cxnLst/>
              <a:rect l="l" t="t" r="r" b="b"/>
              <a:pathLst>
                <a:path w="1645" h="3858" extrusionOk="0">
                  <a:moveTo>
                    <a:pt x="828" y="0"/>
                  </a:moveTo>
                  <a:cubicBezTo>
                    <a:pt x="374" y="0"/>
                    <a:pt x="1" y="863"/>
                    <a:pt x="1" y="1935"/>
                  </a:cubicBezTo>
                  <a:cubicBezTo>
                    <a:pt x="1" y="2995"/>
                    <a:pt x="374" y="3858"/>
                    <a:pt x="828" y="3858"/>
                  </a:cubicBezTo>
                  <a:cubicBezTo>
                    <a:pt x="1283" y="3858"/>
                    <a:pt x="1644" y="2995"/>
                    <a:pt x="1644" y="1935"/>
                  </a:cubicBezTo>
                  <a:cubicBezTo>
                    <a:pt x="1644" y="863"/>
                    <a:pt x="1283" y="0"/>
                    <a:pt x="82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299" name="Google Shape;3299;p93"/>
            <p:cNvSpPr/>
            <p:nvPr/>
          </p:nvSpPr>
          <p:spPr>
            <a:xfrm>
              <a:off x="5251475" y="2434600"/>
              <a:ext cx="62950" cy="26225"/>
            </a:xfrm>
            <a:custGeom>
              <a:avLst/>
              <a:gdLst/>
              <a:ahLst/>
              <a:cxnLst/>
              <a:rect l="l" t="t" r="r" b="b"/>
              <a:pathLst>
                <a:path w="2518" h="1049" extrusionOk="0">
                  <a:moveTo>
                    <a:pt x="1259" y="0"/>
                  </a:moveTo>
                  <a:cubicBezTo>
                    <a:pt x="571" y="0"/>
                    <a:pt x="0" y="245"/>
                    <a:pt x="0" y="525"/>
                  </a:cubicBezTo>
                  <a:cubicBezTo>
                    <a:pt x="0" y="816"/>
                    <a:pt x="571" y="1049"/>
                    <a:pt x="1259" y="1049"/>
                  </a:cubicBezTo>
                  <a:cubicBezTo>
                    <a:pt x="1958" y="1049"/>
                    <a:pt x="2518" y="816"/>
                    <a:pt x="2518" y="525"/>
                  </a:cubicBezTo>
                  <a:cubicBezTo>
                    <a:pt x="2518" y="245"/>
                    <a:pt x="1958" y="0"/>
                    <a:pt x="1259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300" name="Google Shape;3300;p93"/>
            <p:cNvSpPr/>
            <p:nvPr/>
          </p:nvSpPr>
          <p:spPr>
            <a:xfrm>
              <a:off x="5356950" y="2382475"/>
              <a:ext cx="66150" cy="67600"/>
            </a:xfrm>
            <a:custGeom>
              <a:avLst/>
              <a:gdLst/>
              <a:ahLst/>
              <a:cxnLst/>
              <a:rect l="l" t="t" r="r" b="b"/>
              <a:pathLst>
                <a:path w="2646" h="2704" extrusionOk="0">
                  <a:moveTo>
                    <a:pt x="534" y="0"/>
                  </a:moveTo>
                  <a:cubicBezTo>
                    <a:pt x="486" y="0"/>
                    <a:pt x="437" y="33"/>
                    <a:pt x="431" y="92"/>
                  </a:cubicBezTo>
                  <a:cubicBezTo>
                    <a:pt x="326" y="885"/>
                    <a:pt x="0" y="2644"/>
                    <a:pt x="1282" y="2703"/>
                  </a:cubicBezTo>
                  <a:cubicBezTo>
                    <a:pt x="1298" y="2704"/>
                    <a:pt x="1314" y="2704"/>
                    <a:pt x="1330" y="2704"/>
                  </a:cubicBezTo>
                  <a:cubicBezTo>
                    <a:pt x="1753" y="2704"/>
                    <a:pt x="2129" y="2409"/>
                    <a:pt x="2331" y="2038"/>
                  </a:cubicBezTo>
                  <a:cubicBezTo>
                    <a:pt x="2646" y="1491"/>
                    <a:pt x="2529" y="803"/>
                    <a:pt x="2413" y="209"/>
                  </a:cubicBezTo>
                  <a:cubicBezTo>
                    <a:pt x="2399" y="135"/>
                    <a:pt x="2347" y="103"/>
                    <a:pt x="2291" y="103"/>
                  </a:cubicBezTo>
                  <a:cubicBezTo>
                    <a:pt x="2206" y="103"/>
                    <a:pt x="2112" y="178"/>
                    <a:pt x="2133" y="290"/>
                  </a:cubicBezTo>
                  <a:cubicBezTo>
                    <a:pt x="2214" y="756"/>
                    <a:pt x="2331" y="1293"/>
                    <a:pt x="2156" y="1759"/>
                  </a:cubicBezTo>
                  <a:cubicBezTo>
                    <a:pt x="2021" y="2100"/>
                    <a:pt x="1693" y="2407"/>
                    <a:pt x="1336" y="2407"/>
                  </a:cubicBezTo>
                  <a:cubicBezTo>
                    <a:pt x="1230" y="2407"/>
                    <a:pt x="1121" y="2380"/>
                    <a:pt x="1014" y="2318"/>
                  </a:cubicBezTo>
                  <a:cubicBezTo>
                    <a:pt x="268" y="1875"/>
                    <a:pt x="676" y="780"/>
                    <a:pt x="629" y="92"/>
                  </a:cubicBezTo>
                  <a:cubicBezTo>
                    <a:pt x="624" y="30"/>
                    <a:pt x="579" y="0"/>
                    <a:pt x="534" y="0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301" name="Google Shape;3301;p93"/>
            <p:cNvSpPr/>
            <p:nvPr/>
          </p:nvSpPr>
          <p:spPr>
            <a:xfrm>
              <a:off x="5460950" y="2319800"/>
              <a:ext cx="41100" cy="96450"/>
            </a:xfrm>
            <a:custGeom>
              <a:avLst/>
              <a:gdLst/>
              <a:ahLst/>
              <a:cxnLst/>
              <a:rect l="l" t="t" r="r" b="b"/>
              <a:pathLst>
                <a:path w="1644" h="3858" extrusionOk="0">
                  <a:moveTo>
                    <a:pt x="828" y="0"/>
                  </a:moveTo>
                  <a:cubicBezTo>
                    <a:pt x="374" y="0"/>
                    <a:pt x="1" y="863"/>
                    <a:pt x="1" y="1935"/>
                  </a:cubicBezTo>
                  <a:cubicBezTo>
                    <a:pt x="1" y="2995"/>
                    <a:pt x="374" y="3858"/>
                    <a:pt x="828" y="3858"/>
                  </a:cubicBezTo>
                  <a:cubicBezTo>
                    <a:pt x="1283" y="3858"/>
                    <a:pt x="1644" y="2995"/>
                    <a:pt x="1644" y="1935"/>
                  </a:cubicBezTo>
                  <a:cubicBezTo>
                    <a:pt x="1644" y="863"/>
                    <a:pt x="1283" y="0"/>
                    <a:pt x="82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302" name="Google Shape;3302;p93"/>
            <p:cNvSpPr/>
            <p:nvPr/>
          </p:nvSpPr>
          <p:spPr>
            <a:xfrm>
              <a:off x="5470575" y="2434600"/>
              <a:ext cx="62950" cy="26225"/>
            </a:xfrm>
            <a:custGeom>
              <a:avLst/>
              <a:gdLst/>
              <a:ahLst/>
              <a:cxnLst/>
              <a:rect l="l" t="t" r="r" b="b"/>
              <a:pathLst>
                <a:path w="2518" h="1049" extrusionOk="0">
                  <a:moveTo>
                    <a:pt x="1259" y="0"/>
                  </a:moveTo>
                  <a:cubicBezTo>
                    <a:pt x="560" y="0"/>
                    <a:pt x="0" y="245"/>
                    <a:pt x="0" y="525"/>
                  </a:cubicBezTo>
                  <a:cubicBezTo>
                    <a:pt x="0" y="816"/>
                    <a:pt x="560" y="1049"/>
                    <a:pt x="1259" y="1049"/>
                  </a:cubicBezTo>
                  <a:cubicBezTo>
                    <a:pt x="1958" y="1049"/>
                    <a:pt x="2518" y="816"/>
                    <a:pt x="2518" y="525"/>
                  </a:cubicBezTo>
                  <a:cubicBezTo>
                    <a:pt x="2518" y="245"/>
                    <a:pt x="1958" y="0"/>
                    <a:pt x="1259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303" name="Google Shape;3303;p93"/>
            <p:cNvSpPr/>
            <p:nvPr/>
          </p:nvSpPr>
          <p:spPr>
            <a:xfrm>
              <a:off x="5743100" y="2019875"/>
              <a:ext cx="131350" cy="360050"/>
            </a:xfrm>
            <a:custGeom>
              <a:avLst/>
              <a:gdLst/>
              <a:ahLst/>
              <a:cxnLst/>
              <a:rect l="l" t="t" r="r" b="b"/>
              <a:pathLst>
                <a:path w="5254" h="14402" extrusionOk="0">
                  <a:moveTo>
                    <a:pt x="5102" y="0"/>
                  </a:moveTo>
                  <a:cubicBezTo>
                    <a:pt x="5065" y="0"/>
                    <a:pt x="5025" y="19"/>
                    <a:pt x="4996" y="64"/>
                  </a:cubicBezTo>
                  <a:cubicBezTo>
                    <a:pt x="2245" y="4201"/>
                    <a:pt x="707" y="9457"/>
                    <a:pt x="8" y="14340"/>
                  </a:cubicBezTo>
                  <a:cubicBezTo>
                    <a:pt x="1" y="14375"/>
                    <a:pt x="36" y="14402"/>
                    <a:pt x="68" y="14402"/>
                  </a:cubicBezTo>
                  <a:cubicBezTo>
                    <a:pt x="89" y="14402"/>
                    <a:pt x="108" y="14391"/>
                    <a:pt x="113" y="14363"/>
                  </a:cubicBezTo>
                  <a:cubicBezTo>
                    <a:pt x="1126" y="9282"/>
                    <a:pt x="3026" y="4842"/>
                    <a:pt x="5205" y="180"/>
                  </a:cubicBezTo>
                  <a:cubicBezTo>
                    <a:pt x="5253" y="85"/>
                    <a:pt x="5182" y="0"/>
                    <a:pt x="510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304" name="Google Shape;3304;p93"/>
            <p:cNvSpPr/>
            <p:nvPr/>
          </p:nvSpPr>
          <p:spPr>
            <a:xfrm>
              <a:off x="5065300" y="1973275"/>
              <a:ext cx="98975" cy="439275"/>
            </a:xfrm>
            <a:custGeom>
              <a:avLst/>
              <a:gdLst/>
              <a:ahLst/>
              <a:cxnLst/>
              <a:rect l="l" t="t" r="r" b="b"/>
              <a:pathLst>
                <a:path w="3959" h="17571" extrusionOk="0">
                  <a:moveTo>
                    <a:pt x="3775" y="1"/>
                  </a:moveTo>
                  <a:cubicBezTo>
                    <a:pt x="3728" y="1"/>
                    <a:pt x="3684" y="22"/>
                    <a:pt x="3660" y="75"/>
                  </a:cubicBezTo>
                  <a:cubicBezTo>
                    <a:pt x="1236" y="5424"/>
                    <a:pt x="140" y="11682"/>
                    <a:pt x="0" y="17544"/>
                  </a:cubicBezTo>
                  <a:cubicBezTo>
                    <a:pt x="0" y="17562"/>
                    <a:pt x="15" y="17570"/>
                    <a:pt x="29" y="17570"/>
                  </a:cubicBezTo>
                  <a:cubicBezTo>
                    <a:pt x="44" y="17570"/>
                    <a:pt x="59" y="17562"/>
                    <a:pt x="59" y="17544"/>
                  </a:cubicBezTo>
                  <a:cubicBezTo>
                    <a:pt x="595" y="11472"/>
                    <a:pt x="2063" y="5948"/>
                    <a:pt x="3928" y="179"/>
                  </a:cubicBezTo>
                  <a:cubicBezTo>
                    <a:pt x="3958" y="80"/>
                    <a:pt x="3863" y="1"/>
                    <a:pt x="377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sp>
        <p:nvSpPr>
          <p:cNvPr id="88" name="Google Shape;3229;p93"/>
          <p:cNvSpPr txBox="1">
            <a:spLocks noGrp="1"/>
          </p:cNvSpPr>
          <p:nvPr>
            <p:ph type="title"/>
          </p:nvPr>
        </p:nvSpPr>
        <p:spPr>
          <a:xfrm>
            <a:off x="2051720" y="1153716"/>
            <a:ext cx="6442278" cy="550447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600" dirty="0" smtClean="0"/>
              <a:t>Lab Safety </a:t>
            </a:r>
            <a:endParaRPr sz="3600" dirty="0"/>
          </a:p>
        </p:txBody>
      </p:sp>
      <p:sp>
        <p:nvSpPr>
          <p:cNvPr id="3" name="TextBox 2"/>
          <p:cNvSpPr txBox="1"/>
          <p:nvPr/>
        </p:nvSpPr>
        <p:spPr>
          <a:xfrm>
            <a:off x="1742534" y="1860110"/>
            <a:ext cx="6197292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 smtClean="0"/>
              <a:t>Wear safety goggles.</a:t>
            </a:r>
            <a:endParaRPr lang="en-US" sz="2400" dirty="0" smtClean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 smtClean="0"/>
              <a:t>Wear lab coat.</a:t>
            </a:r>
            <a:endParaRPr lang="en-US" sz="2400" dirty="0" smtClean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 smtClean="0"/>
              <a:t>Wear gloves if necessary.</a:t>
            </a:r>
            <a:endParaRPr lang="en-US" sz="2400" dirty="0" smtClean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 smtClean="0"/>
              <a:t>Don</a:t>
            </a:r>
            <a:r>
              <a:rPr lang="ar-EG" sz="2400" dirty="0" smtClean="0"/>
              <a:t>’</a:t>
            </a:r>
            <a:r>
              <a:rPr lang="en-US" sz="2400" dirty="0" smtClean="0"/>
              <a:t>t eat at your work station.</a:t>
            </a:r>
            <a:endParaRPr lang="en-US" sz="2400" dirty="0" smtClean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 smtClean="0"/>
              <a:t>Clean up your workspace.</a:t>
            </a:r>
            <a:endParaRPr lang="en-US" sz="2400" dirty="0" smtClean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 smtClean="0"/>
              <a:t>Working with keeping distance away from the table.</a:t>
            </a:r>
            <a:endParaRPr lang="en-US" sz="2400" dirty="0" smtClean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 smtClean="0"/>
              <a:t>Hold hot objects using gloves and tongs.</a:t>
            </a:r>
            <a:endParaRPr lang="en-US" sz="2400" dirty="0"/>
          </a:p>
        </p:txBody>
      </p:sp>
      <p:pic>
        <p:nvPicPr>
          <p:cNvPr id="8194" name="Picture 2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81143" y="2166222"/>
            <a:ext cx="2388369" cy="139642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8" name="Google Shape;3228;p93"/>
          <p:cNvSpPr/>
          <p:nvPr/>
        </p:nvSpPr>
        <p:spPr>
          <a:xfrm>
            <a:off x="5825118" y="2089603"/>
            <a:ext cx="1074821" cy="1316272"/>
          </a:xfrm>
          <a:custGeom>
            <a:avLst/>
            <a:gdLst/>
            <a:ahLst/>
            <a:cxnLst/>
            <a:rect l="l" t="t" r="r" b="b"/>
            <a:pathLst>
              <a:path w="33818" h="41415" extrusionOk="0">
                <a:moveTo>
                  <a:pt x="25840" y="1"/>
                </a:moveTo>
                <a:lnTo>
                  <a:pt x="25840" y="1"/>
                </a:lnTo>
                <a:cubicBezTo>
                  <a:pt x="23244" y="4454"/>
                  <a:pt x="20958" y="8812"/>
                  <a:pt x="18362" y="13218"/>
                </a:cubicBezTo>
                <a:cubicBezTo>
                  <a:pt x="17171" y="10170"/>
                  <a:pt x="16099" y="7336"/>
                  <a:pt x="14980" y="4454"/>
                </a:cubicBezTo>
                <a:cubicBezTo>
                  <a:pt x="14623" y="4740"/>
                  <a:pt x="14671" y="5026"/>
                  <a:pt x="14623" y="5264"/>
                </a:cubicBezTo>
                <a:cubicBezTo>
                  <a:pt x="14051" y="8169"/>
                  <a:pt x="13504" y="11075"/>
                  <a:pt x="12932" y="13980"/>
                </a:cubicBezTo>
                <a:cubicBezTo>
                  <a:pt x="12815" y="14537"/>
                  <a:pt x="12770" y="14761"/>
                  <a:pt x="12541" y="14761"/>
                </a:cubicBezTo>
                <a:cubicBezTo>
                  <a:pt x="12398" y="14761"/>
                  <a:pt x="12184" y="14674"/>
                  <a:pt x="11837" y="14528"/>
                </a:cubicBezTo>
                <a:cubicBezTo>
                  <a:pt x="9503" y="13575"/>
                  <a:pt x="7145" y="12622"/>
                  <a:pt x="4788" y="11646"/>
                </a:cubicBezTo>
                <a:cubicBezTo>
                  <a:pt x="4508" y="11546"/>
                  <a:pt x="4244" y="11362"/>
                  <a:pt x="3928" y="11362"/>
                </a:cubicBezTo>
                <a:cubicBezTo>
                  <a:pt x="3867" y="11362"/>
                  <a:pt x="3805" y="11369"/>
                  <a:pt x="3740" y="11384"/>
                </a:cubicBezTo>
                <a:cubicBezTo>
                  <a:pt x="3763" y="11646"/>
                  <a:pt x="3930" y="11789"/>
                  <a:pt x="4073" y="11979"/>
                </a:cubicBezTo>
                <a:cubicBezTo>
                  <a:pt x="5740" y="14075"/>
                  <a:pt x="7407" y="16195"/>
                  <a:pt x="9074" y="18314"/>
                </a:cubicBezTo>
                <a:cubicBezTo>
                  <a:pt x="9717" y="19148"/>
                  <a:pt x="9717" y="19148"/>
                  <a:pt x="8931" y="19791"/>
                </a:cubicBezTo>
                <a:cubicBezTo>
                  <a:pt x="6240" y="22005"/>
                  <a:pt x="3525" y="24196"/>
                  <a:pt x="858" y="26411"/>
                </a:cubicBezTo>
                <a:cubicBezTo>
                  <a:pt x="549" y="26673"/>
                  <a:pt x="144" y="26840"/>
                  <a:pt x="1" y="27292"/>
                </a:cubicBezTo>
                <a:cubicBezTo>
                  <a:pt x="73" y="27314"/>
                  <a:pt x="143" y="27322"/>
                  <a:pt x="212" y="27322"/>
                </a:cubicBezTo>
                <a:cubicBezTo>
                  <a:pt x="369" y="27322"/>
                  <a:pt x="518" y="27278"/>
                  <a:pt x="668" y="27244"/>
                </a:cubicBezTo>
                <a:cubicBezTo>
                  <a:pt x="3930" y="26482"/>
                  <a:pt x="7169" y="25697"/>
                  <a:pt x="10408" y="24958"/>
                </a:cubicBezTo>
                <a:cubicBezTo>
                  <a:pt x="10651" y="24904"/>
                  <a:pt x="10830" y="24871"/>
                  <a:pt x="10960" y="24871"/>
                </a:cubicBezTo>
                <a:cubicBezTo>
                  <a:pt x="11286" y="24871"/>
                  <a:pt x="11289" y="25082"/>
                  <a:pt x="11170" y="25697"/>
                </a:cubicBezTo>
                <a:cubicBezTo>
                  <a:pt x="10479" y="29483"/>
                  <a:pt x="9789" y="33270"/>
                  <a:pt x="9098" y="37080"/>
                </a:cubicBezTo>
                <a:cubicBezTo>
                  <a:pt x="8836" y="38509"/>
                  <a:pt x="8598" y="39938"/>
                  <a:pt x="8336" y="41366"/>
                </a:cubicBezTo>
                <a:cubicBezTo>
                  <a:pt x="8431" y="41390"/>
                  <a:pt x="8503" y="41414"/>
                  <a:pt x="8574" y="41414"/>
                </a:cubicBezTo>
                <a:cubicBezTo>
                  <a:pt x="11289" y="37437"/>
                  <a:pt x="13980" y="33460"/>
                  <a:pt x="16790" y="29340"/>
                </a:cubicBezTo>
                <a:cubicBezTo>
                  <a:pt x="18671" y="33365"/>
                  <a:pt x="20457" y="37199"/>
                  <a:pt x="22267" y="41057"/>
                </a:cubicBezTo>
                <a:lnTo>
                  <a:pt x="22482" y="40985"/>
                </a:lnTo>
                <a:cubicBezTo>
                  <a:pt x="22482" y="36627"/>
                  <a:pt x="22339" y="32246"/>
                  <a:pt x="22053" y="27792"/>
                </a:cubicBezTo>
                <a:lnTo>
                  <a:pt x="22053" y="27792"/>
                </a:lnTo>
                <a:cubicBezTo>
                  <a:pt x="26078" y="28911"/>
                  <a:pt x="29936" y="30007"/>
                  <a:pt x="33817" y="31079"/>
                </a:cubicBezTo>
                <a:cubicBezTo>
                  <a:pt x="33698" y="30674"/>
                  <a:pt x="33484" y="30412"/>
                  <a:pt x="33270" y="30174"/>
                </a:cubicBezTo>
                <a:cubicBezTo>
                  <a:pt x="30698" y="27411"/>
                  <a:pt x="28102" y="24649"/>
                  <a:pt x="25530" y="21886"/>
                </a:cubicBezTo>
                <a:cubicBezTo>
                  <a:pt x="24839" y="21148"/>
                  <a:pt x="24720" y="21196"/>
                  <a:pt x="25554" y="20410"/>
                </a:cubicBezTo>
                <a:cubicBezTo>
                  <a:pt x="28126" y="18076"/>
                  <a:pt x="30674" y="15695"/>
                  <a:pt x="33246" y="13337"/>
                </a:cubicBezTo>
                <a:cubicBezTo>
                  <a:pt x="33389" y="13194"/>
                  <a:pt x="33651" y="13123"/>
                  <a:pt x="33460" y="12765"/>
                </a:cubicBezTo>
                <a:lnTo>
                  <a:pt x="33460" y="12765"/>
                </a:lnTo>
                <a:cubicBezTo>
                  <a:pt x="31936" y="13099"/>
                  <a:pt x="30412" y="13432"/>
                  <a:pt x="28888" y="13766"/>
                </a:cubicBezTo>
                <a:cubicBezTo>
                  <a:pt x="27126" y="14147"/>
                  <a:pt x="25363" y="14551"/>
                  <a:pt x="23625" y="14932"/>
                </a:cubicBezTo>
                <a:cubicBezTo>
                  <a:pt x="23444" y="14971"/>
                  <a:pt x="23306" y="14994"/>
                  <a:pt x="23204" y="14994"/>
                </a:cubicBezTo>
                <a:cubicBezTo>
                  <a:pt x="22931" y="14994"/>
                  <a:pt x="22912" y="14829"/>
                  <a:pt x="22982" y="14361"/>
                </a:cubicBezTo>
                <a:cubicBezTo>
                  <a:pt x="23006" y="14266"/>
                  <a:pt x="23029" y="14194"/>
                  <a:pt x="23029" y="14123"/>
                </a:cubicBezTo>
                <a:cubicBezTo>
                  <a:pt x="23815" y="10432"/>
                  <a:pt x="24601" y="6740"/>
                  <a:pt x="25363" y="3049"/>
                </a:cubicBezTo>
                <a:cubicBezTo>
                  <a:pt x="25530" y="2120"/>
                  <a:pt x="25863" y="1215"/>
                  <a:pt x="25840" y="1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3229" name="Google Shape;3229;p93"/>
          <p:cNvSpPr txBox="1">
            <a:spLocks noGrp="1"/>
          </p:cNvSpPr>
          <p:nvPr>
            <p:ph type="title"/>
          </p:nvPr>
        </p:nvSpPr>
        <p:spPr>
          <a:xfrm>
            <a:off x="825689" y="-20538"/>
            <a:ext cx="6442278" cy="969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4800" dirty="0" smtClean="0"/>
              <a:t>Scientific Method</a:t>
            </a:r>
            <a:endParaRPr sz="4800" dirty="0"/>
          </a:p>
        </p:txBody>
      </p:sp>
      <p:grpSp>
        <p:nvGrpSpPr>
          <p:cNvPr id="3232" name="Google Shape;3232;p93"/>
          <p:cNvGrpSpPr/>
          <p:nvPr/>
        </p:nvGrpSpPr>
        <p:grpSpPr>
          <a:xfrm>
            <a:off x="6681144" y="3616841"/>
            <a:ext cx="1495621" cy="1291831"/>
            <a:chOff x="5614619" y="2740966"/>
            <a:chExt cx="1495621" cy="1291831"/>
          </a:xfrm>
        </p:grpSpPr>
        <p:sp>
          <p:nvSpPr>
            <p:cNvPr id="3233" name="Google Shape;3233;p93"/>
            <p:cNvSpPr/>
            <p:nvPr/>
          </p:nvSpPr>
          <p:spPr>
            <a:xfrm>
              <a:off x="5614619" y="3232736"/>
              <a:ext cx="233570" cy="259568"/>
            </a:xfrm>
            <a:custGeom>
              <a:avLst/>
              <a:gdLst/>
              <a:ahLst/>
              <a:cxnLst/>
              <a:rect l="l" t="t" r="r" b="b"/>
              <a:pathLst>
                <a:path w="7349" h="8167" extrusionOk="0">
                  <a:moveTo>
                    <a:pt x="2648" y="0"/>
                  </a:moveTo>
                  <a:cubicBezTo>
                    <a:pt x="2113" y="0"/>
                    <a:pt x="1614" y="173"/>
                    <a:pt x="1262" y="512"/>
                  </a:cubicBezTo>
                  <a:cubicBezTo>
                    <a:pt x="453" y="1275"/>
                    <a:pt x="0" y="2275"/>
                    <a:pt x="96" y="3394"/>
                  </a:cubicBezTo>
                  <a:cubicBezTo>
                    <a:pt x="286" y="5466"/>
                    <a:pt x="1644" y="7442"/>
                    <a:pt x="3882" y="8038"/>
                  </a:cubicBezTo>
                  <a:cubicBezTo>
                    <a:pt x="4194" y="8124"/>
                    <a:pt x="4508" y="8167"/>
                    <a:pt x="4812" y="8167"/>
                  </a:cubicBezTo>
                  <a:cubicBezTo>
                    <a:pt x="6181" y="8167"/>
                    <a:pt x="7348" y="7306"/>
                    <a:pt x="7192" y="5728"/>
                  </a:cubicBezTo>
                  <a:cubicBezTo>
                    <a:pt x="7002" y="3513"/>
                    <a:pt x="6002" y="1751"/>
                    <a:pt x="4192" y="489"/>
                  </a:cubicBezTo>
                  <a:cubicBezTo>
                    <a:pt x="3712" y="161"/>
                    <a:pt x="3164" y="0"/>
                    <a:pt x="2648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234" name="Google Shape;3234;p93"/>
            <p:cNvSpPr/>
            <p:nvPr/>
          </p:nvSpPr>
          <p:spPr>
            <a:xfrm>
              <a:off x="5985489" y="3413038"/>
              <a:ext cx="243740" cy="219522"/>
            </a:xfrm>
            <a:custGeom>
              <a:avLst/>
              <a:gdLst/>
              <a:ahLst/>
              <a:cxnLst/>
              <a:rect l="l" t="t" r="r" b="b"/>
              <a:pathLst>
                <a:path w="7669" h="6907" extrusionOk="0">
                  <a:moveTo>
                    <a:pt x="2579" y="0"/>
                  </a:moveTo>
                  <a:cubicBezTo>
                    <a:pt x="1203" y="0"/>
                    <a:pt x="0" y="1093"/>
                    <a:pt x="0" y="2436"/>
                  </a:cubicBezTo>
                  <a:cubicBezTo>
                    <a:pt x="0" y="3151"/>
                    <a:pt x="215" y="3960"/>
                    <a:pt x="643" y="4675"/>
                  </a:cubicBezTo>
                  <a:cubicBezTo>
                    <a:pt x="1361" y="5791"/>
                    <a:pt x="2761" y="6906"/>
                    <a:pt x="4274" y="6906"/>
                  </a:cubicBezTo>
                  <a:cubicBezTo>
                    <a:pt x="4569" y="6906"/>
                    <a:pt x="4869" y="6864"/>
                    <a:pt x="5168" y="6770"/>
                  </a:cubicBezTo>
                  <a:cubicBezTo>
                    <a:pt x="6859" y="6247"/>
                    <a:pt x="7669" y="4794"/>
                    <a:pt x="6930" y="3198"/>
                  </a:cubicBezTo>
                  <a:cubicBezTo>
                    <a:pt x="6168" y="1627"/>
                    <a:pt x="4954" y="483"/>
                    <a:pt x="3215" y="79"/>
                  </a:cubicBezTo>
                  <a:cubicBezTo>
                    <a:pt x="3002" y="25"/>
                    <a:pt x="2789" y="0"/>
                    <a:pt x="2579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235" name="Google Shape;3235;p93"/>
            <p:cNvSpPr/>
            <p:nvPr/>
          </p:nvSpPr>
          <p:spPr>
            <a:xfrm>
              <a:off x="5884071" y="2740966"/>
              <a:ext cx="218759" cy="222064"/>
            </a:xfrm>
            <a:custGeom>
              <a:avLst/>
              <a:gdLst/>
              <a:ahLst/>
              <a:cxnLst/>
              <a:rect l="l" t="t" r="r" b="b"/>
              <a:pathLst>
                <a:path w="6883" h="6987" extrusionOk="0">
                  <a:moveTo>
                    <a:pt x="3502" y="0"/>
                  </a:moveTo>
                  <a:cubicBezTo>
                    <a:pt x="2862" y="0"/>
                    <a:pt x="2233" y="161"/>
                    <a:pt x="1643" y="482"/>
                  </a:cubicBezTo>
                  <a:cubicBezTo>
                    <a:pt x="643" y="1030"/>
                    <a:pt x="0" y="2364"/>
                    <a:pt x="381" y="3340"/>
                  </a:cubicBezTo>
                  <a:cubicBezTo>
                    <a:pt x="1000" y="4983"/>
                    <a:pt x="2120" y="6174"/>
                    <a:pt x="3811" y="6793"/>
                  </a:cubicBezTo>
                  <a:cubicBezTo>
                    <a:pt x="4163" y="6925"/>
                    <a:pt x="4487" y="6986"/>
                    <a:pt x="4780" y="6986"/>
                  </a:cubicBezTo>
                  <a:cubicBezTo>
                    <a:pt x="5817" y="6986"/>
                    <a:pt x="6485" y="6218"/>
                    <a:pt x="6764" y="5031"/>
                  </a:cubicBezTo>
                  <a:cubicBezTo>
                    <a:pt x="6811" y="4769"/>
                    <a:pt x="6764" y="4507"/>
                    <a:pt x="6764" y="4269"/>
                  </a:cubicBezTo>
                  <a:cubicBezTo>
                    <a:pt x="6883" y="3435"/>
                    <a:pt x="6645" y="2673"/>
                    <a:pt x="6311" y="1959"/>
                  </a:cubicBezTo>
                  <a:cubicBezTo>
                    <a:pt x="5882" y="1006"/>
                    <a:pt x="5239" y="220"/>
                    <a:pt x="4144" y="54"/>
                  </a:cubicBezTo>
                  <a:cubicBezTo>
                    <a:pt x="3930" y="18"/>
                    <a:pt x="3715" y="0"/>
                    <a:pt x="3502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236" name="Google Shape;3236;p93"/>
            <p:cNvSpPr/>
            <p:nvPr/>
          </p:nvSpPr>
          <p:spPr>
            <a:xfrm>
              <a:off x="6513046" y="3075190"/>
              <a:ext cx="249779" cy="202200"/>
            </a:xfrm>
            <a:custGeom>
              <a:avLst/>
              <a:gdLst/>
              <a:ahLst/>
              <a:cxnLst/>
              <a:rect l="l" t="t" r="r" b="b"/>
              <a:pathLst>
                <a:path w="7859" h="6362" extrusionOk="0">
                  <a:moveTo>
                    <a:pt x="2811" y="0"/>
                  </a:moveTo>
                  <a:cubicBezTo>
                    <a:pt x="2016" y="0"/>
                    <a:pt x="1274" y="376"/>
                    <a:pt x="715" y="1064"/>
                  </a:cubicBezTo>
                  <a:cubicBezTo>
                    <a:pt x="0" y="1945"/>
                    <a:pt x="0" y="3064"/>
                    <a:pt x="810" y="4160"/>
                  </a:cubicBezTo>
                  <a:cubicBezTo>
                    <a:pt x="1874" y="5571"/>
                    <a:pt x="3275" y="6353"/>
                    <a:pt x="5057" y="6353"/>
                  </a:cubicBezTo>
                  <a:cubicBezTo>
                    <a:pt x="5109" y="6353"/>
                    <a:pt x="5162" y="6352"/>
                    <a:pt x="5215" y="6351"/>
                  </a:cubicBezTo>
                  <a:cubicBezTo>
                    <a:pt x="5358" y="6351"/>
                    <a:pt x="5512" y="6361"/>
                    <a:pt x="5662" y="6361"/>
                  </a:cubicBezTo>
                  <a:cubicBezTo>
                    <a:pt x="5737" y="6361"/>
                    <a:pt x="5811" y="6359"/>
                    <a:pt x="5882" y="6351"/>
                  </a:cubicBezTo>
                  <a:cubicBezTo>
                    <a:pt x="7240" y="6255"/>
                    <a:pt x="7859" y="5303"/>
                    <a:pt x="7454" y="4041"/>
                  </a:cubicBezTo>
                  <a:cubicBezTo>
                    <a:pt x="6883" y="2278"/>
                    <a:pt x="5668" y="1040"/>
                    <a:pt x="4001" y="278"/>
                  </a:cubicBezTo>
                  <a:cubicBezTo>
                    <a:pt x="3602" y="90"/>
                    <a:pt x="3200" y="0"/>
                    <a:pt x="2811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237" name="Google Shape;3237;p93"/>
            <p:cNvSpPr/>
            <p:nvPr/>
          </p:nvSpPr>
          <p:spPr>
            <a:xfrm>
              <a:off x="6376795" y="3405887"/>
              <a:ext cx="229470" cy="191839"/>
            </a:xfrm>
            <a:custGeom>
              <a:avLst/>
              <a:gdLst/>
              <a:ahLst/>
              <a:cxnLst/>
              <a:rect l="l" t="t" r="r" b="b"/>
              <a:pathLst>
                <a:path w="7220" h="6036" extrusionOk="0">
                  <a:moveTo>
                    <a:pt x="2204" y="1"/>
                  </a:moveTo>
                  <a:cubicBezTo>
                    <a:pt x="1854" y="1"/>
                    <a:pt x="1482" y="140"/>
                    <a:pt x="1144" y="280"/>
                  </a:cubicBezTo>
                  <a:cubicBezTo>
                    <a:pt x="477" y="566"/>
                    <a:pt x="1" y="1399"/>
                    <a:pt x="96" y="2114"/>
                  </a:cubicBezTo>
                  <a:cubicBezTo>
                    <a:pt x="429" y="4424"/>
                    <a:pt x="1858" y="5829"/>
                    <a:pt x="4049" y="6019"/>
                  </a:cubicBezTo>
                  <a:cubicBezTo>
                    <a:pt x="4166" y="6030"/>
                    <a:pt x="4282" y="6036"/>
                    <a:pt x="4395" y="6036"/>
                  </a:cubicBezTo>
                  <a:cubicBezTo>
                    <a:pt x="5995" y="6036"/>
                    <a:pt x="7220" y="4946"/>
                    <a:pt x="6597" y="2923"/>
                  </a:cubicBezTo>
                  <a:cubicBezTo>
                    <a:pt x="6168" y="1518"/>
                    <a:pt x="4478" y="42"/>
                    <a:pt x="2406" y="18"/>
                  </a:cubicBezTo>
                  <a:cubicBezTo>
                    <a:pt x="2340" y="6"/>
                    <a:pt x="2272" y="1"/>
                    <a:pt x="2204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238" name="Google Shape;3238;p93"/>
            <p:cNvSpPr/>
            <p:nvPr/>
          </p:nvSpPr>
          <p:spPr>
            <a:xfrm>
              <a:off x="6099715" y="3104208"/>
              <a:ext cx="178713" cy="173119"/>
            </a:xfrm>
            <a:custGeom>
              <a:avLst/>
              <a:gdLst/>
              <a:ahLst/>
              <a:cxnLst/>
              <a:rect l="l" t="t" r="r" b="b"/>
              <a:pathLst>
                <a:path w="5623" h="5447" extrusionOk="0">
                  <a:moveTo>
                    <a:pt x="2987" y="1"/>
                  </a:moveTo>
                  <a:cubicBezTo>
                    <a:pt x="2618" y="1"/>
                    <a:pt x="2239" y="92"/>
                    <a:pt x="1860" y="246"/>
                  </a:cubicBezTo>
                  <a:cubicBezTo>
                    <a:pt x="955" y="651"/>
                    <a:pt x="336" y="1246"/>
                    <a:pt x="193" y="2318"/>
                  </a:cubicBezTo>
                  <a:cubicBezTo>
                    <a:pt x="0" y="3988"/>
                    <a:pt x="1926" y="5447"/>
                    <a:pt x="3441" y="5447"/>
                  </a:cubicBezTo>
                  <a:cubicBezTo>
                    <a:pt x="3611" y="5447"/>
                    <a:pt x="3776" y="5428"/>
                    <a:pt x="3932" y="5390"/>
                  </a:cubicBezTo>
                  <a:cubicBezTo>
                    <a:pt x="5051" y="5080"/>
                    <a:pt x="5623" y="4390"/>
                    <a:pt x="5623" y="3342"/>
                  </a:cubicBezTo>
                  <a:cubicBezTo>
                    <a:pt x="5623" y="2127"/>
                    <a:pt x="5170" y="1246"/>
                    <a:pt x="4384" y="556"/>
                  </a:cubicBezTo>
                  <a:cubicBezTo>
                    <a:pt x="3950" y="162"/>
                    <a:pt x="3477" y="1"/>
                    <a:pt x="2987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239" name="Google Shape;3239;p93"/>
            <p:cNvSpPr/>
            <p:nvPr/>
          </p:nvSpPr>
          <p:spPr>
            <a:xfrm>
              <a:off x="5900121" y="3798306"/>
              <a:ext cx="164125" cy="145564"/>
            </a:xfrm>
            <a:custGeom>
              <a:avLst/>
              <a:gdLst/>
              <a:ahLst/>
              <a:cxnLst/>
              <a:rect l="l" t="t" r="r" b="b"/>
              <a:pathLst>
                <a:path w="5164" h="4580" extrusionOk="0">
                  <a:moveTo>
                    <a:pt x="2026" y="0"/>
                  </a:moveTo>
                  <a:cubicBezTo>
                    <a:pt x="859" y="0"/>
                    <a:pt x="0" y="1133"/>
                    <a:pt x="424" y="2341"/>
                  </a:cubicBezTo>
                  <a:cubicBezTo>
                    <a:pt x="877" y="3626"/>
                    <a:pt x="1758" y="4460"/>
                    <a:pt x="3187" y="4579"/>
                  </a:cubicBezTo>
                  <a:cubicBezTo>
                    <a:pt x="4020" y="4484"/>
                    <a:pt x="4639" y="4079"/>
                    <a:pt x="5163" y="3460"/>
                  </a:cubicBezTo>
                  <a:cubicBezTo>
                    <a:pt x="5139" y="3222"/>
                    <a:pt x="5163" y="3007"/>
                    <a:pt x="5115" y="2793"/>
                  </a:cubicBezTo>
                  <a:cubicBezTo>
                    <a:pt x="4806" y="1340"/>
                    <a:pt x="3901" y="412"/>
                    <a:pt x="2472" y="54"/>
                  </a:cubicBezTo>
                  <a:cubicBezTo>
                    <a:pt x="2320" y="18"/>
                    <a:pt x="2171" y="0"/>
                    <a:pt x="2026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240" name="Google Shape;3240;p93"/>
            <p:cNvSpPr/>
            <p:nvPr/>
          </p:nvSpPr>
          <p:spPr>
            <a:xfrm>
              <a:off x="6873301" y="3460045"/>
              <a:ext cx="236939" cy="186690"/>
            </a:xfrm>
            <a:custGeom>
              <a:avLst/>
              <a:gdLst/>
              <a:ahLst/>
              <a:cxnLst/>
              <a:rect l="l" t="t" r="r" b="b"/>
              <a:pathLst>
                <a:path w="7455" h="5874" extrusionOk="0">
                  <a:moveTo>
                    <a:pt x="3176" y="1"/>
                  </a:moveTo>
                  <a:cubicBezTo>
                    <a:pt x="2331" y="1"/>
                    <a:pt x="1547" y="476"/>
                    <a:pt x="882" y="1434"/>
                  </a:cubicBezTo>
                  <a:cubicBezTo>
                    <a:pt x="1" y="2648"/>
                    <a:pt x="239" y="3982"/>
                    <a:pt x="1501" y="4815"/>
                  </a:cubicBezTo>
                  <a:cubicBezTo>
                    <a:pt x="2644" y="5577"/>
                    <a:pt x="3954" y="5815"/>
                    <a:pt x="5311" y="5863"/>
                  </a:cubicBezTo>
                  <a:cubicBezTo>
                    <a:pt x="5438" y="5863"/>
                    <a:pt x="5565" y="5874"/>
                    <a:pt x="5685" y="5874"/>
                  </a:cubicBezTo>
                  <a:cubicBezTo>
                    <a:pt x="5745" y="5874"/>
                    <a:pt x="5804" y="5871"/>
                    <a:pt x="5859" y="5863"/>
                  </a:cubicBezTo>
                  <a:cubicBezTo>
                    <a:pt x="7026" y="5768"/>
                    <a:pt x="7455" y="5268"/>
                    <a:pt x="7336" y="4101"/>
                  </a:cubicBezTo>
                  <a:cubicBezTo>
                    <a:pt x="7288" y="3863"/>
                    <a:pt x="7217" y="3601"/>
                    <a:pt x="7121" y="3363"/>
                  </a:cubicBezTo>
                  <a:cubicBezTo>
                    <a:pt x="6764" y="2338"/>
                    <a:pt x="6074" y="1576"/>
                    <a:pt x="5264" y="886"/>
                  </a:cubicBezTo>
                  <a:cubicBezTo>
                    <a:pt x="4549" y="297"/>
                    <a:pt x="3844" y="1"/>
                    <a:pt x="3176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241" name="Google Shape;3241;p93"/>
            <p:cNvSpPr/>
            <p:nvPr/>
          </p:nvSpPr>
          <p:spPr>
            <a:xfrm>
              <a:off x="6360141" y="3860981"/>
              <a:ext cx="180938" cy="171816"/>
            </a:xfrm>
            <a:custGeom>
              <a:avLst/>
              <a:gdLst/>
              <a:ahLst/>
              <a:cxnLst/>
              <a:rect l="l" t="t" r="r" b="b"/>
              <a:pathLst>
                <a:path w="5693" h="5406" extrusionOk="0">
                  <a:moveTo>
                    <a:pt x="2939" y="1"/>
                  </a:moveTo>
                  <a:cubicBezTo>
                    <a:pt x="2400" y="1"/>
                    <a:pt x="1842" y="186"/>
                    <a:pt x="1310" y="559"/>
                  </a:cubicBezTo>
                  <a:cubicBezTo>
                    <a:pt x="310" y="1250"/>
                    <a:pt x="1" y="2393"/>
                    <a:pt x="477" y="3512"/>
                  </a:cubicBezTo>
                  <a:cubicBezTo>
                    <a:pt x="943" y="4665"/>
                    <a:pt x="2131" y="5406"/>
                    <a:pt x="3447" y="5406"/>
                  </a:cubicBezTo>
                  <a:cubicBezTo>
                    <a:pt x="3544" y="5406"/>
                    <a:pt x="3641" y="5402"/>
                    <a:pt x="3739" y="5393"/>
                  </a:cubicBezTo>
                  <a:cubicBezTo>
                    <a:pt x="5049" y="5298"/>
                    <a:pt x="5692" y="4607"/>
                    <a:pt x="5692" y="3298"/>
                  </a:cubicBezTo>
                  <a:cubicBezTo>
                    <a:pt x="5692" y="2321"/>
                    <a:pt x="5287" y="1321"/>
                    <a:pt x="4597" y="678"/>
                  </a:cubicBezTo>
                  <a:cubicBezTo>
                    <a:pt x="4109" y="228"/>
                    <a:pt x="3535" y="1"/>
                    <a:pt x="2939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242" name="Google Shape;3242;p93"/>
            <p:cNvSpPr/>
            <p:nvPr/>
          </p:nvSpPr>
          <p:spPr>
            <a:xfrm>
              <a:off x="6799121" y="3820808"/>
              <a:ext cx="156720" cy="160819"/>
            </a:xfrm>
            <a:custGeom>
              <a:avLst/>
              <a:gdLst/>
              <a:ahLst/>
              <a:cxnLst/>
              <a:rect l="l" t="t" r="r" b="b"/>
              <a:pathLst>
                <a:path w="4931" h="5060" extrusionOk="0">
                  <a:moveTo>
                    <a:pt x="2551" y="0"/>
                  </a:moveTo>
                  <a:cubicBezTo>
                    <a:pt x="2088" y="0"/>
                    <a:pt x="1601" y="147"/>
                    <a:pt x="1144" y="442"/>
                  </a:cubicBezTo>
                  <a:cubicBezTo>
                    <a:pt x="215" y="1013"/>
                    <a:pt x="1" y="1894"/>
                    <a:pt x="525" y="2966"/>
                  </a:cubicBezTo>
                  <a:cubicBezTo>
                    <a:pt x="954" y="3895"/>
                    <a:pt x="1692" y="4490"/>
                    <a:pt x="2621" y="4895"/>
                  </a:cubicBezTo>
                  <a:cubicBezTo>
                    <a:pt x="2887" y="5005"/>
                    <a:pt x="3137" y="5059"/>
                    <a:pt x="3368" y="5059"/>
                  </a:cubicBezTo>
                  <a:cubicBezTo>
                    <a:pt x="3986" y="5059"/>
                    <a:pt x="4469" y="4677"/>
                    <a:pt x="4764" y="3966"/>
                  </a:cubicBezTo>
                  <a:cubicBezTo>
                    <a:pt x="4883" y="3633"/>
                    <a:pt x="4907" y="3300"/>
                    <a:pt x="4907" y="2966"/>
                  </a:cubicBezTo>
                  <a:cubicBezTo>
                    <a:pt x="4931" y="2156"/>
                    <a:pt x="4597" y="1442"/>
                    <a:pt x="4145" y="799"/>
                  </a:cubicBezTo>
                  <a:cubicBezTo>
                    <a:pt x="3749" y="266"/>
                    <a:pt x="3172" y="0"/>
                    <a:pt x="2551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grpSp>
        <p:nvGrpSpPr>
          <p:cNvPr id="3243" name="Google Shape;3243;p93"/>
          <p:cNvGrpSpPr/>
          <p:nvPr/>
        </p:nvGrpSpPr>
        <p:grpSpPr>
          <a:xfrm>
            <a:off x="7445135" y="40744"/>
            <a:ext cx="1624825" cy="1376466"/>
            <a:chOff x="5806500" y="2591150"/>
            <a:chExt cx="1404950" cy="1190200"/>
          </a:xfrm>
        </p:grpSpPr>
        <p:sp>
          <p:nvSpPr>
            <p:cNvPr id="3244" name="Google Shape;3244;p93"/>
            <p:cNvSpPr/>
            <p:nvPr/>
          </p:nvSpPr>
          <p:spPr>
            <a:xfrm>
              <a:off x="6178275" y="3511600"/>
              <a:ext cx="141600" cy="269750"/>
            </a:xfrm>
            <a:custGeom>
              <a:avLst/>
              <a:gdLst/>
              <a:ahLst/>
              <a:cxnLst/>
              <a:rect l="l" t="t" r="r" b="b"/>
              <a:pathLst>
                <a:path w="5664" h="10790" extrusionOk="0">
                  <a:moveTo>
                    <a:pt x="5358" y="1"/>
                  </a:moveTo>
                  <a:cubicBezTo>
                    <a:pt x="5279" y="1"/>
                    <a:pt x="5199" y="34"/>
                    <a:pt x="5152" y="110"/>
                  </a:cubicBezTo>
                  <a:cubicBezTo>
                    <a:pt x="4184" y="1590"/>
                    <a:pt x="3683" y="3373"/>
                    <a:pt x="3473" y="5110"/>
                  </a:cubicBezTo>
                  <a:cubicBezTo>
                    <a:pt x="3345" y="6077"/>
                    <a:pt x="3334" y="7056"/>
                    <a:pt x="3427" y="8035"/>
                  </a:cubicBezTo>
                  <a:cubicBezTo>
                    <a:pt x="3438" y="8210"/>
                    <a:pt x="3450" y="8396"/>
                    <a:pt x="3462" y="8583"/>
                  </a:cubicBezTo>
                  <a:cubicBezTo>
                    <a:pt x="3020" y="8212"/>
                    <a:pt x="2403" y="7996"/>
                    <a:pt x="1819" y="7996"/>
                  </a:cubicBezTo>
                  <a:cubicBezTo>
                    <a:pt x="1065" y="7996"/>
                    <a:pt x="366" y="8357"/>
                    <a:pt x="175" y="9212"/>
                  </a:cubicBezTo>
                  <a:cubicBezTo>
                    <a:pt x="0" y="10016"/>
                    <a:pt x="630" y="10576"/>
                    <a:pt x="1364" y="10715"/>
                  </a:cubicBezTo>
                  <a:cubicBezTo>
                    <a:pt x="1617" y="10766"/>
                    <a:pt x="1877" y="10790"/>
                    <a:pt x="2138" y="10790"/>
                  </a:cubicBezTo>
                  <a:cubicBezTo>
                    <a:pt x="2971" y="10790"/>
                    <a:pt x="3816" y="10544"/>
                    <a:pt x="4499" y="10109"/>
                  </a:cubicBezTo>
                  <a:cubicBezTo>
                    <a:pt x="4720" y="9970"/>
                    <a:pt x="4662" y="9655"/>
                    <a:pt x="4464" y="9550"/>
                  </a:cubicBezTo>
                  <a:cubicBezTo>
                    <a:pt x="4534" y="8944"/>
                    <a:pt x="4301" y="8268"/>
                    <a:pt x="4254" y="7674"/>
                  </a:cubicBezTo>
                  <a:cubicBezTo>
                    <a:pt x="4196" y="6881"/>
                    <a:pt x="4208" y="6089"/>
                    <a:pt x="4277" y="5296"/>
                  </a:cubicBezTo>
                  <a:cubicBezTo>
                    <a:pt x="4441" y="3537"/>
                    <a:pt x="4988" y="1940"/>
                    <a:pt x="5594" y="308"/>
                  </a:cubicBezTo>
                  <a:cubicBezTo>
                    <a:pt x="5663" y="124"/>
                    <a:pt x="5511" y="1"/>
                    <a:pt x="535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245" name="Google Shape;3245;p93"/>
            <p:cNvSpPr/>
            <p:nvPr/>
          </p:nvSpPr>
          <p:spPr>
            <a:xfrm>
              <a:off x="6579250" y="3508975"/>
              <a:ext cx="150575" cy="266700"/>
            </a:xfrm>
            <a:custGeom>
              <a:avLst/>
              <a:gdLst/>
              <a:ahLst/>
              <a:cxnLst/>
              <a:rect l="l" t="t" r="r" b="b"/>
              <a:pathLst>
                <a:path w="6023" h="10668" extrusionOk="0">
                  <a:moveTo>
                    <a:pt x="319" y="0"/>
                  </a:moveTo>
                  <a:cubicBezTo>
                    <a:pt x="160" y="0"/>
                    <a:pt x="1" y="128"/>
                    <a:pt x="79" y="308"/>
                  </a:cubicBezTo>
                  <a:cubicBezTo>
                    <a:pt x="743" y="1928"/>
                    <a:pt x="1350" y="3502"/>
                    <a:pt x="1571" y="5250"/>
                  </a:cubicBezTo>
                  <a:cubicBezTo>
                    <a:pt x="1664" y="6031"/>
                    <a:pt x="1711" y="6835"/>
                    <a:pt x="1676" y="7627"/>
                  </a:cubicBezTo>
                  <a:cubicBezTo>
                    <a:pt x="1653" y="8222"/>
                    <a:pt x="1443" y="8909"/>
                    <a:pt x="1536" y="9515"/>
                  </a:cubicBezTo>
                  <a:cubicBezTo>
                    <a:pt x="1338" y="9620"/>
                    <a:pt x="1291" y="9935"/>
                    <a:pt x="1524" y="10075"/>
                  </a:cubicBezTo>
                  <a:cubicBezTo>
                    <a:pt x="2182" y="10457"/>
                    <a:pt x="2976" y="10668"/>
                    <a:pt x="3758" y="10668"/>
                  </a:cubicBezTo>
                  <a:cubicBezTo>
                    <a:pt x="4071" y="10668"/>
                    <a:pt x="4383" y="10634"/>
                    <a:pt x="4683" y="10564"/>
                  </a:cubicBezTo>
                  <a:cubicBezTo>
                    <a:pt x="5417" y="10401"/>
                    <a:pt x="6023" y="9818"/>
                    <a:pt x="5813" y="9014"/>
                  </a:cubicBezTo>
                  <a:cubicBezTo>
                    <a:pt x="5598" y="8197"/>
                    <a:pt x="4932" y="7855"/>
                    <a:pt x="4210" y="7855"/>
                  </a:cubicBezTo>
                  <a:cubicBezTo>
                    <a:pt x="3602" y="7855"/>
                    <a:pt x="2956" y="8097"/>
                    <a:pt x="2503" y="8501"/>
                  </a:cubicBezTo>
                  <a:cubicBezTo>
                    <a:pt x="2515" y="8315"/>
                    <a:pt x="2515" y="8140"/>
                    <a:pt x="2527" y="7954"/>
                  </a:cubicBezTo>
                  <a:cubicBezTo>
                    <a:pt x="2585" y="6986"/>
                    <a:pt x="2527" y="6007"/>
                    <a:pt x="2375" y="5040"/>
                  </a:cubicBezTo>
                  <a:cubicBezTo>
                    <a:pt x="2107" y="3304"/>
                    <a:pt x="1536" y="1544"/>
                    <a:pt x="522" y="99"/>
                  </a:cubicBezTo>
                  <a:cubicBezTo>
                    <a:pt x="473" y="30"/>
                    <a:pt x="396" y="0"/>
                    <a:pt x="31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246" name="Google Shape;3246;p93"/>
            <p:cNvSpPr/>
            <p:nvPr/>
          </p:nvSpPr>
          <p:spPr>
            <a:xfrm>
              <a:off x="5834325" y="2628600"/>
              <a:ext cx="180500" cy="280175"/>
            </a:xfrm>
            <a:custGeom>
              <a:avLst/>
              <a:gdLst/>
              <a:ahLst/>
              <a:cxnLst/>
              <a:rect l="l" t="t" r="r" b="b"/>
              <a:pathLst>
                <a:path w="7220" h="11207" extrusionOk="0">
                  <a:moveTo>
                    <a:pt x="3026" y="0"/>
                  </a:moveTo>
                  <a:cubicBezTo>
                    <a:pt x="2810" y="0"/>
                    <a:pt x="2599" y="143"/>
                    <a:pt x="2594" y="433"/>
                  </a:cubicBezTo>
                  <a:lnTo>
                    <a:pt x="2582" y="1179"/>
                  </a:lnTo>
                  <a:cubicBezTo>
                    <a:pt x="2535" y="1074"/>
                    <a:pt x="2489" y="946"/>
                    <a:pt x="2454" y="829"/>
                  </a:cubicBezTo>
                  <a:cubicBezTo>
                    <a:pt x="2393" y="609"/>
                    <a:pt x="2222" y="513"/>
                    <a:pt x="2047" y="513"/>
                  </a:cubicBezTo>
                  <a:cubicBezTo>
                    <a:pt x="1787" y="513"/>
                    <a:pt x="1519" y="727"/>
                    <a:pt x="1603" y="1062"/>
                  </a:cubicBezTo>
                  <a:lnTo>
                    <a:pt x="1848" y="1948"/>
                  </a:lnTo>
                  <a:cubicBezTo>
                    <a:pt x="1521" y="1750"/>
                    <a:pt x="1207" y="1563"/>
                    <a:pt x="880" y="1365"/>
                  </a:cubicBezTo>
                  <a:cubicBezTo>
                    <a:pt x="811" y="1324"/>
                    <a:pt x="738" y="1305"/>
                    <a:pt x="668" y="1305"/>
                  </a:cubicBezTo>
                  <a:cubicBezTo>
                    <a:pt x="307" y="1305"/>
                    <a:pt x="1" y="1793"/>
                    <a:pt x="333" y="2076"/>
                  </a:cubicBezTo>
                  <a:cubicBezTo>
                    <a:pt x="939" y="2577"/>
                    <a:pt x="1603" y="3137"/>
                    <a:pt x="2361" y="3370"/>
                  </a:cubicBezTo>
                  <a:cubicBezTo>
                    <a:pt x="1941" y="6376"/>
                    <a:pt x="3852" y="9558"/>
                    <a:pt x="6311" y="11131"/>
                  </a:cubicBezTo>
                  <a:cubicBezTo>
                    <a:pt x="6394" y="11184"/>
                    <a:pt x="6476" y="11207"/>
                    <a:pt x="6553" y="11207"/>
                  </a:cubicBezTo>
                  <a:cubicBezTo>
                    <a:pt x="6953" y="11207"/>
                    <a:pt x="7219" y="10589"/>
                    <a:pt x="6789" y="10316"/>
                  </a:cubicBezTo>
                  <a:cubicBezTo>
                    <a:pt x="4085" y="8591"/>
                    <a:pt x="3141" y="5829"/>
                    <a:pt x="3071" y="2799"/>
                  </a:cubicBezTo>
                  <a:cubicBezTo>
                    <a:pt x="3246" y="2764"/>
                    <a:pt x="3409" y="2601"/>
                    <a:pt x="3444" y="2414"/>
                  </a:cubicBezTo>
                  <a:cubicBezTo>
                    <a:pt x="3677" y="2204"/>
                    <a:pt x="3922" y="2030"/>
                    <a:pt x="4202" y="1878"/>
                  </a:cubicBezTo>
                  <a:cubicBezTo>
                    <a:pt x="4538" y="1672"/>
                    <a:pt x="4350" y="1205"/>
                    <a:pt x="4004" y="1205"/>
                  </a:cubicBezTo>
                  <a:cubicBezTo>
                    <a:pt x="3978" y="1205"/>
                    <a:pt x="3950" y="1208"/>
                    <a:pt x="3922" y="1214"/>
                  </a:cubicBezTo>
                  <a:cubicBezTo>
                    <a:pt x="3771" y="1249"/>
                    <a:pt x="3631" y="1295"/>
                    <a:pt x="3491" y="1354"/>
                  </a:cubicBezTo>
                  <a:cubicBezTo>
                    <a:pt x="3503" y="1051"/>
                    <a:pt x="3514" y="736"/>
                    <a:pt x="3491" y="433"/>
                  </a:cubicBezTo>
                  <a:cubicBezTo>
                    <a:pt x="3468" y="146"/>
                    <a:pt x="3244" y="0"/>
                    <a:pt x="302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247" name="Google Shape;3247;p93"/>
            <p:cNvSpPr/>
            <p:nvPr/>
          </p:nvSpPr>
          <p:spPr>
            <a:xfrm>
              <a:off x="6901425" y="2591150"/>
              <a:ext cx="171400" cy="266975"/>
            </a:xfrm>
            <a:custGeom>
              <a:avLst/>
              <a:gdLst/>
              <a:ahLst/>
              <a:cxnLst/>
              <a:rect l="l" t="t" r="r" b="b"/>
              <a:pathLst>
                <a:path w="6856" h="10679" extrusionOk="0">
                  <a:moveTo>
                    <a:pt x="5541" y="0"/>
                  </a:moveTo>
                  <a:cubicBezTo>
                    <a:pt x="5372" y="0"/>
                    <a:pt x="5205" y="91"/>
                    <a:pt x="5140" y="299"/>
                  </a:cubicBezTo>
                  <a:cubicBezTo>
                    <a:pt x="5023" y="649"/>
                    <a:pt x="4872" y="964"/>
                    <a:pt x="4709" y="1290"/>
                  </a:cubicBezTo>
                  <a:cubicBezTo>
                    <a:pt x="4639" y="1022"/>
                    <a:pt x="4580" y="765"/>
                    <a:pt x="4557" y="497"/>
                  </a:cubicBezTo>
                  <a:cubicBezTo>
                    <a:pt x="4533" y="227"/>
                    <a:pt x="4313" y="87"/>
                    <a:pt x="4103" y="87"/>
                  </a:cubicBezTo>
                  <a:cubicBezTo>
                    <a:pt x="3897" y="87"/>
                    <a:pt x="3700" y="221"/>
                    <a:pt x="3706" y="497"/>
                  </a:cubicBezTo>
                  <a:cubicBezTo>
                    <a:pt x="3718" y="870"/>
                    <a:pt x="3718" y="1232"/>
                    <a:pt x="3741" y="1593"/>
                  </a:cubicBezTo>
                  <a:cubicBezTo>
                    <a:pt x="3496" y="1360"/>
                    <a:pt x="3240" y="1127"/>
                    <a:pt x="2995" y="882"/>
                  </a:cubicBezTo>
                  <a:cubicBezTo>
                    <a:pt x="2946" y="836"/>
                    <a:pt x="2890" y="816"/>
                    <a:pt x="2834" y="816"/>
                  </a:cubicBezTo>
                  <a:cubicBezTo>
                    <a:pt x="2665" y="816"/>
                    <a:pt x="2505" y="1001"/>
                    <a:pt x="2611" y="1185"/>
                  </a:cubicBezTo>
                  <a:cubicBezTo>
                    <a:pt x="2984" y="1873"/>
                    <a:pt x="3520" y="2455"/>
                    <a:pt x="4056" y="3026"/>
                  </a:cubicBezTo>
                  <a:cubicBezTo>
                    <a:pt x="4056" y="3026"/>
                    <a:pt x="4056" y="3038"/>
                    <a:pt x="4056" y="3038"/>
                  </a:cubicBezTo>
                  <a:cubicBezTo>
                    <a:pt x="3811" y="4355"/>
                    <a:pt x="3590" y="5614"/>
                    <a:pt x="2937" y="6849"/>
                  </a:cubicBezTo>
                  <a:cubicBezTo>
                    <a:pt x="2319" y="8003"/>
                    <a:pt x="1305" y="9343"/>
                    <a:pt x="210" y="10065"/>
                  </a:cubicBezTo>
                  <a:cubicBezTo>
                    <a:pt x="24" y="10194"/>
                    <a:pt x="0" y="10462"/>
                    <a:pt x="210" y="10578"/>
                  </a:cubicBezTo>
                  <a:cubicBezTo>
                    <a:pt x="327" y="10647"/>
                    <a:pt x="450" y="10678"/>
                    <a:pt x="579" y="10678"/>
                  </a:cubicBezTo>
                  <a:cubicBezTo>
                    <a:pt x="1671" y="10678"/>
                    <a:pt x="3111" y="8423"/>
                    <a:pt x="3496" y="7735"/>
                  </a:cubicBezTo>
                  <a:cubicBezTo>
                    <a:pt x="4196" y="6523"/>
                    <a:pt x="4732" y="5008"/>
                    <a:pt x="4674" y="3562"/>
                  </a:cubicBezTo>
                  <a:cubicBezTo>
                    <a:pt x="4755" y="3562"/>
                    <a:pt x="4837" y="3551"/>
                    <a:pt x="4918" y="3504"/>
                  </a:cubicBezTo>
                  <a:cubicBezTo>
                    <a:pt x="4977" y="3481"/>
                    <a:pt x="5035" y="3434"/>
                    <a:pt x="5093" y="3376"/>
                  </a:cubicBezTo>
                  <a:cubicBezTo>
                    <a:pt x="5466" y="3131"/>
                    <a:pt x="6025" y="3003"/>
                    <a:pt x="6410" y="2805"/>
                  </a:cubicBezTo>
                  <a:cubicBezTo>
                    <a:pt x="6855" y="2572"/>
                    <a:pt x="6571" y="1980"/>
                    <a:pt x="6153" y="1980"/>
                  </a:cubicBezTo>
                  <a:cubicBezTo>
                    <a:pt x="6090" y="1980"/>
                    <a:pt x="6023" y="1993"/>
                    <a:pt x="5956" y="2024"/>
                  </a:cubicBezTo>
                  <a:cubicBezTo>
                    <a:pt x="5804" y="2094"/>
                    <a:pt x="5652" y="2141"/>
                    <a:pt x="5501" y="2187"/>
                  </a:cubicBezTo>
                  <a:cubicBezTo>
                    <a:pt x="5652" y="1640"/>
                    <a:pt x="5816" y="1080"/>
                    <a:pt x="5967" y="532"/>
                  </a:cubicBezTo>
                  <a:cubicBezTo>
                    <a:pt x="6058" y="209"/>
                    <a:pt x="5798" y="0"/>
                    <a:pt x="55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248" name="Google Shape;3248;p93"/>
            <p:cNvSpPr/>
            <p:nvPr/>
          </p:nvSpPr>
          <p:spPr>
            <a:xfrm>
              <a:off x="5875550" y="3399550"/>
              <a:ext cx="49450" cy="9950"/>
            </a:xfrm>
            <a:custGeom>
              <a:avLst/>
              <a:gdLst/>
              <a:ahLst/>
              <a:cxnLst/>
              <a:rect l="l" t="t" r="r" b="b"/>
              <a:pathLst>
                <a:path w="1978" h="398" extrusionOk="0">
                  <a:moveTo>
                    <a:pt x="106" y="0"/>
                  </a:moveTo>
                  <a:cubicBezTo>
                    <a:pt x="24" y="0"/>
                    <a:pt x="1" y="105"/>
                    <a:pt x="59" y="140"/>
                  </a:cubicBezTo>
                  <a:cubicBezTo>
                    <a:pt x="338" y="329"/>
                    <a:pt x="700" y="397"/>
                    <a:pt x="1063" y="397"/>
                  </a:cubicBezTo>
                  <a:cubicBezTo>
                    <a:pt x="1352" y="397"/>
                    <a:pt x="1641" y="354"/>
                    <a:pt x="1889" y="292"/>
                  </a:cubicBezTo>
                  <a:cubicBezTo>
                    <a:pt x="1978" y="270"/>
                    <a:pt x="1939" y="151"/>
                    <a:pt x="1854" y="151"/>
                  </a:cubicBezTo>
                  <a:cubicBezTo>
                    <a:pt x="1850" y="151"/>
                    <a:pt x="1846" y="151"/>
                    <a:pt x="1842" y="152"/>
                  </a:cubicBezTo>
                  <a:cubicBezTo>
                    <a:pt x="1679" y="175"/>
                    <a:pt x="1516" y="187"/>
                    <a:pt x="1353" y="187"/>
                  </a:cubicBezTo>
                  <a:cubicBezTo>
                    <a:pt x="1189" y="187"/>
                    <a:pt x="1026" y="175"/>
                    <a:pt x="863" y="152"/>
                  </a:cubicBezTo>
                  <a:cubicBezTo>
                    <a:pt x="607" y="117"/>
                    <a:pt x="362" y="35"/>
                    <a:pt x="10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249" name="Google Shape;3249;p93"/>
            <p:cNvSpPr/>
            <p:nvPr/>
          </p:nvSpPr>
          <p:spPr>
            <a:xfrm>
              <a:off x="5875275" y="3273100"/>
              <a:ext cx="33325" cy="10325"/>
            </a:xfrm>
            <a:custGeom>
              <a:avLst/>
              <a:gdLst/>
              <a:ahLst/>
              <a:cxnLst/>
              <a:rect l="l" t="t" r="r" b="b"/>
              <a:pathLst>
                <a:path w="1333" h="413" extrusionOk="0">
                  <a:moveTo>
                    <a:pt x="114" y="1"/>
                  </a:moveTo>
                  <a:cubicBezTo>
                    <a:pt x="54" y="1"/>
                    <a:pt x="0" y="83"/>
                    <a:pt x="58" y="140"/>
                  </a:cubicBezTo>
                  <a:cubicBezTo>
                    <a:pt x="250" y="332"/>
                    <a:pt x="517" y="412"/>
                    <a:pt x="785" y="412"/>
                  </a:cubicBezTo>
                  <a:cubicBezTo>
                    <a:pt x="940" y="412"/>
                    <a:pt x="1094" y="386"/>
                    <a:pt x="1235" y="339"/>
                  </a:cubicBezTo>
                  <a:cubicBezTo>
                    <a:pt x="1333" y="306"/>
                    <a:pt x="1310" y="173"/>
                    <a:pt x="1222" y="173"/>
                  </a:cubicBezTo>
                  <a:cubicBezTo>
                    <a:pt x="1215" y="173"/>
                    <a:pt x="1208" y="174"/>
                    <a:pt x="1200" y="175"/>
                  </a:cubicBezTo>
                  <a:cubicBezTo>
                    <a:pt x="1095" y="201"/>
                    <a:pt x="995" y="212"/>
                    <a:pt x="899" y="212"/>
                  </a:cubicBezTo>
                  <a:cubicBezTo>
                    <a:pt x="641" y="212"/>
                    <a:pt x="406" y="131"/>
                    <a:pt x="152" y="12"/>
                  </a:cubicBezTo>
                  <a:cubicBezTo>
                    <a:pt x="139" y="4"/>
                    <a:pt x="127" y="1"/>
                    <a:pt x="11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250" name="Google Shape;3250;p93"/>
            <p:cNvSpPr/>
            <p:nvPr/>
          </p:nvSpPr>
          <p:spPr>
            <a:xfrm>
              <a:off x="5903325" y="3115450"/>
              <a:ext cx="37925" cy="9700"/>
            </a:xfrm>
            <a:custGeom>
              <a:avLst/>
              <a:gdLst/>
              <a:ahLst/>
              <a:cxnLst/>
              <a:rect l="l" t="t" r="r" b="b"/>
              <a:pathLst>
                <a:path w="1517" h="388" extrusionOk="0">
                  <a:moveTo>
                    <a:pt x="89" y="0"/>
                  </a:moveTo>
                  <a:cubicBezTo>
                    <a:pt x="37" y="0"/>
                    <a:pt x="0" y="63"/>
                    <a:pt x="43" y="107"/>
                  </a:cubicBezTo>
                  <a:cubicBezTo>
                    <a:pt x="224" y="314"/>
                    <a:pt x="517" y="387"/>
                    <a:pt x="813" y="387"/>
                  </a:cubicBezTo>
                  <a:cubicBezTo>
                    <a:pt x="1032" y="387"/>
                    <a:pt x="1252" y="348"/>
                    <a:pt x="1430" y="293"/>
                  </a:cubicBezTo>
                  <a:cubicBezTo>
                    <a:pt x="1516" y="272"/>
                    <a:pt x="1483" y="151"/>
                    <a:pt x="1404" y="151"/>
                  </a:cubicBezTo>
                  <a:cubicBezTo>
                    <a:pt x="1398" y="151"/>
                    <a:pt x="1391" y="151"/>
                    <a:pt x="1384" y="153"/>
                  </a:cubicBezTo>
                  <a:cubicBezTo>
                    <a:pt x="1259" y="179"/>
                    <a:pt x="1124" y="195"/>
                    <a:pt x="988" y="195"/>
                  </a:cubicBezTo>
                  <a:cubicBezTo>
                    <a:pt x="882" y="195"/>
                    <a:pt x="775" y="185"/>
                    <a:pt x="673" y="165"/>
                  </a:cubicBezTo>
                  <a:cubicBezTo>
                    <a:pt x="475" y="130"/>
                    <a:pt x="300" y="37"/>
                    <a:pt x="102" y="2"/>
                  </a:cubicBezTo>
                  <a:cubicBezTo>
                    <a:pt x="97" y="1"/>
                    <a:pt x="93" y="0"/>
                    <a:pt x="8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251" name="Google Shape;3251;p93"/>
            <p:cNvSpPr/>
            <p:nvPr/>
          </p:nvSpPr>
          <p:spPr>
            <a:xfrm>
              <a:off x="5835050" y="2620875"/>
              <a:ext cx="1353950" cy="946525"/>
            </a:xfrm>
            <a:custGeom>
              <a:avLst/>
              <a:gdLst/>
              <a:ahLst/>
              <a:cxnLst/>
              <a:rect l="l" t="t" r="r" b="b"/>
              <a:pathLst>
                <a:path w="54158" h="37861" extrusionOk="0">
                  <a:moveTo>
                    <a:pt x="26334" y="12008"/>
                  </a:moveTo>
                  <a:cubicBezTo>
                    <a:pt x="40873" y="12008"/>
                    <a:pt x="39509" y="27581"/>
                    <a:pt x="39509" y="27581"/>
                  </a:cubicBezTo>
                  <a:lnTo>
                    <a:pt x="12646" y="27581"/>
                  </a:lnTo>
                  <a:cubicBezTo>
                    <a:pt x="12646" y="27581"/>
                    <a:pt x="11049" y="12268"/>
                    <a:pt x="25978" y="12011"/>
                  </a:cubicBezTo>
                  <a:cubicBezTo>
                    <a:pt x="26098" y="12009"/>
                    <a:pt x="26217" y="12008"/>
                    <a:pt x="26334" y="12008"/>
                  </a:cubicBezTo>
                  <a:close/>
                  <a:moveTo>
                    <a:pt x="26670" y="0"/>
                  </a:moveTo>
                  <a:cubicBezTo>
                    <a:pt x="16102" y="0"/>
                    <a:pt x="6822" y="8293"/>
                    <a:pt x="4185" y="15181"/>
                  </a:cubicBezTo>
                  <a:cubicBezTo>
                    <a:pt x="1" y="26055"/>
                    <a:pt x="1154" y="33303"/>
                    <a:pt x="1970" y="37860"/>
                  </a:cubicBezTo>
                  <a:lnTo>
                    <a:pt x="50883" y="37581"/>
                  </a:lnTo>
                  <a:cubicBezTo>
                    <a:pt x="50883" y="37581"/>
                    <a:pt x="54158" y="15240"/>
                    <a:pt x="39217" y="4296"/>
                  </a:cubicBezTo>
                  <a:cubicBezTo>
                    <a:pt x="35049" y="1244"/>
                    <a:pt x="30763" y="0"/>
                    <a:pt x="26670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252" name="Google Shape;3252;p93"/>
            <p:cNvSpPr/>
            <p:nvPr/>
          </p:nvSpPr>
          <p:spPr>
            <a:xfrm>
              <a:off x="6107775" y="2951450"/>
              <a:ext cx="224075" cy="358100"/>
            </a:xfrm>
            <a:custGeom>
              <a:avLst/>
              <a:gdLst/>
              <a:ahLst/>
              <a:cxnLst/>
              <a:rect l="l" t="t" r="r" b="b"/>
              <a:pathLst>
                <a:path w="8963" h="14324" extrusionOk="0">
                  <a:moveTo>
                    <a:pt x="8962" y="0"/>
                  </a:moveTo>
                  <a:cubicBezTo>
                    <a:pt x="8088" y="164"/>
                    <a:pt x="7226" y="385"/>
                    <a:pt x="6387" y="700"/>
                  </a:cubicBezTo>
                  <a:cubicBezTo>
                    <a:pt x="4487" y="1411"/>
                    <a:pt x="3182" y="2576"/>
                    <a:pt x="2191" y="4301"/>
                  </a:cubicBezTo>
                  <a:cubicBezTo>
                    <a:pt x="1142" y="6119"/>
                    <a:pt x="315" y="8240"/>
                    <a:pt x="128" y="10349"/>
                  </a:cubicBezTo>
                  <a:cubicBezTo>
                    <a:pt x="0" y="11748"/>
                    <a:pt x="117" y="13519"/>
                    <a:pt x="1387" y="14323"/>
                  </a:cubicBezTo>
                  <a:cubicBezTo>
                    <a:pt x="1492" y="14277"/>
                    <a:pt x="1608" y="14242"/>
                    <a:pt x="1725" y="14218"/>
                  </a:cubicBezTo>
                  <a:cubicBezTo>
                    <a:pt x="1632" y="12937"/>
                    <a:pt x="1189" y="3415"/>
                    <a:pt x="8962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253" name="Google Shape;3253;p93"/>
            <p:cNvSpPr/>
            <p:nvPr/>
          </p:nvSpPr>
          <p:spPr>
            <a:xfrm>
              <a:off x="5869425" y="2620925"/>
              <a:ext cx="1319575" cy="946475"/>
            </a:xfrm>
            <a:custGeom>
              <a:avLst/>
              <a:gdLst/>
              <a:ahLst/>
              <a:cxnLst/>
              <a:rect l="l" t="t" r="r" b="b"/>
              <a:pathLst>
                <a:path w="52783" h="37859" extrusionOk="0">
                  <a:moveTo>
                    <a:pt x="25315" y="1"/>
                  </a:moveTo>
                  <a:cubicBezTo>
                    <a:pt x="24889" y="1"/>
                    <a:pt x="24465" y="14"/>
                    <a:pt x="24044" y="41"/>
                  </a:cubicBezTo>
                  <a:cubicBezTo>
                    <a:pt x="24964" y="297"/>
                    <a:pt x="25885" y="612"/>
                    <a:pt x="26771" y="973"/>
                  </a:cubicBezTo>
                  <a:cubicBezTo>
                    <a:pt x="38821" y="5844"/>
                    <a:pt x="47818" y="18874"/>
                    <a:pt x="47061" y="32031"/>
                  </a:cubicBezTo>
                  <a:cubicBezTo>
                    <a:pt x="47014" y="32847"/>
                    <a:pt x="46420" y="33488"/>
                    <a:pt x="45581" y="33500"/>
                  </a:cubicBezTo>
                  <a:cubicBezTo>
                    <a:pt x="41292" y="33593"/>
                    <a:pt x="36991" y="33628"/>
                    <a:pt x="32703" y="33628"/>
                  </a:cubicBezTo>
                  <a:cubicBezTo>
                    <a:pt x="25209" y="33628"/>
                    <a:pt x="17715" y="33535"/>
                    <a:pt x="10233" y="33511"/>
                  </a:cubicBezTo>
                  <a:cubicBezTo>
                    <a:pt x="10125" y="33511"/>
                    <a:pt x="10016" y="33511"/>
                    <a:pt x="9908" y="33511"/>
                  </a:cubicBezTo>
                  <a:cubicBezTo>
                    <a:pt x="6602" y="33511"/>
                    <a:pt x="3296" y="33680"/>
                    <a:pt x="1" y="33838"/>
                  </a:cubicBezTo>
                  <a:cubicBezTo>
                    <a:pt x="152" y="35364"/>
                    <a:pt x="386" y="36693"/>
                    <a:pt x="595" y="37858"/>
                  </a:cubicBezTo>
                  <a:lnTo>
                    <a:pt x="49508" y="37579"/>
                  </a:lnTo>
                  <a:cubicBezTo>
                    <a:pt x="49508" y="37579"/>
                    <a:pt x="52783" y="15238"/>
                    <a:pt x="37842" y="4294"/>
                  </a:cubicBezTo>
                  <a:cubicBezTo>
                    <a:pt x="33684" y="1244"/>
                    <a:pt x="29402" y="1"/>
                    <a:pt x="25315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254" name="Google Shape;3254;p93"/>
            <p:cNvSpPr/>
            <p:nvPr/>
          </p:nvSpPr>
          <p:spPr>
            <a:xfrm>
              <a:off x="5868925" y="2626575"/>
              <a:ext cx="1213275" cy="919250"/>
            </a:xfrm>
            <a:custGeom>
              <a:avLst/>
              <a:gdLst/>
              <a:ahLst/>
              <a:cxnLst/>
              <a:rect l="l" t="t" r="r" b="b"/>
              <a:pathLst>
                <a:path w="48531" h="36770" extrusionOk="0">
                  <a:moveTo>
                    <a:pt x="24881" y="0"/>
                  </a:moveTo>
                  <a:cubicBezTo>
                    <a:pt x="24795" y="0"/>
                    <a:pt x="24755" y="142"/>
                    <a:pt x="24856" y="164"/>
                  </a:cubicBezTo>
                  <a:cubicBezTo>
                    <a:pt x="31522" y="1877"/>
                    <a:pt x="37536" y="5851"/>
                    <a:pt x="41487" y="11527"/>
                  </a:cubicBezTo>
                  <a:cubicBezTo>
                    <a:pt x="45740" y="17634"/>
                    <a:pt x="47349" y="25360"/>
                    <a:pt x="46043" y="32668"/>
                  </a:cubicBezTo>
                  <a:cubicBezTo>
                    <a:pt x="46043" y="32726"/>
                    <a:pt x="46055" y="32772"/>
                    <a:pt x="46078" y="32807"/>
                  </a:cubicBezTo>
                  <a:cubicBezTo>
                    <a:pt x="46050" y="32779"/>
                    <a:pt x="46021" y="32758"/>
                    <a:pt x="45973" y="32758"/>
                  </a:cubicBezTo>
                  <a:cubicBezTo>
                    <a:pt x="45962" y="32758"/>
                    <a:pt x="45951" y="32759"/>
                    <a:pt x="45939" y="32761"/>
                  </a:cubicBezTo>
                  <a:cubicBezTo>
                    <a:pt x="41054" y="33197"/>
                    <a:pt x="36161" y="33310"/>
                    <a:pt x="31264" y="33310"/>
                  </a:cubicBezTo>
                  <a:cubicBezTo>
                    <a:pt x="28449" y="33310"/>
                    <a:pt x="25633" y="33273"/>
                    <a:pt x="22817" y="33239"/>
                  </a:cubicBezTo>
                  <a:cubicBezTo>
                    <a:pt x="20623" y="33205"/>
                    <a:pt x="18429" y="33179"/>
                    <a:pt x="16236" y="33179"/>
                  </a:cubicBezTo>
                  <a:cubicBezTo>
                    <a:pt x="14642" y="33179"/>
                    <a:pt x="13048" y="33193"/>
                    <a:pt x="11454" y="33227"/>
                  </a:cubicBezTo>
                  <a:cubicBezTo>
                    <a:pt x="7701" y="33309"/>
                    <a:pt x="3820" y="33355"/>
                    <a:pt x="114" y="34008"/>
                  </a:cubicBezTo>
                  <a:cubicBezTo>
                    <a:pt x="1" y="34019"/>
                    <a:pt x="20" y="34206"/>
                    <a:pt x="128" y="34206"/>
                  </a:cubicBezTo>
                  <a:cubicBezTo>
                    <a:pt x="131" y="34206"/>
                    <a:pt x="134" y="34206"/>
                    <a:pt x="137" y="34206"/>
                  </a:cubicBezTo>
                  <a:cubicBezTo>
                    <a:pt x="3913" y="34031"/>
                    <a:pt x="7666" y="33658"/>
                    <a:pt x="11454" y="33588"/>
                  </a:cubicBezTo>
                  <a:cubicBezTo>
                    <a:pt x="12942" y="33557"/>
                    <a:pt x="14431" y="33544"/>
                    <a:pt x="15919" y="33544"/>
                  </a:cubicBezTo>
                  <a:cubicBezTo>
                    <a:pt x="18288" y="33544"/>
                    <a:pt x="20657" y="33576"/>
                    <a:pt x="23026" y="33612"/>
                  </a:cubicBezTo>
                  <a:cubicBezTo>
                    <a:pt x="25976" y="33652"/>
                    <a:pt x="28927" y="33700"/>
                    <a:pt x="31876" y="33700"/>
                  </a:cubicBezTo>
                  <a:cubicBezTo>
                    <a:pt x="36560" y="33700"/>
                    <a:pt x="41241" y="33580"/>
                    <a:pt x="45904" y="33122"/>
                  </a:cubicBezTo>
                  <a:cubicBezTo>
                    <a:pt x="45904" y="33169"/>
                    <a:pt x="45915" y="33204"/>
                    <a:pt x="45939" y="33250"/>
                  </a:cubicBezTo>
                  <a:cubicBezTo>
                    <a:pt x="46859" y="34322"/>
                    <a:pt x="47628" y="35488"/>
                    <a:pt x="48304" y="36712"/>
                  </a:cubicBezTo>
                  <a:cubicBezTo>
                    <a:pt x="48327" y="36753"/>
                    <a:pt x="48360" y="36770"/>
                    <a:pt x="48393" y="36770"/>
                  </a:cubicBezTo>
                  <a:cubicBezTo>
                    <a:pt x="48463" y="36770"/>
                    <a:pt x="48530" y="36694"/>
                    <a:pt x="48491" y="36607"/>
                  </a:cubicBezTo>
                  <a:cubicBezTo>
                    <a:pt x="47873" y="35313"/>
                    <a:pt x="47081" y="34136"/>
                    <a:pt x="46148" y="33041"/>
                  </a:cubicBezTo>
                  <a:cubicBezTo>
                    <a:pt x="46137" y="33017"/>
                    <a:pt x="46113" y="33006"/>
                    <a:pt x="46102" y="32994"/>
                  </a:cubicBezTo>
                  <a:cubicBezTo>
                    <a:pt x="46125" y="32947"/>
                    <a:pt x="46113" y="32877"/>
                    <a:pt x="46090" y="32831"/>
                  </a:cubicBezTo>
                  <a:lnTo>
                    <a:pt x="46090" y="32831"/>
                  </a:lnTo>
                  <a:cubicBezTo>
                    <a:pt x="46133" y="32879"/>
                    <a:pt x="46197" y="32907"/>
                    <a:pt x="46258" y="32907"/>
                  </a:cubicBezTo>
                  <a:cubicBezTo>
                    <a:pt x="46331" y="32907"/>
                    <a:pt x="46397" y="32867"/>
                    <a:pt x="46416" y="32772"/>
                  </a:cubicBezTo>
                  <a:cubicBezTo>
                    <a:pt x="48479" y="21363"/>
                    <a:pt x="43340" y="9616"/>
                    <a:pt x="33480" y="3497"/>
                  </a:cubicBezTo>
                  <a:cubicBezTo>
                    <a:pt x="30835" y="1854"/>
                    <a:pt x="27933" y="677"/>
                    <a:pt x="24891" y="1"/>
                  </a:cubicBezTo>
                  <a:cubicBezTo>
                    <a:pt x="24888" y="1"/>
                    <a:pt x="24884" y="0"/>
                    <a:pt x="2488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255" name="Google Shape;3255;p93"/>
            <p:cNvSpPr/>
            <p:nvPr/>
          </p:nvSpPr>
          <p:spPr>
            <a:xfrm>
              <a:off x="6093500" y="2927150"/>
              <a:ext cx="273600" cy="372250"/>
            </a:xfrm>
            <a:custGeom>
              <a:avLst/>
              <a:gdLst/>
              <a:ahLst/>
              <a:cxnLst/>
              <a:rect l="l" t="t" r="r" b="b"/>
              <a:pathLst>
                <a:path w="10944" h="14890" extrusionOk="0">
                  <a:moveTo>
                    <a:pt x="10603" y="0"/>
                  </a:moveTo>
                  <a:cubicBezTo>
                    <a:pt x="6929" y="0"/>
                    <a:pt x="3599" y="2887"/>
                    <a:pt x="1993" y="5995"/>
                  </a:cubicBezTo>
                  <a:cubicBezTo>
                    <a:pt x="1061" y="7802"/>
                    <a:pt x="548" y="9806"/>
                    <a:pt x="396" y="11834"/>
                  </a:cubicBezTo>
                  <a:cubicBezTo>
                    <a:pt x="328" y="12727"/>
                    <a:pt x="191" y="14890"/>
                    <a:pt x="1577" y="14890"/>
                  </a:cubicBezTo>
                  <a:cubicBezTo>
                    <a:pt x="1603" y="14890"/>
                    <a:pt x="1629" y="14889"/>
                    <a:pt x="1655" y="14887"/>
                  </a:cubicBezTo>
                  <a:cubicBezTo>
                    <a:pt x="1806" y="14876"/>
                    <a:pt x="1865" y="14631"/>
                    <a:pt x="1690" y="14608"/>
                  </a:cubicBezTo>
                  <a:cubicBezTo>
                    <a:pt x="0" y="14305"/>
                    <a:pt x="839" y="10739"/>
                    <a:pt x="1061" y="9713"/>
                  </a:cubicBezTo>
                  <a:cubicBezTo>
                    <a:pt x="1422" y="8012"/>
                    <a:pt x="2074" y="6368"/>
                    <a:pt x="3042" y="4923"/>
                  </a:cubicBezTo>
                  <a:cubicBezTo>
                    <a:pt x="4906" y="2138"/>
                    <a:pt x="7645" y="693"/>
                    <a:pt x="10873" y="133"/>
                  </a:cubicBezTo>
                  <a:cubicBezTo>
                    <a:pt x="10943" y="122"/>
                    <a:pt x="10932" y="5"/>
                    <a:pt x="10862" y="5"/>
                  </a:cubicBezTo>
                  <a:cubicBezTo>
                    <a:pt x="10775" y="2"/>
                    <a:pt x="10689" y="0"/>
                    <a:pt x="1060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256" name="Google Shape;3256;p93"/>
            <p:cNvSpPr/>
            <p:nvPr/>
          </p:nvSpPr>
          <p:spPr>
            <a:xfrm>
              <a:off x="5946300" y="2988250"/>
              <a:ext cx="39075" cy="20850"/>
            </a:xfrm>
            <a:custGeom>
              <a:avLst/>
              <a:gdLst/>
              <a:ahLst/>
              <a:cxnLst/>
              <a:rect l="l" t="t" r="r" b="b"/>
              <a:pathLst>
                <a:path w="1563" h="834" extrusionOk="0">
                  <a:moveTo>
                    <a:pt x="118" y="0"/>
                  </a:moveTo>
                  <a:cubicBezTo>
                    <a:pt x="37" y="0"/>
                    <a:pt x="1" y="132"/>
                    <a:pt x="73" y="183"/>
                  </a:cubicBezTo>
                  <a:cubicBezTo>
                    <a:pt x="480" y="440"/>
                    <a:pt x="958" y="638"/>
                    <a:pt x="1389" y="824"/>
                  </a:cubicBezTo>
                  <a:cubicBezTo>
                    <a:pt x="1404" y="831"/>
                    <a:pt x="1418" y="834"/>
                    <a:pt x="1432" y="834"/>
                  </a:cubicBezTo>
                  <a:cubicBezTo>
                    <a:pt x="1514" y="834"/>
                    <a:pt x="1563" y="725"/>
                    <a:pt x="1483" y="684"/>
                  </a:cubicBezTo>
                  <a:cubicBezTo>
                    <a:pt x="1052" y="440"/>
                    <a:pt x="609" y="172"/>
                    <a:pt x="154" y="9"/>
                  </a:cubicBezTo>
                  <a:cubicBezTo>
                    <a:pt x="141" y="3"/>
                    <a:pt x="129" y="0"/>
                    <a:pt x="118" y="0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257" name="Google Shape;3257;p93"/>
            <p:cNvSpPr/>
            <p:nvPr/>
          </p:nvSpPr>
          <p:spPr>
            <a:xfrm>
              <a:off x="6017775" y="2862525"/>
              <a:ext cx="38175" cy="25975"/>
            </a:xfrm>
            <a:custGeom>
              <a:avLst/>
              <a:gdLst/>
              <a:ahLst/>
              <a:cxnLst/>
              <a:rect l="l" t="t" r="r" b="b"/>
              <a:pathLst>
                <a:path w="1527" h="1039" extrusionOk="0">
                  <a:moveTo>
                    <a:pt x="113" y="1"/>
                  </a:moveTo>
                  <a:cubicBezTo>
                    <a:pt x="38" y="1"/>
                    <a:pt x="1" y="108"/>
                    <a:pt x="69" y="166"/>
                  </a:cubicBezTo>
                  <a:cubicBezTo>
                    <a:pt x="488" y="469"/>
                    <a:pt x="943" y="749"/>
                    <a:pt x="1386" y="1029"/>
                  </a:cubicBezTo>
                  <a:cubicBezTo>
                    <a:pt x="1398" y="1035"/>
                    <a:pt x="1410" y="1039"/>
                    <a:pt x="1421" y="1039"/>
                  </a:cubicBezTo>
                  <a:cubicBezTo>
                    <a:pt x="1485" y="1039"/>
                    <a:pt x="1527" y="940"/>
                    <a:pt x="1467" y="900"/>
                  </a:cubicBezTo>
                  <a:cubicBezTo>
                    <a:pt x="1036" y="597"/>
                    <a:pt x="605" y="283"/>
                    <a:pt x="162" y="15"/>
                  </a:cubicBezTo>
                  <a:cubicBezTo>
                    <a:pt x="145" y="5"/>
                    <a:pt x="128" y="1"/>
                    <a:pt x="113" y="1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258" name="Google Shape;3258;p93"/>
            <p:cNvSpPr/>
            <p:nvPr/>
          </p:nvSpPr>
          <p:spPr>
            <a:xfrm>
              <a:off x="6105500" y="2785975"/>
              <a:ext cx="31775" cy="37200"/>
            </a:xfrm>
            <a:custGeom>
              <a:avLst/>
              <a:gdLst/>
              <a:ahLst/>
              <a:cxnLst/>
              <a:rect l="l" t="t" r="r" b="b"/>
              <a:pathLst>
                <a:path w="1271" h="1488" extrusionOk="0">
                  <a:moveTo>
                    <a:pt x="119" y="0"/>
                  </a:moveTo>
                  <a:cubicBezTo>
                    <a:pt x="62" y="0"/>
                    <a:pt x="1" y="64"/>
                    <a:pt x="33" y="128"/>
                  </a:cubicBezTo>
                  <a:cubicBezTo>
                    <a:pt x="313" y="664"/>
                    <a:pt x="674" y="1119"/>
                    <a:pt x="1152" y="1480"/>
                  </a:cubicBezTo>
                  <a:cubicBezTo>
                    <a:pt x="1160" y="1485"/>
                    <a:pt x="1170" y="1488"/>
                    <a:pt x="1179" y="1488"/>
                  </a:cubicBezTo>
                  <a:cubicBezTo>
                    <a:pt x="1228" y="1488"/>
                    <a:pt x="1271" y="1415"/>
                    <a:pt x="1222" y="1375"/>
                  </a:cubicBezTo>
                  <a:cubicBezTo>
                    <a:pt x="790" y="1002"/>
                    <a:pt x="429" y="559"/>
                    <a:pt x="184" y="47"/>
                  </a:cubicBezTo>
                  <a:cubicBezTo>
                    <a:pt x="170" y="14"/>
                    <a:pt x="145" y="0"/>
                    <a:pt x="119" y="0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259" name="Google Shape;3259;p93"/>
            <p:cNvSpPr/>
            <p:nvPr/>
          </p:nvSpPr>
          <p:spPr>
            <a:xfrm>
              <a:off x="6225650" y="2703850"/>
              <a:ext cx="20925" cy="42700"/>
            </a:xfrm>
            <a:custGeom>
              <a:avLst/>
              <a:gdLst/>
              <a:ahLst/>
              <a:cxnLst/>
              <a:rect l="l" t="t" r="r" b="b"/>
              <a:pathLst>
                <a:path w="837" h="1708" extrusionOk="0">
                  <a:moveTo>
                    <a:pt x="112" y="1"/>
                  </a:moveTo>
                  <a:cubicBezTo>
                    <a:pt x="56" y="1"/>
                    <a:pt x="1" y="46"/>
                    <a:pt x="28" y="115"/>
                  </a:cubicBezTo>
                  <a:cubicBezTo>
                    <a:pt x="238" y="639"/>
                    <a:pt x="460" y="1152"/>
                    <a:pt x="681" y="1677"/>
                  </a:cubicBezTo>
                  <a:cubicBezTo>
                    <a:pt x="692" y="1699"/>
                    <a:pt x="712" y="1708"/>
                    <a:pt x="734" y="1708"/>
                  </a:cubicBezTo>
                  <a:cubicBezTo>
                    <a:pt x="781" y="1708"/>
                    <a:pt x="837" y="1663"/>
                    <a:pt x="821" y="1607"/>
                  </a:cubicBezTo>
                  <a:cubicBezTo>
                    <a:pt x="623" y="1094"/>
                    <a:pt x="413" y="581"/>
                    <a:pt x="203" y="68"/>
                  </a:cubicBezTo>
                  <a:cubicBezTo>
                    <a:pt x="189" y="21"/>
                    <a:pt x="150" y="1"/>
                    <a:pt x="112" y="1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260" name="Google Shape;3260;p93"/>
            <p:cNvSpPr/>
            <p:nvPr/>
          </p:nvSpPr>
          <p:spPr>
            <a:xfrm>
              <a:off x="6360650" y="2649175"/>
              <a:ext cx="11750" cy="53450"/>
            </a:xfrm>
            <a:custGeom>
              <a:avLst/>
              <a:gdLst/>
              <a:ahLst/>
              <a:cxnLst/>
              <a:rect l="l" t="t" r="r" b="b"/>
              <a:pathLst>
                <a:path w="470" h="2138" extrusionOk="0">
                  <a:moveTo>
                    <a:pt x="173" y="1"/>
                  </a:moveTo>
                  <a:cubicBezTo>
                    <a:pt x="127" y="1"/>
                    <a:pt x="81" y="31"/>
                    <a:pt x="71" y="99"/>
                  </a:cubicBezTo>
                  <a:cubicBezTo>
                    <a:pt x="1" y="787"/>
                    <a:pt x="71" y="1440"/>
                    <a:pt x="304" y="2092"/>
                  </a:cubicBezTo>
                  <a:cubicBezTo>
                    <a:pt x="318" y="2124"/>
                    <a:pt x="347" y="2138"/>
                    <a:pt x="376" y="2138"/>
                  </a:cubicBezTo>
                  <a:cubicBezTo>
                    <a:pt x="423" y="2138"/>
                    <a:pt x="470" y="2103"/>
                    <a:pt x="455" y="2046"/>
                  </a:cubicBezTo>
                  <a:cubicBezTo>
                    <a:pt x="246" y="1428"/>
                    <a:pt x="176" y="775"/>
                    <a:pt x="269" y="123"/>
                  </a:cubicBezTo>
                  <a:cubicBezTo>
                    <a:pt x="282" y="46"/>
                    <a:pt x="228" y="1"/>
                    <a:pt x="173" y="1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261" name="Google Shape;3261;p93"/>
            <p:cNvSpPr/>
            <p:nvPr/>
          </p:nvSpPr>
          <p:spPr>
            <a:xfrm>
              <a:off x="6515525" y="2643825"/>
              <a:ext cx="12700" cy="58825"/>
            </a:xfrm>
            <a:custGeom>
              <a:avLst/>
              <a:gdLst/>
              <a:ahLst/>
              <a:cxnLst/>
              <a:rect l="l" t="t" r="r" b="b"/>
              <a:pathLst>
                <a:path w="508" h="2353" extrusionOk="0">
                  <a:moveTo>
                    <a:pt x="432" y="1"/>
                  </a:moveTo>
                  <a:cubicBezTo>
                    <a:pt x="409" y="1"/>
                    <a:pt x="388" y="11"/>
                    <a:pt x="379" y="34"/>
                  </a:cubicBezTo>
                  <a:cubicBezTo>
                    <a:pt x="76" y="698"/>
                    <a:pt x="29" y="1560"/>
                    <a:pt x="6" y="2283"/>
                  </a:cubicBezTo>
                  <a:cubicBezTo>
                    <a:pt x="0" y="2330"/>
                    <a:pt x="35" y="2353"/>
                    <a:pt x="73" y="2353"/>
                  </a:cubicBezTo>
                  <a:cubicBezTo>
                    <a:pt x="111" y="2353"/>
                    <a:pt x="152" y="2330"/>
                    <a:pt x="157" y="2283"/>
                  </a:cubicBezTo>
                  <a:cubicBezTo>
                    <a:pt x="227" y="1537"/>
                    <a:pt x="449" y="803"/>
                    <a:pt x="507" y="69"/>
                  </a:cubicBezTo>
                  <a:cubicBezTo>
                    <a:pt x="507" y="26"/>
                    <a:pt x="468" y="1"/>
                    <a:pt x="432" y="1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262" name="Google Shape;3262;p93"/>
            <p:cNvSpPr/>
            <p:nvPr/>
          </p:nvSpPr>
          <p:spPr>
            <a:xfrm>
              <a:off x="6645800" y="2703625"/>
              <a:ext cx="21875" cy="42125"/>
            </a:xfrm>
            <a:custGeom>
              <a:avLst/>
              <a:gdLst/>
              <a:ahLst/>
              <a:cxnLst/>
              <a:rect l="l" t="t" r="r" b="b"/>
              <a:pathLst>
                <a:path w="875" h="1685" extrusionOk="0">
                  <a:moveTo>
                    <a:pt x="751" y="1"/>
                  </a:moveTo>
                  <a:cubicBezTo>
                    <a:pt x="723" y="1"/>
                    <a:pt x="696" y="16"/>
                    <a:pt x="680" y="54"/>
                  </a:cubicBezTo>
                  <a:cubicBezTo>
                    <a:pt x="459" y="567"/>
                    <a:pt x="226" y="1080"/>
                    <a:pt x="16" y="1592"/>
                  </a:cubicBezTo>
                  <a:cubicBezTo>
                    <a:pt x="1" y="1646"/>
                    <a:pt x="46" y="1685"/>
                    <a:pt x="89" y="1685"/>
                  </a:cubicBezTo>
                  <a:cubicBezTo>
                    <a:pt x="111" y="1685"/>
                    <a:pt x="132" y="1675"/>
                    <a:pt x="144" y="1651"/>
                  </a:cubicBezTo>
                  <a:cubicBezTo>
                    <a:pt x="389" y="1150"/>
                    <a:pt x="610" y="648"/>
                    <a:pt x="844" y="147"/>
                  </a:cubicBezTo>
                  <a:cubicBezTo>
                    <a:pt x="875" y="69"/>
                    <a:pt x="811" y="1"/>
                    <a:pt x="751" y="1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263" name="Google Shape;3263;p93"/>
            <p:cNvSpPr/>
            <p:nvPr/>
          </p:nvSpPr>
          <p:spPr>
            <a:xfrm>
              <a:off x="6750775" y="2797175"/>
              <a:ext cx="31725" cy="36225"/>
            </a:xfrm>
            <a:custGeom>
              <a:avLst/>
              <a:gdLst/>
              <a:ahLst/>
              <a:cxnLst/>
              <a:rect l="l" t="t" r="r" b="b"/>
              <a:pathLst>
                <a:path w="1269" h="1449" extrusionOk="0">
                  <a:moveTo>
                    <a:pt x="1170" y="0"/>
                  </a:moveTo>
                  <a:cubicBezTo>
                    <a:pt x="1153" y="0"/>
                    <a:pt x="1135" y="9"/>
                    <a:pt x="1120" y="30"/>
                  </a:cubicBezTo>
                  <a:cubicBezTo>
                    <a:pt x="758" y="461"/>
                    <a:pt x="397" y="904"/>
                    <a:pt x="36" y="1347"/>
                  </a:cubicBezTo>
                  <a:cubicBezTo>
                    <a:pt x="1" y="1391"/>
                    <a:pt x="39" y="1448"/>
                    <a:pt x="80" y="1448"/>
                  </a:cubicBezTo>
                  <a:cubicBezTo>
                    <a:pt x="93" y="1448"/>
                    <a:pt x="106" y="1442"/>
                    <a:pt x="118" y="1428"/>
                  </a:cubicBezTo>
                  <a:cubicBezTo>
                    <a:pt x="490" y="997"/>
                    <a:pt x="863" y="566"/>
                    <a:pt x="1225" y="135"/>
                  </a:cubicBezTo>
                  <a:cubicBezTo>
                    <a:pt x="1268" y="74"/>
                    <a:pt x="1221" y="0"/>
                    <a:pt x="1170" y="0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264" name="Google Shape;3264;p93"/>
            <p:cNvSpPr/>
            <p:nvPr/>
          </p:nvSpPr>
          <p:spPr>
            <a:xfrm>
              <a:off x="6848675" y="2911350"/>
              <a:ext cx="37100" cy="25825"/>
            </a:xfrm>
            <a:custGeom>
              <a:avLst/>
              <a:gdLst/>
              <a:ahLst/>
              <a:cxnLst/>
              <a:rect l="l" t="t" r="r" b="b"/>
              <a:pathLst>
                <a:path w="1484" h="1033" extrusionOk="0">
                  <a:moveTo>
                    <a:pt x="1380" y="0"/>
                  </a:moveTo>
                  <a:cubicBezTo>
                    <a:pt x="1371" y="0"/>
                    <a:pt x="1362" y="3"/>
                    <a:pt x="1353" y="8"/>
                  </a:cubicBezTo>
                  <a:cubicBezTo>
                    <a:pt x="898" y="276"/>
                    <a:pt x="479" y="602"/>
                    <a:pt x="59" y="905"/>
                  </a:cubicBezTo>
                  <a:cubicBezTo>
                    <a:pt x="0" y="944"/>
                    <a:pt x="32" y="1033"/>
                    <a:pt x="85" y="1033"/>
                  </a:cubicBezTo>
                  <a:cubicBezTo>
                    <a:pt x="95" y="1033"/>
                    <a:pt x="106" y="1029"/>
                    <a:pt x="117" y="1022"/>
                  </a:cubicBezTo>
                  <a:cubicBezTo>
                    <a:pt x="560" y="719"/>
                    <a:pt x="1015" y="439"/>
                    <a:pt x="1434" y="113"/>
                  </a:cubicBezTo>
                  <a:cubicBezTo>
                    <a:pt x="1484" y="73"/>
                    <a:pt x="1433" y="0"/>
                    <a:pt x="1380" y="0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265" name="Google Shape;3265;p93"/>
            <p:cNvSpPr/>
            <p:nvPr/>
          </p:nvSpPr>
          <p:spPr>
            <a:xfrm>
              <a:off x="6919800" y="3037875"/>
              <a:ext cx="47900" cy="25725"/>
            </a:xfrm>
            <a:custGeom>
              <a:avLst/>
              <a:gdLst/>
              <a:ahLst/>
              <a:cxnLst/>
              <a:rect l="l" t="t" r="r" b="b"/>
              <a:pathLst>
                <a:path w="1916" h="1029" extrusionOk="0">
                  <a:moveTo>
                    <a:pt x="1841" y="0"/>
                  </a:moveTo>
                  <a:cubicBezTo>
                    <a:pt x="1833" y="0"/>
                    <a:pt x="1826" y="2"/>
                    <a:pt x="1817" y="5"/>
                  </a:cubicBezTo>
                  <a:cubicBezTo>
                    <a:pt x="1526" y="75"/>
                    <a:pt x="1258" y="261"/>
                    <a:pt x="990" y="413"/>
                  </a:cubicBezTo>
                  <a:cubicBezTo>
                    <a:pt x="687" y="576"/>
                    <a:pt x="372" y="739"/>
                    <a:pt x="69" y="902"/>
                  </a:cubicBezTo>
                  <a:cubicBezTo>
                    <a:pt x="0" y="932"/>
                    <a:pt x="40" y="1029"/>
                    <a:pt x="104" y="1029"/>
                  </a:cubicBezTo>
                  <a:cubicBezTo>
                    <a:pt x="115" y="1029"/>
                    <a:pt x="127" y="1026"/>
                    <a:pt x="139" y="1019"/>
                  </a:cubicBezTo>
                  <a:cubicBezTo>
                    <a:pt x="454" y="855"/>
                    <a:pt x="757" y="704"/>
                    <a:pt x="1072" y="541"/>
                  </a:cubicBezTo>
                  <a:cubicBezTo>
                    <a:pt x="1340" y="401"/>
                    <a:pt x="1643" y="284"/>
                    <a:pt x="1876" y="86"/>
                  </a:cubicBezTo>
                  <a:cubicBezTo>
                    <a:pt x="1916" y="56"/>
                    <a:pt x="1887" y="0"/>
                    <a:pt x="1841" y="0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266" name="Google Shape;3266;p93"/>
            <p:cNvSpPr/>
            <p:nvPr/>
          </p:nvSpPr>
          <p:spPr>
            <a:xfrm>
              <a:off x="6963000" y="3141100"/>
              <a:ext cx="44400" cy="10550"/>
            </a:xfrm>
            <a:custGeom>
              <a:avLst/>
              <a:gdLst/>
              <a:ahLst/>
              <a:cxnLst/>
              <a:rect l="l" t="t" r="r" b="b"/>
              <a:pathLst>
                <a:path w="1776" h="422" extrusionOk="0">
                  <a:moveTo>
                    <a:pt x="1638" y="1"/>
                  </a:moveTo>
                  <a:cubicBezTo>
                    <a:pt x="1635" y="1"/>
                    <a:pt x="1631" y="1"/>
                    <a:pt x="1628" y="1"/>
                  </a:cubicBezTo>
                  <a:cubicBezTo>
                    <a:pt x="1115" y="83"/>
                    <a:pt x="602" y="176"/>
                    <a:pt x="101" y="269"/>
                  </a:cubicBezTo>
                  <a:cubicBezTo>
                    <a:pt x="0" y="281"/>
                    <a:pt x="40" y="421"/>
                    <a:pt x="136" y="421"/>
                  </a:cubicBezTo>
                  <a:cubicBezTo>
                    <a:pt x="140" y="421"/>
                    <a:pt x="144" y="421"/>
                    <a:pt x="148" y="421"/>
                  </a:cubicBezTo>
                  <a:cubicBezTo>
                    <a:pt x="649" y="339"/>
                    <a:pt x="1162" y="269"/>
                    <a:pt x="1674" y="176"/>
                  </a:cubicBezTo>
                  <a:cubicBezTo>
                    <a:pt x="1776" y="165"/>
                    <a:pt x="1736" y="1"/>
                    <a:pt x="1638" y="1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267" name="Google Shape;3267;p93"/>
            <p:cNvSpPr/>
            <p:nvPr/>
          </p:nvSpPr>
          <p:spPr>
            <a:xfrm>
              <a:off x="6985625" y="3266250"/>
              <a:ext cx="41975" cy="5500"/>
            </a:xfrm>
            <a:custGeom>
              <a:avLst/>
              <a:gdLst/>
              <a:ahLst/>
              <a:cxnLst/>
              <a:rect l="l" t="t" r="r" b="b"/>
              <a:pathLst>
                <a:path w="1679" h="220" extrusionOk="0">
                  <a:moveTo>
                    <a:pt x="1051" y="0"/>
                  </a:moveTo>
                  <a:cubicBezTo>
                    <a:pt x="723" y="0"/>
                    <a:pt x="385" y="34"/>
                    <a:pt x="82" y="42"/>
                  </a:cubicBezTo>
                  <a:cubicBezTo>
                    <a:pt x="0" y="42"/>
                    <a:pt x="0" y="181"/>
                    <a:pt x="82" y="181"/>
                  </a:cubicBezTo>
                  <a:cubicBezTo>
                    <a:pt x="395" y="181"/>
                    <a:pt x="747" y="220"/>
                    <a:pt x="1084" y="220"/>
                  </a:cubicBezTo>
                  <a:cubicBezTo>
                    <a:pt x="1274" y="220"/>
                    <a:pt x="1460" y="207"/>
                    <a:pt x="1632" y="170"/>
                  </a:cubicBezTo>
                  <a:cubicBezTo>
                    <a:pt x="1678" y="146"/>
                    <a:pt x="1678" y="65"/>
                    <a:pt x="1632" y="53"/>
                  </a:cubicBezTo>
                  <a:cubicBezTo>
                    <a:pt x="1450" y="13"/>
                    <a:pt x="1252" y="0"/>
                    <a:pt x="1051" y="0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268" name="Google Shape;3268;p93"/>
            <p:cNvSpPr/>
            <p:nvPr/>
          </p:nvSpPr>
          <p:spPr>
            <a:xfrm>
              <a:off x="6985725" y="3360500"/>
              <a:ext cx="31375" cy="9375"/>
            </a:xfrm>
            <a:custGeom>
              <a:avLst/>
              <a:gdLst/>
              <a:ahLst/>
              <a:cxnLst/>
              <a:rect l="l" t="t" r="r" b="b"/>
              <a:pathLst>
                <a:path w="1255" h="375" extrusionOk="0">
                  <a:moveTo>
                    <a:pt x="1173" y="1"/>
                  </a:moveTo>
                  <a:cubicBezTo>
                    <a:pt x="812" y="1"/>
                    <a:pt x="416" y="164"/>
                    <a:pt x="78" y="246"/>
                  </a:cubicBezTo>
                  <a:cubicBezTo>
                    <a:pt x="0" y="268"/>
                    <a:pt x="28" y="375"/>
                    <a:pt x="91" y="375"/>
                  </a:cubicBezTo>
                  <a:cubicBezTo>
                    <a:pt x="95" y="375"/>
                    <a:pt x="98" y="374"/>
                    <a:pt x="101" y="374"/>
                  </a:cubicBezTo>
                  <a:cubicBezTo>
                    <a:pt x="462" y="304"/>
                    <a:pt x="882" y="269"/>
                    <a:pt x="1208" y="117"/>
                  </a:cubicBezTo>
                  <a:cubicBezTo>
                    <a:pt x="1255" y="82"/>
                    <a:pt x="1232" y="1"/>
                    <a:pt x="11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269" name="Google Shape;3269;p93"/>
            <p:cNvSpPr/>
            <p:nvPr/>
          </p:nvSpPr>
          <p:spPr>
            <a:xfrm>
              <a:off x="6319000" y="2840150"/>
              <a:ext cx="62950" cy="25950"/>
            </a:xfrm>
            <a:custGeom>
              <a:avLst/>
              <a:gdLst/>
              <a:ahLst/>
              <a:cxnLst/>
              <a:rect l="l" t="t" r="r" b="b"/>
              <a:pathLst>
                <a:path w="2518" h="1038" extrusionOk="0">
                  <a:moveTo>
                    <a:pt x="1259" y="1"/>
                  </a:moveTo>
                  <a:cubicBezTo>
                    <a:pt x="560" y="1"/>
                    <a:pt x="0" y="234"/>
                    <a:pt x="0" y="525"/>
                  </a:cubicBezTo>
                  <a:cubicBezTo>
                    <a:pt x="0" y="805"/>
                    <a:pt x="560" y="1038"/>
                    <a:pt x="1259" y="1038"/>
                  </a:cubicBezTo>
                  <a:cubicBezTo>
                    <a:pt x="1958" y="1038"/>
                    <a:pt x="2518" y="805"/>
                    <a:pt x="2518" y="525"/>
                  </a:cubicBezTo>
                  <a:cubicBezTo>
                    <a:pt x="2518" y="234"/>
                    <a:pt x="1958" y="1"/>
                    <a:pt x="1259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270" name="Google Shape;3270;p93"/>
            <p:cNvSpPr/>
            <p:nvPr/>
          </p:nvSpPr>
          <p:spPr>
            <a:xfrm>
              <a:off x="6424175" y="2798700"/>
              <a:ext cx="66175" cy="67450"/>
            </a:xfrm>
            <a:custGeom>
              <a:avLst/>
              <a:gdLst/>
              <a:ahLst/>
              <a:cxnLst/>
              <a:rect l="l" t="t" r="r" b="b"/>
              <a:pathLst>
                <a:path w="2647" h="2698" extrusionOk="0">
                  <a:moveTo>
                    <a:pt x="535" y="1"/>
                  </a:moveTo>
                  <a:cubicBezTo>
                    <a:pt x="490" y="1"/>
                    <a:pt x="443" y="33"/>
                    <a:pt x="432" y="97"/>
                  </a:cubicBezTo>
                  <a:cubicBezTo>
                    <a:pt x="339" y="878"/>
                    <a:pt x="1" y="2638"/>
                    <a:pt x="1283" y="2696"/>
                  </a:cubicBezTo>
                  <a:cubicBezTo>
                    <a:pt x="1299" y="2697"/>
                    <a:pt x="1315" y="2697"/>
                    <a:pt x="1331" y="2697"/>
                  </a:cubicBezTo>
                  <a:cubicBezTo>
                    <a:pt x="1755" y="2697"/>
                    <a:pt x="2141" y="2403"/>
                    <a:pt x="2343" y="2043"/>
                  </a:cubicBezTo>
                  <a:cubicBezTo>
                    <a:pt x="2646" y="1484"/>
                    <a:pt x="2530" y="808"/>
                    <a:pt x="2425" y="213"/>
                  </a:cubicBezTo>
                  <a:cubicBezTo>
                    <a:pt x="2410" y="137"/>
                    <a:pt x="2355" y="104"/>
                    <a:pt x="2297" y="104"/>
                  </a:cubicBezTo>
                  <a:cubicBezTo>
                    <a:pt x="2213" y="104"/>
                    <a:pt x="2124" y="173"/>
                    <a:pt x="2145" y="283"/>
                  </a:cubicBezTo>
                  <a:cubicBezTo>
                    <a:pt x="2227" y="750"/>
                    <a:pt x="2331" y="1286"/>
                    <a:pt x="2157" y="1752"/>
                  </a:cubicBezTo>
                  <a:cubicBezTo>
                    <a:pt x="2022" y="2092"/>
                    <a:pt x="1696" y="2405"/>
                    <a:pt x="1340" y="2405"/>
                  </a:cubicBezTo>
                  <a:cubicBezTo>
                    <a:pt x="1233" y="2405"/>
                    <a:pt x="1123" y="2376"/>
                    <a:pt x="1014" y="2311"/>
                  </a:cubicBezTo>
                  <a:cubicBezTo>
                    <a:pt x="269" y="1880"/>
                    <a:pt x="677" y="773"/>
                    <a:pt x="630" y="97"/>
                  </a:cubicBezTo>
                  <a:cubicBezTo>
                    <a:pt x="624" y="33"/>
                    <a:pt x="580" y="1"/>
                    <a:pt x="53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271" name="Google Shape;3271;p93"/>
            <p:cNvSpPr/>
            <p:nvPr/>
          </p:nvSpPr>
          <p:spPr>
            <a:xfrm>
              <a:off x="6326175" y="2736125"/>
              <a:ext cx="92500" cy="78600"/>
            </a:xfrm>
            <a:custGeom>
              <a:avLst/>
              <a:gdLst/>
              <a:ahLst/>
              <a:cxnLst/>
              <a:rect l="l" t="t" r="r" b="b"/>
              <a:pathLst>
                <a:path w="3700" h="3144" extrusionOk="0">
                  <a:moveTo>
                    <a:pt x="1564" y="1"/>
                  </a:moveTo>
                  <a:cubicBezTo>
                    <a:pt x="79" y="1"/>
                    <a:pt x="1" y="1893"/>
                    <a:pt x="168" y="3008"/>
                  </a:cubicBezTo>
                  <a:cubicBezTo>
                    <a:pt x="183" y="3101"/>
                    <a:pt x="266" y="3144"/>
                    <a:pt x="350" y="3144"/>
                  </a:cubicBezTo>
                  <a:cubicBezTo>
                    <a:pt x="454" y="3144"/>
                    <a:pt x="560" y="3078"/>
                    <a:pt x="541" y="2961"/>
                  </a:cubicBezTo>
                  <a:cubicBezTo>
                    <a:pt x="432" y="2077"/>
                    <a:pt x="343" y="385"/>
                    <a:pt x="1568" y="385"/>
                  </a:cubicBezTo>
                  <a:cubicBezTo>
                    <a:pt x="1650" y="385"/>
                    <a:pt x="1739" y="393"/>
                    <a:pt x="1834" y="409"/>
                  </a:cubicBezTo>
                  <a:cubicBezTo>
                    <a:pt x="3151" y="642"/>
                    <a:pt x="3233" y="2006"/>
                    <a:pt x="3338" y="3078"/>
                  </a:cubicBezTo>
                  <a:cubicBezTo>
                    <a:pt x="3338" y="3089"/>
                    <a:pt x="3347" y="3095"/>
                    <a:pt x="3357" y="3095"/>
                  </a:cubicBezTo>
                  <a:cubicBezTo>
                    <a:pt x="3367" y="3095"/>
                    <a:pt x="3379" y="3089"/>
                    <a:pt x="3384" y="3078"/>
                  </a:cubicBezTo>
                  <a:cubicBezTo>
                    <a:pt x="3699" y="1877"/>
                    <a:pt x="3210" y="164"/>
                    <a:pt x="1776" y="13"/>
                  </a:cubicBezTo>
                  <a:cubicBezTo>
                    <a:pt x="1702" y="5"/>
                    <a:pt x="1632" y="1"/>
                    <a:pt x="15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272" name="Google Shape;3272;p93"/>
            <p:cNvSpPr/>
            <p:nvPr/>
          </p:nvSpPr>
          <p:spPr>
            <a:xfrm>
              <a:off x="6537800" y="2840150"/>
              <a:ext cx="63250" cy="25950"/>
            </a:xfrm>
            <a:custGeom>
              <a:avLst/>
              <a:gdLst/>
              <a:ahLst/>
              <a:cxnLst/>
              <a:rect l="l" t="t" r="r" b="b"/>
              <a:pathLst>
                <a:path w="2530" h="1038" extrusionOk="0">
                  <a:moveTo>
                    <a:pt x="1271" y="1"/>
                  </a:moveTo>
                  <a:cubicBezTo>
                    <a:pt x="572" y="1"/>
                    <a:pt x="1" y="234"/>
                    <a:pt x="1" y="525"/>
                  </a:cubicBezTo>
                  <a:cubicBezTo>
                    <a:pt x="1" y="805"/>
                    <a:pt x="572" y="1038"/>
                    <a:pt x="1271" y="1038"/>
                  </a:cubicBezTo>
                  <a:cubicBezTo>
                    <a:pt x="1959" y="1038"/>
                    <a:pt x="2530" y="805"/>
                    <a:pt x="2530" y="525"/>
                  </a:cubicBezTo>
                  <a:cubicBezTo>
                    <a:pt x="2530" y="234"/>
                    <a:pt x="1959" y="1"/>
                    <a:pt x="127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273" name="Google Shape;3273;p93"/>
            <p:cNvSpPr/>
            <p:nvPr/>
          </p:nvSpPr>
          <p:spPr>
            <a:xfrm>
              <a:off x="6501100" y="2736125"/>
              <a:ext cx="92475" cy="78600"/>
            </a:xfrm>
            <a:custGeom>
              <a:avLst/>
              <a:gdLst/>
              <a:ahLst/>
              <a:cxnLst/>
              <a:rect l="l" t="t" r="r" b="b"/>
              <a:pathLst>
                <a:path w="3699" h="3144" extrusionOk="0">
                  <a:moveTo>
                    <a:pt x="2135" y="1"/>
                  </a:moveTo>
                  <a:cubicBezTo>
                    <a:pt x="2068" y="1"/>
                    <a:pt x="1997" y="5"/>
                    <a:pt x="1923" y="13"/>
                  </a:cubicBezTo>
                  <a:cubicBezTo>
                    <a:pt x="490" y="164"/>
                    <a:pt x="0" y="1877"/>
                    <a:pt x="315" y="3078"/>
                  </a:cubicBezTo>
                  <a:cubicBezTo>
                    <a:pt x="321" y="3089"/>
                    <a:pt x="332" y="3095"/>
                    <a:pt x="343" y="3095"/>
                  </a:cubicBezTo>
                  <a:cubicBezTo>
                    <a:pt x="353" y="3095"/>
                    <a:pt x="362" y="3089"/>
                    <a:pt x="362" y="3078"/>
                  </a:cubicBezTo>
                  <a:cubicBezTo>
                    <a:pt x="478" y="2006"/>
                    <a:pt x="548" y="642"/>
                    <a:pt x="1865" y="409"/>
                  </a:cubicBezTo>
                  <a:cubicBezTo>
                    <a:pt x="1960" y="393"/>
                    <a:pt x="2049" y="385"/>
                    <a:pt x="2132" y="385"/>
                  </a:cubicBezTo>
                  <a:cubicBezTo>
                    <a:pt x="3358" y="385"/>
                    <a:pt x="3279" y="2077"/>
                    <a:pt x="3159" y="2961"/>
                  </a:cubicBezTo>
                  <a:cubicBezTo>
                    <a:pt x="3146" y="3078"/>
                    <a:pt x="3251" y="3144"/>
                    <a:pt x="3354" y="3144"/>
                  </a:cubicBezTo>
                  <a:cubicBezTo>
                    <a:pt x="3436" y="3144"/>
                    <a:pt x="3516" y="3101"/>
                    <a:pt x="3532" y="3008"/>
                  </a:cubicBezTo>
                  <a:cubicBezTo>
                    <a:pt x="3699" y="1893"/>
                    <a:pt x="3621" y="1"/>
                    <a:pt x="213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274" name="Google Shape;3274;p93"/>
            <p:cNvSpPr/>
            <p:nvPr/>
          </p:nvSpPr>
          <p:spPr>
            <a:xfrm>
              <a:off x="7085550" y="2961450"/>
              <a:ext cx="125900" cy="506125"/>
            </a:xfrm>
            <a:custGeom>
              <a:avLst/>
              <a:gdLst/>
              <a:ahLst/>
              <a:cxnLst/>
              <a:rect l="l" t="t" r="r" b="b"/>
              <a:pathLst>
                <a:path w="5036" h="20245" extrusionOk="0">
                  <a:moveTo>
                    <a:pt x="72" y="0"/>
                  </a:moveTo>
                  <a:cubicBezTo>
                    <a:pt x="36" y="0"/>
                    <a:pt x="0" y="42"/>
                    <a:pt x="24" y="90"/>
                  </a:cubicBezTo>
                  <a:cubicBezTo>
                    <a:pt x="1422" y="3225"/>
                    <a:pt x="2483" y="6500"/>
                    <a:pt x="3136" y="9879"/>
                  </a:cubicBezTo>
                  <a:cubicBezTo>
                    <a:pt x="3788" y="13306"/>
                    <a:pt x="3777" y="16639"/>
                    <a:pt x="3893" y="20100"/>
                  </a:cubicBezTo>
                  <a:cubicBezTo>
                    <a:pt x="3899" y="20198"/>
                    <a:pt x="3967" y="20244"/>
                    <a:pt x="4037" y="20244"/>
                  </a:cubicBezTo>
                  <a:cubicBezTo>
                    <a:pt x="4109" y="20244"/>
                    <a:pt x="4184" y="20195"/>
                    <a:pt x="4196" y="20100"/>
                  </a:cubicBezTo>
                  <a:cubicBezTo>
                    <a:pt x="5035" y="13364"/>
                    <a:pt x="3031" y="6034"/>
                    <a:pt x="117" y="32"/>
                  </a:cubicBezTo>
                  <a:cubicBezTo>
                    <a:pt x="106" y="9"/>
                    <a:pt x="89" y="0"/>
                    <a:pt x="7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275" name="Google Shape;3275;p93"/>
            <p:cNvSpPr/>
            <p:nvPr/>
          </p:nvSpPr>
          <p:spPr>
            <a:xfrm>
              <a:off x="5806500" y="3037875"/>
              <a:ext cx="55875" cy="243700"/>
            </a:xfrm>
            <a:custGeom>
              <a:avLst/>
              <a:gdLst/>
              <a:ahLst/>
              <a:cxnLst/>
              <a:rect l="l" t="t" r="r" b="b"/>
              <a:pathLst>
                <a:path w="2235" h="9748" extrusionOk="0">
                  <a:moveTo>
                    <a:pt x="2056" y="1"/>
                  </a:moveTo>
                  <a:cubicBezTo>
                    <a:pt x="1998" y="1"/>
                    <a:pt x="1939" y="30"/>
                    <a:pt x="1912" y="98"/>
                  </a:cubicBezTo>
                  <a:cubicBezTo>
                    <a:pt x="653" y="3151"/>
                    <a:pt x="1" y="6368"/>
                    <a:pt x="175" y="9678"/>
                  </a:cubicBezTo>
                  <a:cubicBezTo>
                    <a:pt x="181" y="9724"/>
                    <a:pt x="219" y="9748"/>
                    <a:pt x="256" y="9748"/>
                  </a:cubicBezTo>
                  <a:cubicBezTo>
                    <a:pt x="292" y="9748"/>
                    <a:pt x="327" y="9724"/>
                    <a:pt x="327" y="9678"/>
                  </a:cubicBezTo>
                  <a:cubicBezTo>
                    <a:pt x="385" y="6368"/>
                    <a:pt x="933" y="3233"/>
                    <a:pt x="2192" y="180"/>
                  </a:cubicBezTo>
                  <a:cubicBezTo>
                    <a:pt x="2234" y="73"/>
                    <a:pt x="2147" y="1"/>
                    <a:pt x="2056" y="1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sp>
        <p:nvSpPr>
          <p:cNvPr id="88" name="Google Shape;3229;p93"/>
          <p:cNvSpPr txBox="1">
            <a:spLocks noGrp="1"/>
          </p:cNvSpPr>
          <p:nvPr>
            <p:ph type="title"/>
          </p:nvPr>
        </p:nvSpPr>
        <p:spPr>
          <a:xfrm>
            <a:off x="1979712" y="941183"/>
            <a:ext cx="6442278" cy="550447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600" dirty="0" smtClean="0"/>
              <a:t>Variables</a:t>
            </a:r>
            <a:endParaRPr sz="3600" dirty="0"/>
          </a:p>
        </p:txBody>
      </p:sp>
      <p:sp>
        <p:nvSpPr>
          <p:cNvPr id="3" name="TextBox 2"/>
          <p:cNvSpPr txBox="1"/>
          <p:nvPr/>
        </p:nvSpPr>
        <p:spPr>
          <a:xfrm>
            <a:off x="401242" y="1438775"/>
            <a:ext cx="8530574" cy="71096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u="sng" spc="-79" dirty="0" smtClean="0">
                <a:solidFill>
                  <a:srgbClr val="00B050"/>
                </a:solidFill>
                <a:latin typeface="p22-mackinac-pro" pitchFamily="34" charset="0"/>
                <a:ea typeface="p22-mackinac-pro" pitchFamily="34" charset="-122"/>
                <a:cs typeface="p22-mackinac-pro" pitchFamily="34" charset="-120"/>
              </a:rPr>
              <a:t>Controlled Variables: </a:t>
            </a:r>
            <a:r>
              <a:rPr lang="en-US" sz="2400" dirty="0" smtClean="0">
                <a:solidFill>
                  <a:srgbClr val="272525"/>
                </a:solidFill>
                <a:latin typeface="Eudoxus Sans" pitchFamily="34" charset="0"/>
                <a:ea typeface="Eudoxus Sans" pitchFamily="34" charset="-122"/>
                <a:cs typeface="Eudoxus Sans" pitchFamily="34" charset="-120"/>
              </a:rPr>
              <a:t>keeping </a:t>
            </a:r>
            <a:r>
              <a:rPr lang="en-US" sz="2400" dirty="0">
                <a:solidFill>
                  <a:srgbClr val="272525"/>
                </a:solidFill>
                <a:latin typeface="Eudoxus Sans" pitchFamily="34" charset="0"/>
                <a:ea typeface="Eudoxus Sans" pitchFamily="34" charset="-122"/>
                <a:cs typeface="Eudoxus Sans" pitchFamily="34" charset="-120"/>
              </a:rPr>
              <a:t>certain variables the </a:t>
            </a:r>
            <a:r>
              <a:rPr lang="en-US" sz="2400" b="1" dirty="0">
                <a:solidFill>
                  <a:srgbClr val="FF0000"/>
                </a:solidFill>
                <a:latin typeface="Eudoxus Sans" pitchFamily="34" charset="0"/>
                <a:ea typeface="Eudoxus Sans" pitchFamily="34" charset="-122"/>
                <a:cs typeface="Eudoxus Sans" pitchFamily="34" charset="-120"/>
              </a:rPr>
              <a:t>same</a:t>
            </a:r>
            <a:r>
              <a:rPr lang="en-US" sz="2400" b="1" dirty="0">
                <a:solidFill>
                  <a:srgbClr val="6237C8"/>
                </a:solidFill>
                <a:latin typeface="Eudoxus Sans" pitchFamily="34" charset="0"/>
                <a:ea typeface="Eudoxus Sans" pitchFamily="34" charset="-122"/>
                <a:cs typeface="Eudoxus Sans" pitchFamily="34" charset="-120"/>
              </a:rPr>
              <a:t>  </a:t>
            </a:r>
            <a:r>
              <a:rPr lang="en-US" sz="2400" dirty="0">
                <a:solidFill>
                  <a:srgbClr val="272525"/>
                </a:solidFill>
                <a:latin typeface="Eudoxus Sans" pitchFamily="34" charset="0"/>
                <a:ea typeface="Eudoxus Sans" pitchFamily="34" charset="-122"/>
                <a:cs typeface="Eudoxus Sans" pitchFamily="34" charset="-120"/>
              </a:rPr>
              <a:t>in an experiment to make a </a:t>
            </a:r>
            <a:r>
              <a:rPr lang="en-US" sz="2400" b="1" dirty="0">
                <a:solidFill>
                  <a:srgbClr val="FF0000"/>
                </a:solidFill>
                <a:latin typeface="Eudoxus Sans" pitchFamily="34" charset="0"/>
                <a:ea typeface="Eudoxus Sans" pitchFamily="34" charset="-122"/>
                <a:cs typeface="Eudoxus Sans" pitchFamily="34" charset="-120"/>
              </a:rPr>
              <a:t>fair</a:t>
            </a:r>
            <a:r>
              <a:rPr lang="en-US" sz="2400" b="1" dirty="0">
                <a:solidFill>
                  <a:srgbClr val="6237C8"/>
                </a:solidFill>
                <a:latin typeface="Eudoxus Sans" pitchFamily="34" charset="0"/>
                <a:ea typeface="Eudoxus Sans" pitchFamily="34" charset="-122"/>
                <a:cs typeface="Eudoxus Sans" pitchFamily="34" charset="-120"/>
              </a:rPr>
              <a:t> </a:t>
            </a:r>
            <a:r>
              <a:rPr lang="en-US" sz="2400" dirty="0" smtClean="0">
                <a:solidFill>
                  <a:srgbClr val="272525"/>
                </a:solidFill>
                <a:latin typeface="Eudoxus Sans" pitchFamily="34" charset="0"/>
                <a:ea typeface="Eudoxus Sans" pitchFamily="34" charset="-122"/>
                <a:cs typeface="Eudoxus Sans" pitchFamily="34" charset="-120"/>
              </a:rPr>
              <a:t>test.</a:t>
            </a:r>
            <a:endParaRPr lang="en-US" sz="2400" dirty="0" smtClean="0">
              <a:solidFill>
                <a:srgbClr val="272525"/>
              </a:solidFill>
              <a:latin typeface="Eudoxus Sans" pitchFamily="34" charset="0"/>
              <a:ea typeface="Eudoxus Sans" pitchFamily="34" charset="-122"/>
              <a:cs typeface="Eudoxus Sans" pitchFamily="34" charset="-120"/>
            </a:endParaRPr>
          </a:p>
          <a:p>
            <a:endParaRPr lang="en-US" sz="2400" dirty="0">
              <a:solidFill>
                <a:srgbClr val="272525"/>
              </a:solidFill>
              <a:latin typeface="Eudoxus Sans" pitchFamily="34" charset="0"/>
              <a:ea typeface="Eudoxus Sans" pitchFamily="34" charset="-122"/>
            </a:endParaRPr>
          </a:p>
          <a:p>
            <a:r>
              <a:rPr lang="en-US" sz="2400" b="1" u="sng" spc="-79" dirty="0">
                <a:solidFill>
                  <a:srgbClr val="00B050"/>
                </a:solidFill>
                <a:latin typeface="p22-mackinac-pro" pitchFamily="34" charset="0"/>
                <a:ea typeface="p22-mackinac-pro" pitchFamily="34" charset="-122"/>
                <a:cs typeface="p22-mackinac-pro" pitchFamily="34" charset="-120"/>
              </a:rPr>
              <a:t>Independent </a:t>
            </a:r>
            <a:r>
              <a:rPr lang="en-US" sz="2400" b="1" u="sng" spc="-79" dirty="0" smtClean="0">
                <a:solidFill>
                  <a:srgbClr val="00B050"/>
                </a:solidFill>
                <a:latin typeface="p22-mackinac-pro" pitchFamily="34" charset="0"/>
                <a:ea typeface="p22-mackinac-pro" pitchFamily="34" charset="-122"/>
                <a:cs typeface="p22-mackinac-pro" pitchFamily="34" charset="-120"/>
              </a:rPr>
              <a:t>Variables </a:t>
            </a:r>
            <a:r>
              <a:rPr lang="en-US" sz="2400" b="1" u="sng" spc="-79" dirty="0">
                <a:solidFill>
                  <a:srgbClr val="00B050"/>
                </a:solidFill>
                <a:latin typeface="p22-mackinac-pro" pitchFamily="34" charset="0"/>
                <a:ea typeface="p22-mackinac-pro" pitchFamily="34" charset="-122"/>
                <a:cs typeface="p22-mackinac-pro" pitchFamily="34" charset="-120"/>
              </a:rPr>
              <a:t>(variable to </a:t>
            </a:r>
            <a:r>
              <a:rPr lang="en-US" sz="2400" b="1" u="sng" spc="-79" dirty="0" smtClean="0">
                <a:solidFill>
                  <a:srgbClr val="00B050"/>
                </a:solidFill>
                <a:latin typeface="p22-mackinac-pro" pitchFamily="34" charset="0"/>
                <a:ea typeface="p22-mackinac-pro" pitchFamily="34" charset="-122"/>
                <a:cs typeface="p22-mackinac-pro" pitchFamily="34" charset="-120"/>
              </a:rPr>
              <a:t>change): </a:t>
            </a:r>
            <a:r>
              <a:rPr lang="en-US" sz="2400" dirty="0" smtClean="0">
                <a:solidFill>
                  <a:srgbClr val="272525"/>
                </a:solidFill>
                <a:latin typeface="Eudoxus Sans" pitchFamily="34" charset="0"/>
                <a:ea typeface="Eudoxus Sans" pitchFamily="34" charset="-122"/>
                <a:cs typeface="Eudoxus Sans" pitchFamily="34" charset="-120"/>
              </a:rPr>
              <a:t>variables </a:t>
            </a:r>
            <a:r>
              <a:rPr lang="en-US" sz="2400" dirty="0">
                <a:solidFill>
                  <a:srgbClr val="272525"/>
                </a:solidFill>
                <a:latin typeface="Eudoxus Sans" pitchFamily="34" charset="0"/>
                <a:ea typeface="Eudoxus Sans" pitchFamily="34" charset="-122"/>
                <a:cs typeface="Eudoxus Sans" pitchFamily="34" charset="-120"/>
              </a:rPr>
              <a:t>that are </a:t>
            </a:r>
            <a:r>
              <a:rPr lang="en-US" sz="2400" b="1" dirty="0">
                <a:solidFill>
                  <a:srgbClr val="FF0000"/>
                </a:solidFill>
                <a:latin typeface="Eudoxus Sans" pitchFamily="34" charset="0"/>
                <a:ea typeface="Eudoxus Sans" pitchFamily="34" charset="-122"/>
                <a:cs typeface="Eudoxus Sans" pitchFamily="34" charset="-120"/>
              </a:rPr>
              <a:t>changed</a:t>
            </a:r>
            <a:r>
              <a:rPr lang="en-US" sz="2400" dirty="0">
                <a:solidFill>
                  <a:srgbClr val="272525"/>
                </a:solidFill>
                <a:latin typeface="Eudoxus Sans" pitchFamily="34" charset="0"/>
                <a:ea typeface="Eudoxus Sans" pitchFamily="34" charset="-122"/>
                <a:cs typeface="Eudoxus Sans" pitchFamily="34" charset="-120"/>
              </a:rPr>
              <a:t> by the scientists to investigate their effect</a:t>
            </a:r>
            <a:r>
              <a:rPr lang="en-US" sz="2400" dirty="0" smtClean="0">
                <a:solidFill>
                  <a:srgbClr val="272525"/>
                </a:solidFill>
                <a:latin typeface="Eudoxus Sans" pitchFamily="34" charset="0"/>
                <a:ea typeface="Eudoxus Sans" pitchFamily="34" charset="-122"/>
                <a:cs typeface="Eudoxus Sans" pitchFamily="34" charset="-120"/>
              </a:rPr>
              <a:t>.</a:t>
            </a:r>
            <a:endParaRPr lang="en-US" sz="2400" dirty="0" smtClean="0">
              <a:solidFill>
                <a:srgbClr val="272525"/>
              </a:solidFill>
              <a:latin typeface="Eudoxus Sans" pitchFamily="34" charset="0"/>
              <a:ea typeface="Eudoxus Sans" pitchFamily="34" charset="-122"/>
              <a:cs typeface="Eudoxus Sans" pitchFamily="34" charset="-120"/>
            </a:endParaRPr>
          </a:p>
          <a:p>
            <a:endParaRPr lang="en-US" sz="2400" dirty="0">
              <a:solidFill>
                <a:srgbClr val="272525"/>
              </a:solidFill>
              <a:latin typeface="Eudoxus Sans" pitchFamily="34" charset="0"/>
              <a:ea typeface="Eudoxus Sans" pitchFamily="34" charset="-122"/>
              <a:cs typeface="Eudoxus Sans" pitchFamily="34" charset="-120"/>
            </a:endParaRPr>
          </a:p>
          <a:p>
            <a:r>
              <a:rPr lang="en-US" sz="2400" b="1" u="sng" spc="-79" dirty="0">
                <a:solidFill>
                  <a:srgbClr val="00B050"/>
                </a:solidFill>
                <a:latin typeface="p22-mackinac-pro" pitchFamily="34" charset="0"/>
                <a:ea typeface="p22-mackinac-pro" pitchFamily="34" charset="-122"/>
                <a:cs typeface="p22-mackinac-pro" pitchFamily="34" charset="-120"/>
              </a:rPr>
              <a:t>Dependent </a:t>
            </a:r>
            <a:r>
              <a:rPr lang="en-US" sz="2400" b="1" u="sng" spc="-79" dirty="0" smtClean="0">
                <a:solidFill>
                  <a:srgbClr val="00B050"/>
                </a:solidFill>
                <a:latin typeface="p22-mackinac-pro" pitchFamily="34" charset="0"/>
                <a:ea typeface="p22-mackinac-pro" pitchFamily="34" charset="-122"/>
                <a:cs typeface="p22-mackinac-pro" pitchFamily="34" charset="-120"/>
              </a:rPr>
              <a:t>Variables (variable to measure): </a:t>
            </a:r>
            <a:r>
              <a:rPr lang="en-US" sz="2400" dirty="0">
                <a:solidFill>
                  <a:srgbClr val="272525"/>
                </a:solidFill>
                <a:latin typeface="Eudoxus Sans" pitchFamily="34" charset="0"/>
                <a:ea typeface="Eudoxus Sans" pitchFamily="34" charset="-122"/>
                <a:cs typeface="Eudoxus Sans" pitchFamily="34" charset="-120"/>
              </a:rPr>
              <a:t>the variables that are  </a:t>
            </a:r>
            <a:r>
              <a:rPr lang="en-US" sz="2400" b="1" dirty="0">
                <a:solidFill>
                  <a:srgbClr val="FF0000"/>
                </a:solidFill>
                <a:latin typeface="Eudoxus Sans" pitchFamily="34" charset="0"/>
                <a:ea typeface="Eudoxus Sans" pitchFamily="34" charset="-122"/>
                <a:cs typeface="Eudoxus Sans" pitchFamily="34" charset="-120"/>
              </a:rPr>
              <a:t>measured</a:t>
            </a:r>
            <a:r>
              <a:rPr lang="en-US" sz="2400" dirty="0">
                <a:solidFill>
                  <a:srgbClr val="272525"/>
                </a:solidFill>
                <a:latin typeface="Eudoxus Sans" pitchFamily="34" charset="0"/>
                <a:ea typeface="Eudoxus Sans" pitchFamily="34" charset="-122"/>
                <a:cs typeface="Eudoxus Sans" pitchFamily="34" charset="-120"/>
              </a:rPr>
              <a:t> and are influenced or dependent on the changes made to the independent variable in an experiment.</a:t>
            </a:r>
            <a:endParaRPr lang="en-US" sz="2400" dirty="0"/>
          </a:p>
          <a:p>
            <a:endParaRPr lang="en-US" sz="2400" b="1" u="sng" spc="-79" dirty="0">
              <a:solidFill>
                <a:srgbClr val="00B050"/>
              </a:solidFill>
              <a:latin typeface="p22-mackinac-pro" pitchFamily="34" charset="0"/>
              <a:ea typeface="p22-mackinac-pro" pitchFamily="34" charset="-122"/>
              <a:cs typeface="p22-mackinac-pro" pitchFamily="34" charset="-120"/>
            </a:endParaRPr>
          </a:p>
          <a:p>
            <a:endParaRPr lang="en-US" sz="2400" dirty="0" smtClean="0">
              <a:solidFill>
                <a:srgbClr val="272525"/>
              </a:solidFill>
              <a:latin typeface="Eudoxus Sans" pitchFamily="34" charset="0"/>
              <a:ea typeface="Eudoxus Sans" pitchFamily="34" charset="-122"/>
              <a:cs typeface="Eudoxus Sans" pitchFamily="34" charset="-120"/>
            </a:endParaRPr>
          </a:p>
          <a:p>
            <a:endParaRPr lang="en-US" sz="2400" dirty="0">
              <a:solidFill>
                <a:srgbClr val="272525"/>
              </a:solidFill>
              <a:latin typeface="Eudoxus Sans" pitchFamily="34" charset="0"/>
              <a:ea typeface="Eudoxus Sans" pitchFamily="34" charset="-122"/>
              <a:cs typeface="Eudoxus Sans" pitchFamily="34" charset="-120"/>
            </a:endParaRPr>
          </a:p>
          <a:p>
            <a:endParaRPr lang="en-US" sz="2400" dirty="0" smtClean="0">
              <a:solidFill>
                <a:srgbClr val="272525"/>
              </a:solidFill>
              <a:latin typeface="Eudoxus Sans" pitchFamily="34" charset="0"/>
              <a:ea typeface="Eudoxus Sans" pitchFamily="34" charset="-122"/>
              <a:cs typeface="Eudoxus Sans" pitchFamily="34" charset="-120"/>
            </a:endParaRPr>
          </a:p>
          <a:p>
            <a:endParaRPr lang="en-US" sz="2400" dirty="0">
              <a:solidFill>
                <a:srgbClr val="272525"/>
              </a:solidFill>
              <a:latin typeface="Eudoxus Sans" pitchFamily="34" charset="0"/>
              <a:ea typeface="Eudoxus Sans" pitchFamily="34" charset="-122"/>
            </a:endParaRPr>
          </a:p>
          <a:p>
            <a:endParaRPr lang="en-US" sz="2400" dirty="0"/>
          </a:p>
          <a:p>
            <a:endParaRPr lang="en-US" sz="2400" b="1" u="sng" spc="-79" dirty="0">
              <a:solidFill>
                <a:srgbClr val="00B050"/>
              </a:solidFill>
              <a:latin typeface="p22-mackinac-pro" pitchFamily="34" charset="0"/>
              <a:ea typeface="p22-mackinac-pro" pitchFamily="34" charset="-122"/>
              <a:cs typeface="p22-mackinac-pro" pitchFamily="34" charset="-120"/>
            </a:endParaRPr>
          </a:p>
          <a:p>
            <a:endParaRPr lang="en-US" sz="2400" dirty="0"/>
          </a:p>
          <a:p>
            <a:endParaRPr lang="en-US" sz="2400" b="1" spc="-79" dirty="0">
              <a:solidFill>
                <a:srgbClr val="00B050"/>
              </a:solidFill>
              <a:latin typeface="p22-mackinac-pro" pitchFamily="34" charset="0"/>
              <a:ea typeface="p22-mackinac-pro" pitchFamily="34" charset="-122"/>
              <a:cs typeface="p22-mackinac-pro" pitchFamily="34" charset="-120"/>
            </a:endParaRPr>
          </a:p>
          <a:p>
            <a:endParaRPr lang="en-US" sz="2400" b="1" spc="-79" dirty="0">
              <a:solidFill>
                <a:srgbClr val="591CE6"/>
              </a:solidFill>
              <a:latin typeface="p22-mackinac-pro" pitchFamily="34" charset="0"/>
              <a:ea typeface="p22-mackinac-pro" pitchFamily="34" charset="-122"/>
              <a:cs typeface="p22-mackinac-pro" pitchFamily="34" charset="-120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8" name="Google Shape;3228;p93"/>
          <p:cNvSpPr/>
          <p:nvPr/>
        </p:nvSpPr>
        <p:spPr>
          <a:xfrm>
            <a:off x="5825118" y="2089603"/>
            <a:ext cx="1074821" cy="1316272"/>
          </a:xfrm>
          <a:custGeom>
            <a:avLst/>
            <a:gdLst/>
            <a:ahLst/>
            <a:cxnLst/>
            <a:rect l="l" t="t" r="r" b="b"/>
            <a:pathLst>
              <a:path w="33818" h="41415" extrusionOk="0">
                <a:moveTo>
                  <a:pt x="25840" y="1"/>
                </a:moveTo>
                <a:lnTo>
                  <a:pt x="25840" y="1"/>
                </a:lnTo>
                <a:cubicBezTo>
                  <a:pt x="23244" y="4454"/>
                  <a:pt x="20958" y="8812"/>
                  <a:pt x="18362" y="13218"/>
                </a:cubicBezTo>
                <a:cubicBezTo>
                  <a:pt x="17171" y="10170"/>
                  <a:pt x="16099" y="7336"/>
                  <a:pt x="14980" y="4454"/>
                </a:cubicBezTo>
                <a:cubicBezTo>
                  <a:pt x="14623" y="4740"/>
                  <a:pt x="14671" y="5026"/>
                  <a:pt x="14623" y="5264"/>
                </a:cubicBezTo>
                <a:cubicBezTo>
                  <a:pt x="14051" y="8169"/>
                  <a:pt x="13504" y="11075"/>
                  <a:pt x="12932" y="13980"/>
                </a:cubicBezTo>
                <a:cubicBezTo>
                  <a:pt x="12815" y="14537"/>
                  <a:pt x="12770" y="14761"/>
                  <a:pt x="12541" y="14761"/>
                </a:cubicBezTo>
                <a:cubicBezTo>
                  <a:pt x="12398" y="14761"/>
                  <a:pt x="12184" y="14674"/>
                  <a:pt x="11837" y="14528"/>
                </a:cubicBezTo>
                <a:cubicBezTo>
                  <a:pt x="9503" y="13575"/>
                  <a:pt x="7145" y="12622"/>
                  <a:pt x="4788" y="11646"/>
                </a:cubicBezTo>
                <a:cubicBezTo>
                  <a:pt x="4508" y="11546"/>
                  <a:pt x="4244" y="11362"/>
                  <a:pt x="3928" y="11362"/>
                </a:cubicBezTo>
                <a:cubicBezTo>
                  <a:pt x="3867" y="11362"/>
                  <a:pt x="3805" y="11369"/>
                  <a:pt x="3740" y="11384"/>
                </a:cubicBezTo>
                <a:cubicBezTo>
                  <a:pt x="3763" y="11646"/>
                  <a:pt x="3930" y="11789"/>
                  <a:pt x="4073" y="11979"/>
                </a:cubicBezTo>
                <a:cubicBezTo>
                  <a:pt x="5740" y="14075"/>
                  <a:pt x="7407" y="16195"/>
                  <a:pt x="9074" y="18314"/>
                </a:cubicBezTo>
                <a:cubicBezTo>
                  <a:pt x="9717" y="19148"/>
                  <a:pt x="9717" y="19148"/>
                  <a:pt x="8931" y="19791"/>
                </a:cubicBezTo>
                <a:cubicBezTo>
                  <a:pt x="6240" y="22005"/>
                  <a:pt x="3525" y="24196"/>
                  <a:pt x="858" y="26411"/>
                </a:cubicBezTo>
                <a:cubicBezTo>
                  <a:pt x="549" y="26673"/>
                  <a:pt x="144" y="26840"/>
                  <a:pt x="1" y="27292"/>
                </a:cubicBezTo>
                <a:cubicBezTo>
                  <a:pt x="73" y="27314"/>
                  <a:pt x="143" y="27322"/>
                  <a:pt x="212" y="27322"/>
                </a:cubicBezTo>
                <a:cubicBezTo>
                  <a:pt x="369" y="27322"/>
                  <a:pt x="518" y="27278"/>
                  <a:pt x="668" y="27244"/>
                </a:cubicBezTo>
                <a:cubicBezTo>
                  <a:pt x="3930" y="26482"/>
                  <a:pt x="7169" y="25697"/>
                  <a:pt x="10408" y="24958"/>
                </a:cubicBezTo>
                <a:cubicBezTo>
                  <a:pt x="10651" y="24904"/>
                  <a:pt x="10830" y="24871"/>
                  <a:pt x="10960" y="24871"/>
                </a:cubicBezTo>
                <a:cubicBezTo>
                  <a:pt x="11286" y="24871"/>
                  <a:pt x="11289" y="25082"/>
                  <a:pt x="11170" y="25697"/>
                </a:cubicBezTo>
                <a:cubicBezTo>
                  <a:pt x="10479" y="29483"/>
                  <a:pt x="9789" y="33270"/>
                  <a:pt x="9098" y="37080"/>
                </a:cubicBezTo>
                <a:cubicBezTo>
                  <a:pt x="8836" y="38509"/>
                  <a:pt x="8598" y="39938"/>
                  <a:pt x="8336" y="41366"/>
                </a:cubicBezTo>
                <a:cubicBezTo>
                  <a:pt x="8431" y="41390"/>
                  <a:pt x="8503" y="41414"/>
                  <a:pt x="8574" y="41414"/>
                </a:cubicBezTo>
                <a:cubicBezTo>
                  <a:pt x="11289" y="37437"/>
                  <a:pt x="13980" y="33460"/>
                  <a:pt x="16790" y="29340"/>
                </a:cubicBezTo>
                <a:cubicBezTo>
                  <a:pt x="18671" y="33365"/>
                  <a:pt x="20457" y="37199"/>
                  <a:pt x="22267" y="41057"/>
                </a:cubicBezTo>
                <a:lnTo>
                  <a:pt x="22482" y="40985"/>
                </a:lnTo>
                <a:cubicBezTo>
                  <a:pt x="22482" y="36627"/>
                  <a:pt x="22339" y="32246"/>
                  <a:pt x="22053" y="27792"/>
                </a:cubicBezTo>
                <a:lnTo>
                  <a:pt x="22053" y="27792"/>
                </a:lnTo>
                <a:cubicBezTo>
                  <a:pt x="26078" y="28911"/>
                  <a:pt x="29936" y="30007"/>
                  <a:pt x="33817" y="31079"/>
                </a:cubicBezTo>
                <a:cubicBezTo>
                  <a:pt x="33698" y="30674"/>
                  <a:pt x="33484" y="30412"/>
                  <a:pt x="33270" y="30174"/>
                </a:cubicBezTo>
                <a:cubicBezTo>
                  <a:pt x="30698" y="27411"/>
                  <a:pt x="28102" y="24649"/>
                  <a:pt x="25530" y="21886"/>
                </a:cubicBezTo>
                <a:cubicBezTo>
                  <a:pt x="24839" y="21148"/>
                  <a:pt x="24720" y="21196"/>
                  <a:pt x="25554" y="20410"/>
                </a:cubicBezTo>
                <a:cubicBezTo>
                  <a:pt x="28126" y="18076"/>
                  <a:pt x="30674" y="15695"/>
                  <a:pt x="33246" y="13337"/>
                </a:cubicBezTo>
                <a:cubicBezTo>
                  <a:pt x="33389" y="13194"/>
                  <a:pt x="33651" y="13123"/>
                  <a:pt x="33460" y="12765"/>
                </a:cubicBezTo>
                <a:lnTo>
                  <a:pt x="33460" y="12765"/>
                </a:lnTo>
                <a:cubicBezTo>
                  <a:pt x="31936" y="13099"/>
                  <a:pt x="30412" y="13432"/>
                  <a:pt x="28888" y="13766"/>
                </a:cubicBezTo>
                <a:cubicBezTo>
                  <a:pt x="27126" y="14147"/>
                  <a:pt x="25363" y="14551"/>
                  <a:pt x="23625" y="14932"/>
                </a:cubicBezTo>
                <a:cubicBezTo>
                  <a:pt x="23444" y="14971"/>
                  <a:pt x="23306" y="14994"/>
                  <a:pt x="23204" y="14994"/>
                </a:cubicBezTo>
                <a:cubicBezTo>
                  <a:pt x="22931" y="14994"/>
                  <a:pt x="22912" y="14829"/>
                  <a:pt x="22982" y="14361"/>
                </a:cubicBezTo>
                <a:cubicBezTo>
                  <a:pt x="23006" y="14266"/>
                  <a:pt x="23029" y="14194"/>
                  <a:pt x="23029" y="14123"/>
                </a:cubicBezTo>
                <a:cubicBezTo>
                  <a:pt x="23815" y="10432"/>
                  <a:pt x="24601" y="6740"/>
                  <a:pt x="25363" y="3049"/>
                </a:cubicBezTo>
                <a:cubicBezTo>
                  <a:pt x="25530" y="2120"/>
                  <a:pt x="25863" y="1215"/>
                  <a:pt x="25840" y="1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3229" name="Google Shape;3229;p93"/>
          <p:cNvSpPr txBox="1">
            <a:spLocks noGrp="1"/>
          </p:cNvSpPr>
          <p:nvPr>
            <p:ph type="title"/>
          </p:nvPr>
        </p:nvSpPr>
        <p:spPr>
          <a:xfrm>
            <a:off x="825689" y="-20538"/>
            <a:ext cx="6442278" cy="969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4800" dirty="0" smtClean="0"/>
              <a:t>Scientific Method</a:t>
            </a:r>
            <a:endParaRPr sz="4800" dirty="0"/>
          </a:p>
        </p:txBody>
      </p:sp>
      <p:grpSp>
        <p:nvGrpSpPr>
          <p:cNvPr id="3232" name="Google Shape;3232;p93"/>
          <p:cNvGrpSpPr/>
          <p:nvPr/>
        </p:nvGrpSpPr>
        <p:grpSpPr>
          <a:xfrm>
            <a:off x="6681144" y="3616841"/>
            <a:ext cx="1495621" cy="1291831"/>
            <a:chOff x="5614619" y="2740966"/>
            <a:chExt cx="1495621" cy="1291831"/>
          </a:xfrm>
        </p:grpSpPr>
        <p:sp>
          <p:nvSpPr>
            <p:cNvPr id="3233" name="Google Shape;3233;p93"/>
            <p:cNvSpPr/>
            <p:nvPr/>
          </p:nvSpPr>
          <p:spPr>
            <a:xfrm>
              <a:off x="5614619" y="3232736"/>
              <a:ext cx="233570" cy="259568"/>
            </a:xfrm>
            <a:custGeom>
              <a:avLst/>
              <a:gdLst/>
              <a:ahLst/>
              <a:cxnLst/>
              <a:rect l="l" t="t" r="r" b="b"/>
              <a:pathLst>
                <a:path w="7349" h="8167" extrusionOk="0">
                  <a:moveTo>
                    <a:pt x="2648" y="0"/>
                  </a:moveTo>
                  <a:cubicBezTo>
                    <a:pt x="2113" y="0"/>
                    <a:pt x="1614" y="173"/>
                    <a:pt x="1262" y="512"/>
                  </a:cubicBezTo>
                  <a:cubicBezTo>
                    <a:pt x="453" y="1275"/>
                    <a:pt x="0" y="2275"/>
                    <a:pt x="96" y="3394"/>
                  </a:cubicBezTo>
                  <a:cubicBezTo>
                    <a:pt x="286" y="5466"/>
                    <a:pt x="1644" y="7442"/>
                    <a:pt x="3882" y="8038"/>
                  </a:cubicBezTo>
                  <a:cubicBezTo>
                    <a:pt x="4194" y="8124"/>
                    <a:pt x="4508" y="8167"/>
                    <a:pt x="4812" y="8167"/>
                  </a:cubicBezTo>
                  <a:cubicBezTo>
                    <a:pt x="6181" y="8167"/>
                    <a:pt x="7348" y="7306"/>
                    <a:pt x="7192" y="5728"/>
                  </a:cubicBezTo>
                  <a:cubicBezTo>
                    <a:pt x="7002" y="3513"/>
                    <a:pt x="6002" y="1751"/>
                    <a:pt x="4192" y="489"/>
                  </a:cubicBezTo>
                  <a:cubicBezTo>
                    <a:pt x="3712" y="161"/>
                    <a:pt x="3164" y="0"/>
                    <a:pt x="2648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234" name="Google Shape;3234;p93"/>
            <p:cNvSpPr/>
            <p:nvPr/>
          </p:nvSpPr>
          <p:spPr>
            <a:xfrm>
              <a:off x="5985489" y="3413038"/>
              <a:ext cx="243740" cy="219522"/>
            </a:xfrm>
            <a:custGeom>
              <a:avLst/>
              <a:gdLst/>
              <a:ahLst/>
              <a:cxnLst/>
              <a:rect l="l" t="t" r="r" b="b"/>
              <a:pathLst>
                <a:path w="7669" h="6907" extrusionOk="0">
                  <a:moveTo>
                    <a:pt x="2579" y="0"/>
                  </a:moveTo>
                  <a:cubicBezTo>
                    <a:pt x="1203" y="0"/>
                    <a:pt x="0" y="1093"/>
                    <a:pt x="0" y="2436"/>
                  </a:cubicBezTo>
                  <a:cubicBezTo>
                    <a:pt x="0" y="3151"/>
                    <a:pt x="215" y="3960"/>
                    <a:pt x="643" y="4675"/>
                  </a:cubicBezTo>
                  <a:cubicBezTo>
                    <a:pt x="1361" y="5791"/>
                    <a:pt x="2761" y="6906"/>
                    <a:pt x="4274" y="6906"/>
                  </a:cubicBezTo>
                  <a:cubicBezTo>
                    <a:pt x="4569" y="6906"/>
                    <a:pt x="4869" y="6864"/>
                    <a:pt x="5168" y="6770"/>
                  </a:cubicBezTo>
                  <a:cubicBezTo>
                    <a:pt x="6859" y="6247"/>
                    <a:pt x="7669" y="4794"/>
                    <a:pt x="6930" y="3198"/>
                  </a:cubicBezTo>
                  <a:cubicBezTo>
                    <a:pt x="6168" y="1627"/>
                    <a:pt x="4954" y="483"/>
                    <a:pt x="3215" y="79"/>
                  </a:cubicBezTo>
                  <a:cubicBezTo>
                    <a:pt x="3002" y="25"/>
                    <a:pt x="2789" y="0"/>
                    <a:pt x="2579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235" name="Google Shape;3235;p93"/>
            <p:cNvSpPr/>
            <p:nvPr/>
          </p:nvSpPr>
          <p:spPr>
            <a:xfrm>
              <a:off x="5884071" y="2740966"/>
              <a:ext cx="218759" cy="222064"/>
            </a:xfrm>
            <a:custGeom>
              <a:avLst/>
              <a:gdLst/>
              <a:ahLst/>
              <a:cxnLst/>
              <a:rect l="l" t="t" r="r" b="b"/>
              <a:pathLst>
                <a:path w="6883" h="6987" extrusionOk="0">
                  <a:moveTo>
                    <a:pt x="3502" y="0"/>
                  </a:moveTo>
                  <a:cubicBezTo>
                    <a:pt x="2862" y="0"/>
                    <a:pt x="2233" y="161"/>
                    <a:pt x="1643" y="482"/>
                  </a:cubicBezTo>
                  <a:cubicBezTo>
                    <a:pt x="643" y="1030"/>
                    <a:pt x="0" y="2364"/>
                    <a:pt x="381" y="3340"/>
                  </a:cubicBezTo>
                  <a:cubicBezTo>
                    <a:pt x="1000" y="4983"/>
                    <a:pt x="2120" y="6174"/>
                    <a:pt x="3811" y="6793"/>
                  </a:cubicBezTo>
                  <a:cubicBezTo>
                    <a:pt x="4163" y="6925"/>
                    <a:pt x="4487" y="6986"/>
                    <a:pt x="4780" y="6986"/>
                  </a:cubicBezTo>
                  <a:cubicBezTo>
                    <a:pt x="5817" y="6986"/>
                    <a:pt x="6485" y="6218"/>
                    <a:pt x="6764" y="5031"/>
                  </a:cubicBezTo>
                  <a:cubicBezTo>
                    <a:pt x="6811" y="4769"/>
                    <a:pt x="6764" y="4507"/>
                    <a:pt x="6764" y="4269"/>
                  </a:cubicBezTo>
                  <a:cubicBezTo>
                    <a:pt x="6883" y="3435"/>
                    <a:pt x="6645" y="2673"/>
                    <a:pt x="6311" y="1959"/>
                  </a:cubicBezTo>
                  <a:cubicBezTo>
                    <a:pt x="5882" y="1006"/>
                    <a:pt x="5239" y="220"/>
                    <a:pt x="4144" y="54"/>
                  </a:cubicBezTo>
                  <a:cubicBezTo>
                    <a:pt x="3930" y="18"/>
                    <a:pt x="3715" y="0"/>
                    <a:pt x="3502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236" name="Google Shape;3236;p93"/>
            <p:cNvSpPr/>
            <p:nvPr/>
          </p:nvSpPr>
          <p:spPr>
            <a:xfrm>
              <a:off x="6513046" y="3075190"/>
              <a:ext cx="249779" cy="202200"/>
            </a:xfrm>
            <a:custGeom>
              <a:avLst/>
              <a:gdLst/>
              <a:ahLst/>
              <a:cxnLst/>
              <a:rect l="l" t="t" r="r" b="b"/>
              <a:pathLst>
                <a:path w="7859" h="6362" extrusionOk="0">
                  <a:moveTo>
                    <a:pt x="2811" y="0"/>
                  </a:moveTo>
                  <a:cubicBezTo>
                    <a:pt x="2016" y="0"/>
                    <a:pt x="1274" y="376"/>
                    <a:pt x="715" y="1064"/>
                  </a:cubicBezTo>
                  <a:cubicBezTo>
                    <a:pt x="0" y="1945"/>
                    <a:pt x="0" y="3064"/>
                    <a:pt x="810" y="4160"/>
                  </a:cubicBezTo>
                  <a:cubicBezTo>
                    <a:pt x="1874" y="5571"/>
                    <a:pt x="3275" y="6353"/>
                    <a:pt x="5057" y="6353"/>
                  </a:cubicBezTo>
                  <a:cubicBezTo>
                    <a:pt x="5109" y="6353"/>
                    <a:pt x="5162" y="6352"/>
                    <a:pt x="5215" y="6351"/>
                  </a:cubicBezTo>
                  <a:cubicBezTo>
                    <a:pt x="5358" y="6351"/>
                    <a:pt x="5512" y="6361"/>
                    <a:pt x="5662" y="6361"/>
                  </a:cubicBezTo>
                  <a:cubicBezTo>
                    <a:pt x="5737" y="6361"/>
                    <a:pt x="5811" y="6359"/>
                    <a:pt x="5882" y="6351"/>
                  </a:cubicBezTo>
                  <a:cubicBezTo>
                    <a:pt x="7240" y="6255"/>
                    <a:pt x="7859" y="5303"/>
                    <a:pt x="7454" y="4041"/>
                  </a:cubicBezTo>
                  <a:cubicBezTo>
                    <a:pt x="6883" y="2278"/>
                    <a:pt x="5668" y="1040"/>
                    <a:pt x="4001" y="278"/>
                  </a:cubicBezTo>
                  <a:cubicBezTo>
                    <a:pt x="3602" y="90"/>
                    <a:pt x="3200" y="0"/>
                    <a:pt x="2811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237" name="Google Shape;3237;p93"/>
            <p:cNvSpPr/>
            <p:nvPr/>
          </p:nvSpPr>
          <p:spPr>
            <a:xfrm>
              <a:off x="6376795" y="3405887"/>
              <a:ext cx="229470" cy="191839"/>
            </a:xfrm>
            <a:custGeom>
              <a:avLst/>
              <a:gdLst/>
              <a:ahLst/>
              <a:cxnLst/>
              <a:rect l="l" t="t" r="r" b="b"/>
              <a:pathLst>
                <a:path w="7220" h="6036" extrusionOk="0">
                  <a:moveTo>
                    <a:pt x="2204" y="1"/>
                  </a:moveTo>
                  <a:cubicBezTo>
                    <a:pt x="1854" y="1"/>
                    <a:pt x="1482" y="140"/>
                    <a:pt x="1144" y="280"/>
                  </a:cubicBezTo>
                  <a:cubicBezTo>
                    <a:pt x="477" y="566"/>
                    <a:pt x="1" y="1399"/>
                    <a:pt x="96" y="2114"/>
                  </a:cubicBezTo>
                  <a:cubicBezTo>
                    <a:pt x="429" y="4424"/>
                    <a:pt x="1858" y="5829"/>
                    <a:pt x="4049" y="6019"/>
                  </a:cubicBezTo>
                  <a:cubicBezTo>
                    <a:pt x="4166" y="6030"/>
                    <a:pt x="4282" y="6036"/>
                    <a:pt x="4395" y="6036"/>
                  </a:cubicBezTo>
                  <a:cubicBezTo>
                    <a:pt x="5995" y="6036"/>
                    <a:pt x="7220" y="4946"/>
                    <a:pt x="6597" y="2923"/>
                  </a:cubicBezTo>
                  <a:cubicBezTo>
                    <a:pt x="6168" y="1518"/>
                    <a:pt x="4478" y="42"/>
                    <a:pt x="2406" y="18"/>
                  </a:cubicBezTo>
                  <a:cubicBezTo>
                    <a:pt x="2340" y="6"/>
                    <a:pt x="2272" y="1"/>
                    <a:pt x="2204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238" name="Google Shape;3238;p93"/>
            <p:cNvSpPr/>
            <p:nvPr/>
          </p:nvSpPr>
          <p:spPr>
            <a:xfrm>
              <a:off x="6099715" y="3104208"/>
              <a:ext cx="178713" cy="173119"/>
            </a:xfrm>
            <a:custGeom>
              <a:avLst/>
              <a:gdLst/>
              <a:ahLst/>
              <a:cxnLst/>
              <a:rect l="l" t="t" r="r" b="b"/>
              <a:pathLst>
                <a:path w="5623" h="5447" extrusionOk="0">
                  <a:moveTo>
                    <a:pt x="2987" y="1"/>
                  </a:moveTo>
                  <a:cubicBezTo>
                    <a:pt x="2618" y="1"/>
                    <a:pt x="2239" y="92"/>
                    <a:pt x="1860" y="246"/>
                  </a:cubicBezTo>
                  <a:cubicBezTo>
                    <a:pt x="955" y="651"/>
                    <a:pt x="336" y="1246"/>
                    <a:pt x="193" y="2318"/>
                  </a:cubicBezTo>
                  <a:cubicBezTo>
                    <a:pt x="0" y="3988"/>
                    <a:pt x="1926" y="5447"/>
                    <a:pt x="3441" y="5447"/>
                  </a:cubicBezTo>
                  <a:cubicBezTo>
                    <a:pt x="3611" y="5447"/>
                    <a:pt x="3776" y="5428"/>
                    <a:pt x="3932" y="5390"/>
                  </a:cubicBezTo>
                  <a:cubicBezTo>
                    <a:pt x="5051" y="5080"/>
                    <a:pt x="5623" y="4390"/>
                    <a:pt x="5623" y="3342"/>
                  </a:cubicBezTo>
                  <a:cubicBezTo>
                    <a:pt x="5623" y="2127"/>
                    <a:pt x="5170" y="1246"/>
                    <a:pt x="4384" y="556"/>
                  </a:cubicBezTo>
                  <a:cubicBezTo>
                    <a:pt x="3950" y="162"/>
                    <a:pt x="3477" y="1"/>
                    <a:pt x="2987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239" name="Google Shape;3239;p93"/>
            <p:cNvSpPr/>
            <p:nvPr/>
          </p:nvSpPr>
          <p:spPr>
            <a:xfrm>
              <a:off x="5900121" y="3798306"/>
              <a:ext cx="164125" cy="145564"/>
            </a:xfrm>
            <a:custGeom>
              <a:avLst/>
              <a:gdLst/>
              <a:ahLst/>
              <a:cxnLst/>
              <a:rect l="l" t="t" r="r" b="b"/>
              <a:pathLst>
                <a:path w="5164" h="4580" extrusionOk="0">
                  <a:moveTo>
                    <a:pt x="2026" y="0"/>
                  </a:moveTo>
                  <a:cubicBezTo>
                    <a:pt x="859" y="0"/>
                    <a:pt x="0" y="1133"/>
                    <a:pt x="424" y="2341"/>
                  </a:cubicBezTo>
                  <a:cubicBezTo>
                    <a:pt x="877" y="3626"/>
                    <a:pt x="1758" y="4460"/>
                    <a:pt x="3187" y="4579"/>
                  </a:cubicBezTo>
                  <a:cubicBezTo>
                    <a:pt x="4020" y="4484"/>
                    <a:pt x="4639" y="4079"/>
                    <a:pt x="5163" y="3460"/>
                  </a:cubicBezTo>
                  <a:cubicBezTo>
                    <a:pt x="5139" y="3222"/>
                    <a:pt x="5163" y="3007"/>
                    <a:pt x="5115" y="2793"/>
                  </a:cubicBezTo>
                  <a:cubicBezTo>
                    <a:pt x="4806" y="1340"/>
                    <a:pt x="3901" y="412"/>
                    <a:pt x="2472" y="54"/>
                  </a:cubicBezTo>
                  <a:cubicBezTo>
                    <a:pt x="2320" y="18"/>
                    <a:pt x="2171" y="0"/>
                    <a:pt x="2026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240" name="Google Shape;3240;p93"/>
            <p:cNvSpPr/>
            <p:nvPr/>
          </p:nvSpPr>
          <p:spPr>
            <a:xfrm>
              <a:off x="6873301" y="3460045"/>
              <a:ext cx="236939" cy="186690"/>
            </a:xfrm>
            <a:custGeom>
              <a:avLst/>
              <a:gdLst/>
              <a:ahLst/>
              <a:cxnLst/>
              <a:rect l="l" t="t" r="r" b="b"/>
              <a:pathLst>
                <a:path w="7455" h="5874" extrusionOk="0">
                  <a:moveTo>
                    <a:pt x="3176" y="1"/>
                  </a:moveTo>
                  <a:cubicBezTo>
                    <a:pt x="2331" y="1"/>
                    <a:pt x="1547" y="476"/>
                    <a:pt x="882" y="1434"/>
                  </a:cubicBezTo>
                  <a:cubicBezTo>
                    <a:pt x="1" y="2648"/>
                    <a:pt x="239" y="3982"/>
                    <a:pt x="1501" y="4815"/>
                  </a:cubicBezTo>
                  <a:cubicBezTo>
                    <a:pt x="2644" y="5577"/>
                    <a:pt x="3954" y="5815"/>
                    <a:pt x="5311" y="5863"/>
                  </a:cubicBezTo>
                  <a:cubicBezTo>
                    <a:pt x="5438" y="5863"/>
                    <a:pt x="5565" y="5874"/>
                    <a:pt x="5685" y="5874"/>
                  </a:cubicBezTo>
                  <a:cubicBezTo>
                    <a:pt x="5745" y="5874"/>
                    <a:pt x="5804" y="5871"/>
                    <a:pt x="5859" y="5863"/>
                  </a:cubicBezTo>
                  <a:cubicBezTo>
                    <a:pt x="7026" y="5768"/>
                    <a:pt x="7455" y="5268"/>
                    <a:pt x="7336" y="4101"/>
                  </a:cubicBezTo>
                  <a:cubicBezTo>
                    <a:pt x="7288" y="3863"/>
                    <a:pt x="7217" y="3601"/>
                    <a:pt x="7121" y="3363"/>
                  </a:cubicBezTo>
                  <a:cubicBezTo>
                    <a:pt x="6764" y="2338"/>
                    <a:pt x="6074" y="1576"/>
                    <a:pt x="5264" y="886"/>
                  </a:cubicBezTo>
                  <a:cubicBezTo>
                    <a:pt x="4549" y="297"/>
                    <a:pt x="3844" y="1"/>
                    <a:pt x="3176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241" name="Google Shape;3241;p93"/>
            <p:cNvSpPr/>
            <p:nvPr/>
          </p:nvSpPr>
          <p:spPr>
            <a:xfrm>
              <a:off x="6360141" y="3860981"/>
              <a:ext cx="180938" cy="171816"/>
            </a:xfrm>
            <a:custGeom>
              <a:avLst/>
              <a:gdLst/>
              <a:ahLst/>
              <a:cxnLst/>
              <a:rect l="l" t="t" r="r" b="b"/>
              <a:pathLst>
                <a:path w="5693" h="5406" extrusionOk="0">
                  <a:moveTo>
                    <a:pt x="2939" y="1"/>
                  </a:moveTo>
                  <a:cubicBezTo>
                    <a:pt x="2400" y="1"/>
                    <a:pt x="1842" y="186"/>
                    <a:pt x="1310" y="559"/>
                  </a:cubicBezTo>
                  <a:cubicBezTo>
                    <a:pt x="310" y="1250"/>
                    <a:pt x="1" y="2393"/>
                    <a:pt x="477" y="3512"/>
                  </a:cubicBezTo>
                  <a:cubicBezTo>
                    <a:pt x="943" y="4665"/>
                    <a:pt x="2131" y="5406"/>
                    <a:pt x="3447" y="5406"/>
                  </a:cubicBezTo>
                  <a:cubicBezTo>
                    <a:pt x="3544" y="5406"/>
                    <a:pt x="3641" y="5402"/>
                    <a:pt x="3739" y="5393"/>
                  </a:cubicBezTo>
                  <a:cubicBezTo>
                    <a:pt x="5049" y="5298"/>
                    <a:pt x="5692" y="4607"/>
                    <a:pt x="5692" y="3298"/>
                  </a:cubicBezTo>
                  <a:cubicBezTo>
                    <a:pt x="5692" y="2321"/>
                    <a:pt x="5287" y="1321"/>
                    <a:pt x="4597" y="678"/>
                  </a:cubicBezTo>
                  <a:cubicBezTo>
                    <a:pt x="4109" y="228"/>
                    <a:pt x="3535" y="1"/>
                    <a:pt x="2939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242" name="Google Shape;3242;p93"/>
            <p:cNvSpPr/>
            <p:nvPr/>
          </p:nvSpPr>
          <p:spPr>
            <a:xfrm>
              <a:off x="6799121" y="3820808"/>
              <a:ext cx="156720" cy="160819"/>
            </a:xfrm>
            <a:custGeom>
              <a:avLst/>
              <a:gdLst/>
              <a:ahLst/>
              <a:cxnLst/>
              <a:rect l="l" t="t" r="r" b="b"/>
              <a:pathLst>
                <a:path w="4931" h="5060" extrusionOk="0">
                  <a:moveTo>
                    <a:pt x="2551" y="0"/>
                  </a:moveTo>
                  <a:cubicBezTo>
                    <a:pt x="2088" y="0"/>
                    <a:pt x="1601" y="147"/>
                    <a:pt x="1144" y="442"/>
                  </a:cubicBezTo>
                  <a:cubicBezTo>
                    <a:pt x="215" y="1013"/>
                    <a:pt x="1" y="1894"/>
                    <a:pt x="525" y="2966"/>
                  </a:cubicBezTo>
                  <a:cubicBezTo>
                    <a:pt x="954" y="3895"/>
                    <a:pt x="1692" y="4490"/>
                    <a:pt x="2621" y="4895"/>
                  </a:cubicBezTo>
                  <a:cubicBezTo>
                    <a:pt x="2887" y="5005"/>
                    <a:pt x="3137" y="5059"/>
                    <a:pt x="3368" y="5059"/>
                  </a:cubicBezTo>
                  <a:cubicBezTo>
                    <a:pt x="3986" y="5059"/>
                    <a:pt x="4469" y="4677"/>
                    <a:pt x="4764" y="3966"/>
                  </a:cubicBezTo>
                  <a:cubicBezTo>
                    <a:pt x="4883" y="3633"/>
                    <a:pt x="4907" y="3300"/>
                    <a:pt x="4907" y="2966"/>
                  </a:cubicBezTo>
                  <a:cubicBezTo>
                    <a:pt x="4931" y="2156"/>
                    <a:pt x="4597" y="1442"/>
                    <a:pt x="4145" y="799"/>
                  </a:cubicBezTo>
                  <a:cubicBezTo>
                    <a:pt x="3749" y="266"/>
                    <a:pt x="3172" y="0"/>
                    <a:pt x="2551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grpSp>
        <p:nvGrpSpPr>
          <p:cNvPr id="3243" name="Google Shape;3243;p93"/>
          <p:cNvGrpSpPr/>
          <p:nvPr/>
        </p:nvGrpSpPr>
        <p:grpSpPr>
          <a:xfrm>
            <a:off x="7445135" y="40744"/>
            <a:ext cx="1624825" cy="1376466"/>
            <a:chOff x="5806500" y="2591150"/>
            <a:chExt cx="1404950" cy="1190200"/>
          </a:xfrm>
        </p:grpSpPr>
        <p:sp>
          <p:nvSpPr>
            <p:cNvPr id="3244" name="Google Shape;3244;p93"/>
            <p:cNvSpPr/>
            <p:nvPr/>
          </p:nvSpPr>
          <p:spPr>
            <a:xfrm>
              <a:off x="6178275" y="3511600"/>
              <a:ext cx="141600" cy="269750"/>
            </a:xfrm>
            <a:custGeom>
              <a:avLst/>
              <a:gdLst/>
              <a:ahLst/>
              <a:cxnLst/>
              <a:rect l="l" t="t" r="r" b="b"/>
              <a:pathLst>
                <a:path w="5664" h="10790" extrusionOk="0">
                  <a:moveTo>
                    <a:pt x="5358" y="1"/>
                  </a:moveTo>
                  <a:cubicBezTo>
                    <a:pt x="5279" y="1"/>
                    <a:pt x="5199" y="34"/>
                    <a:pt x="5152" y="110"/>
                  </a:cubicBezTo>
                  <a:cubicBezTo>
                    <a:pt x="4184" y="1590"/>
                    <a:pt x="3683" y="3373"/>
                    <a:pt x="3473" y="5110"/>
                  </a:cubicBezTo>
                  <a:cubicBezTo>
                    <a:pt x="3345" y="6077"/>
                    <a:pt x="3334" y="7056"/>
                    <a:pt x="3427" y="8035"/>
                  </a:cubicBezTo>
                  <a:cubicBezTo>
                    <a:pt x="3438" y="8210"/>
                    <a:pt x="3450" y="8396"/>
                    <a:pt x="3462" y="8583"/>
                  </a:cubicBezTo>
                  <a:cubicBezTo>
                    <a:pt x="3020" y="8212"/>
                    <a:pt x="2403" y="7996"/>
                    <a:pt x="1819" y="7996"/>
                  </a:cubicBezTo>
                  <a:cubicBezTo>
                    <a:pt x="1065" y="7996"/>
                    <a:pt x="366" y="8357"/>
                    <a:pt x="175" y="9212"/>
                  </a:cubicBezTo>
                  <a:cubicBezTo>
                    <a:pt x="0" y="10016"/>
                    <a:pt x="630" y="10576"/>
                    <a:pt x="1364" y="10715"/>
                  </a:cubicBezTo>
                  <a:cubicBezTo>
                    <a:pt x="1617" y="10766"/>
                    <a:pt x="1877" y="10790"/>
                    <a:pt x="2138" y="10790"/>
                  </a:cubicBezTo>
                  <a:cubicBezTo>
                    <a:pt x="2971" y="10790"/>
                    <a:pt x="3816" y="10544"/>
                    <a:pt x="4499" y="10109"/>
                  </a:cubicBezTo>
                  <a:cubicBezTo>
                    <a:pt x="4720" y="9970"/>
                    <a:pt x="4662" y="9655"/>
                    <a:pt x="4464" y="9550"/>
                  </a:cubicBezTo>
                  <a:cubicBezTo>
                    <a:pt x="4534" y="8944"/>
                    <a:pt x="4301" y="8268"/>
                    <a:pt x="4254" y="7674"/>
                  </a:cubicBezTo>
                  <a:cubicBezTo>
                    <a:pt x="4196" y="6881"/>
                    <a:pt x="4208" y="6089"/>
                    <a:pt x="4277" y="5296"/>
                  </a:cubicBezTo>
                  <a:cubicBezTo>
                    <a:pt x="4441" y="3537"/>
                    <a:pt x="4988" y="1940"/>
                    <a:pt x="5594" y="308"/>
                  </a:cubicBezTo>
                  <a:cubicBezTo>
                    <a:pt x="5663" y="124"/>
                    <a:pt x="5511" y="1"/>
                    <a:pt x="535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245" name="Google Shape;3245;p93"/>
            <p:cNvSpPr/>
            <p:nvPr/>
          </p:nvSpPr>
          <p:spPr>
            <a:xfrm>
              <a:off x="6579250" y="3508975"/>
              <a:ext cx="150575" cy="266700"/>
            </a:xfrm>
            <a:custGeom>
              <a:avLst/>
              <a:gdLst/>
              <a:ahLst/>
              <a:cxnLst/>
              <a:rect l="l" t="t" r="r" b="b"/>
              <a:pathLst>
                <a:path w="6023" h="10668" extrusionOk="0">
                  <a:moveTo>
                    <a:pt x="319" y="0"/>
                  </a:moveTo>
                  <a:cubicBezTo>
                    <a:pt x="160" y="0"/>
                    <a:pt x="1" y="128"/>
                    <a:pt x="79" y="308"/>
                  </a:cubicBezTo>
                  <a:cubicBezTo>
                    <a:pt x="743" y="1928"/>
                    <a:pt x="1350" y="3502"/>
                    <a:pt x="1571" y="5250"/>
                  </a:cubicBezTo>
                  <a:cubicBezTo>
                    <a:pt x="1664" y="6031"/>
                    <a:pt x="1711" y="6835"/>
                    <a:pt x="1676" y="7627"/>
                  </a:cubicBezTo>
                  <a:cubicBezTo>
                    <a:pt x="1653" y="8222"/>
                    <a:pt x="1443" y="8909"/>
                    <a:pt x="1536" y="9515"/>
                  </a:cubicBezTo>
                  <a:cubicBezTo>
                    <a:pt x="1338" y="9620"/>
                    <a:pt x="1291" y="9935"/>
                    <a:pt x="1524" y="10075"/>
                  </a:cubicBezTo>
                  <a:cubicBezTo>
                    <a:pt x="2182" y="10457"/>
                    <a:pt x="2976" y="10668"/>
                    <a:pt x="3758" y="10668"/>
                  </a:cubicBezTo>
                  <a:cubicBezTo>
                    <a:pt x="4071" y="10668"/>
                    <a:pt x="4383" y="10634"/>
                    <a:pt x="4683" y="10564"/>
                  </a:cubicBezTo>
                  <a:cubicBezTo>
                    <a:pt x="5417" y="10401"/>
                    <a:pt x="6023" y="9818"/>
                    <a:pt x="5813" y="9014"/>
                  </a:cubicBezTo>
                  <a:cubicBezTo>
                    <a:pt x="5598" y="8197"/>
                    <a:pt x="4932" y="7855"/>
                    <a:pt x="4210" y="7855"/>
                  </a:cubicBezTo>
                  <a:cubicBezTo>
                    <a:pt x="3602" y="7855"/>
                    <a:pt x="2956" y="8097"/>
                    <a:pt x="2503" y="8501"/>
                  </a:cubicBezTo>
                  <a:cubicBezTo>
                    <a:pt x="2515" y="8315"/>
                    <a:pt x="2515" y="8140"/>
                    <a:pt x="2527" y="7954"/>
                  </a:cubicBezTo>
                  <a:cubicBezTo>
                    <a:pt x="2585" y="6986"/>
                    <a:pt x="2527" y="6007"/>
                    <a:pt x="2375" y="5040"/>
                  </a:cubicBezTo>
                  <a:cubicBezTo>
                    <a:pt x="2107" y="3304"/>
                    <a:pt x="1536" y="1544"/>
                    <a:pt x="522" y="99"/>
                  </a:cubicBezTo>
                  <a:cubicBezTo>
                    <a:pt x="473" y="30"/>
                    <a:pt x="396" y="0"/>
                    <a:pt x="31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246" name="Google Shape;3246;p93"/>
            <p:cNvSpPr/>
            <p:nvPr/>
          </p:nvSpPr>
          <p:spPr>
            <a:xfrm>
              <a:off x="5834325" y="2628600"/>
              <a:ext cx="180500" cy="280175"/>
            </a:xfrm>
            <a:custGeom>
              <a:avLst/>
              <a:gdLst/>
              <a:ahLst/>
              <a:cxnLst/>
              <a:rect l="l" t="t" r="r" b="b"/>
              <a:pathLst>
                <a:path w="7220" h="11207" extrusionOk="0">
                  <a:moveTo>
                    <a:pt x="3026" y="0"/>
                  </a:moveTo>
                  <a:cubicBezTo>
                    <a:pt x="2810" y="0"/>
                    <a:pt x="2599" y="143"/>
                    <a:pt x="2594" y="433"/>
                  </a:cubicBezTo>
                  <a:lnTo>
                    <a:pt x="2582" y="1179"/>
                  </a:lnTo>
                  <a:cubicBezTo>
                    <a:pt x="2535" y="1074"/>
                    <a:pt x="2489" y="946"/>
                    <a:pt x="2454" y="829"/>
                  </a:cubicBezTo>
                  <a:cubicBezTo>
                    <a:pt x="2393" y="609"/>
                    <a:pt x="2222" y="513"/>
                    <a:pt x="2047" y="513"/>
                  </a:cubicBezTo>
                  <a:cubicBezTo>
                    <a:pt x="1787" y="513"/>
                    <a:pt x="1519" y="727"/>
                    <a:pt x="1603" y="1062"/>
                  </a:cubicBezTo>
                  <a:lnTo>
                    <a:pt x="1848" y="1948"/>
                  </a:lnTo>
                  <a:cubicBezTo>
                    <a:pt x="1521" y="1750"/>
                    <a:pt x="1207" y="1563"/>
                    <a:pt x="880" y="1365"/>
                  </a:cubicBezTo>
                  <a:cubicBezTo>
                    <a:pt x="811" y="1324"/>
                    <a:pt x="738" y="1305"/>
                    <a:pt x="668" y="1305"/>
                  </a:cubicBezTo>
                  <a:cubicBezTo>
                    <a:pt x="307" y="1305"/>
                    <a:pt x="1" y="1793"/>
                    <a:pt x="333" y="2076"/>
                  </a:cubicBezTo>
                  <a:cubicBezTo>
                    <a:pt x="939" y="2577"/>
                    <a:pt x="1603" y="3137"/>
                    <a:pt x="2361" y="3370"/>
                  </a:cubicBezTo>
                  <a:cubicBezTo>
                    <a:pt x="1941" y="6376"/>
                    <a:pt x="3852" y="9558"/>
                    <a:pt x="6311" y="11131"/>
                  </a:cubicBezTo>
                  <a:cubicBezTo>
                    <a:pt x="6394" y="11184"/>
                    <a:pt x="6476" y="11207"/>
                    <a:pt x="6553" y="11207"/>
                  </a:cubicBezTo>
                  <a:cubicBezTo>
                    <a:pt x="6953" y="11207"/>
                    <a:pt x="7219" y="10589"/>
                    <a:pt x="6789" y="10316"/>
                  </a:cubicBezTo>
                  <a:cubicBezTo>
                    <a:pt x="4085" y="8591"/>
                    <a:pt x="3141" y="5829"/>
                    <a:pt x="3071" y="2799"/>
                  </a:cubicBezTo>
                  <a:cubicBezTo>
                    <a:pt x="3246" y="2764"/>
                    <a:pt x="3409" y="2601"/>
                    <a:pt x="3444" y="2414"/>
                  </a:cubicBezTo>
                  <a:cubicBezTo>
                    <a:pt x="3677" y="2204"/>
                    <a:pt x="3922" y="2030"/>
                    <a:pt x="4202" y="1878"/>
                  </a:cubicBezTo>
                  <a:cubicBezTo>
                    <a:pt x="4538" y="1672"/>
                    <a:pt x="4350" y="1205"/>
                    <a:pt x="4004" y="1205"/>
                  </a:cubicBezTo>
                  <a:cubicBezTo>
                    <a:pt x="3978" y="1205"/>
                    <a:pt x="3950" y="1208"/>
                    <a:pt x="3922" y="1214"/>
                  </a:cubicBezTo>
                  <a:cubicBezTo>
                    <a:pt x="3771" y="1249"/>
                    <a:pt x="3631" y="1295"/>
                    <a:pt x="3491" y="1354"/>
                  </a:cubicBezTo>
                  <a:cubicBezTo>
                    <a:pt x="3503" y="1051"/>
                    <a:pt x="3514" y="736"/>
                    <a:pt x="3491" y="433"/>
                  </a:cubicBezTo>
                  <a:cubicBezTo>
                    <a:pt x="3468" y="146"/>
                    <a:pt x="3244" y="0"/>
                    <a:pt x="302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247" name="Google Shape;3247;p93"/>
            <p:cNvSpPr/>
            <p:nvPr/>
          </p:nvSpPr>
          <p:spPr>
            <a:xfrm>
              <a:off x="6901425" y="2591150"/>
              <a:ext cx="171400" cy="266975"/>
            </a:xfrm>
            <a:custGeom>
              <a:avLst/>
              <a:gdLst/>
              <a:ahLst/>
              <a:cxnLst/>
              <a:rect l="l" t="t" r="r" b="b"/>
              <a:pathLst>
                <a:path w="6856" h="10679" extrusionOk="0">
                  <a:moveTo>
                    <a:pt x="5541" y="0"/>
                  </a:moveTo>
                  <a:cubicBezTo>
                    <a:pt x="5372" y="0"/>
                    <a:pt x="5205" y="91"/>
                    <a:pt x="5140" y="299"/>
                  </a:cubicBezTo>
                  <a:cubicBezTo>
                    <a:pt x="5023" y="649"/>
                    <a:pt x="4872" y="964"/>
                    <a:pt x="4709" y="1290"/>
                  </a:cubicBezTo>
                  <a:cubicBezTo>
                    <a:pt x="4639" y="1022"/>
                    <a:pt x="4580" y="765"/>
                    <a:pt x="4557" y="497"/>
                  </a:cubicBezTo>
                  <a:cubicBezTo>
                    <a:pt x="4533" y="227"/>
                    <a:pt x="4313" y="87"/>
                    <a:pt x="4103" y="87"/>
                  </a:cubicBezTo>
                  <a:cubicBezTo>
                    <a:pt x="3897" y="87"/>
                    <a:pt x="3700" y="221"/>
                    <a:pt x="3706" y="497"/>
                  </a:cubicBezTo>
                  <a:cubicBezTo>
                    <a:pt x="3718" y="870"/>
                    <a:pt x="3718" y="1232"/>
                    <a:pt x="3741" y="1593"/>
                  </a:cubicBezTo>
                  <a:cubicBezTo>
                    <a:pt x="3496" y="1360"/>
                    <a:pt x="3240" y="1127"/>
                    <a:pt x="2995" y="882"/>
                  </a:cubicBezTo>
                  <a:cubicBezTo>
                    <a:pt x="2946" y="836"/>
                    <a:pt x="2890" y="816"/>
                    <a:pt x="2834" y="816"/>
                  </a:cubicBezTo>
                  <a:cubicBezTo>
                    <a:pt x="2665" y="816"/>
                    <a:pt x="2505" y="1001"/>
                    <a:pt x="2611" y="1185"/>
                  </a:cubicBezTo>
                  <a:cubicBezTo>
                    <a:pt x="2984" y="1873"/>
                    <a:pt x="3520" y="2455"/>
                    <a:pt x="4056" y="3026"/>
                  </a:cubicBezTo>
                  <a:cubicBezTo>
                    <a:pt x="4056" y="3026"/>
                    <a:pt x="4056" y="3038"/>
                    <a:pt x="4056" y="3038"/>
                  </a:cubicBezTo>
                  <a:cubicBezTo>
                    <a:pt x="3811" y="4355"/>
                    <a:pt x="3590" y="5614"/>
                    <a:pt x="2937" y="6849"/>
                  </a:cubicBezTo>
                  <a:cubicBezTo>
                    <a:pt x="2319" y="8003"/>
                    <a:pt x="1305" y="9343"/>
                    <a:pt x="210" y="10065"/>
                  </a:cubicBezTo>
                  <a:cubicBezTo>
                    <a:pt x="24" y="10194"/>
                    <a:pt x="0" y="10462"/>
                    <a:pt x="210" y="10578"/>
                  </a:cubicBezTo>
                  <a:cubicBezTo>
                    <a:pt x="327" y="10647"/>
                    <a:pt x="450" y="10678"/>
                    <a:pt x="579" y="10678"/>
                  </a:cubicBezTo>
                  <a:cubicBezTo>
                    <a:pt x="1671" y="10678"/>
                    <a:pt x="3111" y="8423"/>
                    <a:pt x="3496" y="7735"/>
                  </a:cubicBezTo>
                  <a:cubicBezTo>
                    <a:pt x="4196" y="6523"/>
                    <a:pt x="4732" y="5008"/>
                    <a:pt x="4674" y="3562"/>
                  </a:cubicBezTo>
                  <a:cubicBezTo>
                    <a:pt x="4755" y="3562"/>
                    <a:pt x="4837" y="3551"/>
                    <a:pt x="4918" y="3504"/>
                  </a:cubicBezTo>
                  <a:cubicBezTo>
                    <a:pt x="4977" y="3481"/>
                    <a:pt x="5035" y="3434"/>
                    <a:pt x="5093" y="3376"/>
                  </a:cubicBezTo>
                  <a:cubicBezTo>
                    <a:pt x="5466" y="3131"/>
                    <a:pt x="6025" y="3003"/>
                    <a:pt x="6410" y="2805"/>
                  </a:cubicBezTo>
                  <a:cubicBezTo>
                    <a:pt x="6855" y="2572"/>
                    <a:pt x="6571" y="1980"/>
                    <a:pt x="6153" y="1980"/>
                  </a:cubicBezTo>
                  <a:cubicBezTo>
                    <a:pt x="6090" y="1980"/>
                    <a:pt x="6023" y="1993"/>
                    <a:pt x="5956" y="2024"/>
                  </a:cubicBezTo>
                  <a:cubicBezTo>
                    <a:pt x="5804" y="2094"/>
                    <a:pt x="5652" y="2141"/>
                    <a:pt x="5501" y="2187"/>
                  </a:cubicBezTo>
                  <a:cubicBezTo>
                    <a:pt x="5652" y="1640"/>
                    <a:pt x="5816" y="1080"/>
                    <a:pt x="5967" y="532"/>
                  </a:cubicBezTo>
                  <a:cubicBezTo>
                    <a:pt x="6058" y="209"/>
                    <a:pt x="5798" y="0"/>
                    <a:pt x="55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248" name="Google Shape;3248;p93"/>
            <p:cNvSpPr/>
            <p:nvPr/>
          </p:nvSpPr>
          <p:spPr>
            <a:xfrm>
              <a:off x="5875550" y="3399550"/>
              <a:ext cx="49450" cy="9950"/>
            </a:xfrm>
            <a:custGeom>
              <a:avLst/>
              <a:gdLst/>
              <a:ahLst/>
              <a:cxnLst/>
              <a:rect l="l" t="t" r="r" b="b"/>
              <a:pathLst>
                <a:path w="1978" h="398" extrusionOk="0">
                  <a:moveTo>
                    <a:pt x="106" y="0"/>
                  </a:moveTo>
                  <a:cubicBezTo>
                    <a:pt x="24" y="0"/>
                    <a:pt x="1" y="105"/>
                    <a:pt x="59" y="140"/>
                  </a:cubicBezTo>
                  <a:cubicBezTo>
                    <a:pt x="338" y="329"/>
                    <a:pt x="700" y="397"/>
                    <a:pt x="1063" y="397"/>
                  </a:cubicBezTo>
                  <a:cubicBezTo>
                    <a:pt x="1352" y="397"/>
                    <a:pt x="1641" y="354"/>
                    <a:pt x="1889" y="292"/>
                  </a:cubicBezTo>
                  <a:cubicBezTo>
                    <a:pt x="1978" y="270"/>
                    <a:pt x="1939" y="151"/>
                    <a:pt x="1854" y="151"/>
                  </a:cubicBezTo>
                  <a:cubicBezTo>
                    <a:pt x="1850" y="151"/>
                    <a:pt x="1846" y="151"/>
                    <a:pt x="1842" y="152"/>
                  </a:cubicBezTo>
                  <a:cubicBezTo>
                    <a:pt x="1679" y="175"/>
                    <a:pt x="1516" y="187"/>
                    <a:pt x="1353" y="187"/>
                  </a:cubicBezTo>
                  <a:cubicBezTo>
                    <a:pt x="1189" y="187"/>
                    <a:pt x="1026" y="175"/>
                    <a:pt x="863" y="152"/>
                  </a:cubicBezTo>
                  <a:cubicBezTo>
                    <a:pt x="607" y="117"/>
                    <a:pt x="362" y="35"/>
                    <a:pt x="10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249" name="Google Shape;3249;p93"/>
            <p:cNvSpPr/>
            <p:nvPr/>
          </p:nvSpPr>
          <p:spPr>
            <a:xfrm>
              <a:off x="5875275" y="3273100"/>
              <a:ext cx="33325" cy="10325"/>
            </a:xfrm>
            <a:custGeom>
              <a:avLst/>
              <a:gdLst/>
              <a:ahLst/>
              <a:cxnLst/>
              <a:rect l="l" t="t" r="r" b="b"/>
              <a:pathLst>
                <a:path w="1333" h="413" extrusionOk="0">
                  <a:moveTo>
                    <a:pt x="114" y="1"/>
                  </a:moveTo>
                  <a:cubicBezTo>
                    <a:pt x="54" y="1"/>
                    <a:pt x="0" y="83"/>
                    <a:pt x="58" y="140"/>
                  </a:cubicBezTo>
                  <a:cubicBezTo>
                    <a:pt x="250" y="332"/>
                    <a:pt x="517" y="412"/>
                    <a:pt x="785" y="412"/>
                  </a:cubicBezTo>
                  <a:cubicBezTo>
                    <a:pt x="940" y="412"/>
                    <a:pt x="1094" y="386"/>
                    <a:pt x="1235" y="339"/>
                  </a:cubicBezTo>
                  <a:cubicBezTo>
                    <a:pt x="1333" y="306"/>
                    <a:pt x="1310" y="173"/>
                    <a:pt x="1222" y="173"/>
                  </a:cubicBezTo>
                  <a:cubicBezTo>
                    <a:pt x="1215" y="173"/>
                    <a:pt x="1208" y="174"/>
                    <a:pt x="1200" y="175"/>
                  </a:cubicBezTo>
                  <a:cubicBezTo>
                    <a:pt x="1095" y="201"/>
                    <a:pt x="995" y="212"/>
                    <a:pt x="899" y="212"/>
                  </a:cubicBezTo>
                  <a:cubicBezTo>
                    <a:pt x="641" y="212"/>
                    <a:pt x="406" y="131"/>
                    <a:pt x="152" y="12"/>
                  </a:cubicBezTo>
                  <a:cubicBezTo>
                    <a:pt x="139" y="4"/>
                    <a:pt x="127" y="1"/>
                    <a:pt x="11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250" name="Google Shape;3250;p93"/>
            <p:cNvSpPr/>
            <p:nvPr/>
          </p:nvSpPr>
          <p:spPr>
            <a:xfrm>
              <a:off x="5903325" y="3115450"/>
              <a:ext cx="37925" cy="9700"/>
            </a:xfrm>
            <a:custGeom>
              <a:avLst/>
              <a:gdLst/>
              <a:ahLst/>
              <a:cxnLst/>
              <a:rect l="l" t="t" r="r" b="b"/>
              <a:pathLst>
                <a:path w="1517" h="388" extrusionOk="0">
                  <a:moveTo>
                    <a:pt x="89" y="0"/>
                  </a:moveTo>
                  <a:cubicBezTo>
                    <a:pt x="37" y="0"/>
                    <a:pt x="0" y="63"/>
                    <a:pt x="43" y="107"/>
                  </a:cubicBezTo>
                  <a:cubicBezTo>
                    <a:pt x="224" y="314"/>
                    <a:pt x="517" y="387"/>
                    <a:pt x="813" y="387"/>
                  </a:cubicBezTo>
                  <a:cubicBezTo>
                    <a:pt x="1032" y="387"/>
                    <a:pt x="1252" y="348"/>
                    <a:pt x="1430" y="293"/>
                  </a:cubicBezTo>
                  <a:cubicBezTo>
                    <a:pt x="1516" y="272"/>
                    <a:pt x="1483" y="151"/>
                    <a:pt x="1404" y="151"/>
                  </a:cubicBezTo>
                  <a:cubicBezTo>
                    <a:pt x="1398" y="151"/>
                    <a:pt x="1391" y="151"/>
                    <a:pt x="1384" y="153"/>
                  </a:cubicBezTo>
                  <a:cubicBezTo>
                    <a:pt x="1259" y="179"/>
                    <a:pt x="1124" y="195"/>
                    <a:pt x="988" y="195"/>
                  </a:cubicBezTo>
                  <a:cubicBezTo>
                    <a:pt x="882" y="195"/>
                    <a:pt x="775" y="185"/>
                    <a:pt x="673" y="165"/>
                  </a:cubicBezTo>
                  <a:cubicBezTo>
                    <a:pt x="475" y="130"/>
                    <a:pt x="300" y="37"/>
                    <a:pt x="102" y="2"/>
                  </a:cubicBezTo>
                  <a:cubicBezTo>
                    <a:pt x="97" y="1"/>
                    <a:pt x="93" y="0"/>
                    <a:pt x="8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251" name="Google Shape;3251;p93"/>
            <p:cNvSpPr/>
            <p:nvPr/>
          </p:nvSpPr>
          <p:spPr>
            <a:xfrm>
              <a:off x="5835050" y="2620875"/>
              <a:ext cx="1353950" cy="946525"/>
            </a:xfrm>
            <a:custGeom>
              <a:avLst/>
              <a:gdLst/>
              <a:ahLst/>
              <a:cxnLst/>
              <a:rect l="l" t="t" r="r" b="b"/>
              <a:pathLst>
                <a:path w="54158" h="37861" extrusionOk="0">
                  <a:moveTo>
                    <a:pt x="26334" y="12008"/>
                  </a:moveTo>
                  <a:cubicBezTo>
                    <a:pt x="40873" y="12008"/>
                    <a:pt x="39509" y="27581"/>
                    <a:pt x="39509" y="27581"/>
                  </a:cubicBezTo>
                  <a:lnTo>
                    <a:pt x="12646" y="27581"/>
                  </a:lnTo>
                  <a:cubicBezTo>
                    <a:pt x="12646" y="27581"/>
                    <a:pt x="11049" y="12268"/>
                    <a:pt x="25978" y="12011"/>
                  </a:cubicBezTo>
                  <a:cubicBezTo>
                    <a:pt x="26098" y="12009"/>
                    <a:pt x="26217" y="12008"/>
                    <a:pt x="26334" y="12008"/>
                  </a:cubicBezTo>
                  <a:close/>
                  <a:moveTo>
                    <a:pt x="26670" y="0"/>
                  </a:moveTo>
                  <a:cubicBezTo>
                    <a:pt x="16102" y="0"/>
                    <a:pt x="6822" y="8293"/>
                    <a:pt x="4185" y="15181"/>
                  </a:cubicBezTo>
                  <a:cubicBezTo>
                    <a:pt x="1" y="26055"/>
                    <a:pt x="1154" y="33303"/>
                    <a:pt x="1970" y="37860"/>
                  </a:cubicBezTo>
                  <a:lnTo>
                    <a:pt x="50883" y="37581"/>
                  </a:lnTo>
                  <a:cubicBezTo>
                    <a:pt x="50883" y="37581"/>
                    <a:pt x="54158" y="15240"/>
                    <a:pt x="39217" y="4296"/>
                  </a:cubicBezTo>
                  <a:cubicBezTo>
                    <a:pt x="35049" y="1244"/>
                    <a:pt x="30763" y="0"/>
                    <a:pt x="26670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252" name="Google Shape;3252;p93"/>
            <p:cNvSpPr/>
            <p:nvPr/>
          </p:nvSpPr>
          <p:spPr>
            <a:xfrm>
              <a:off x="6107775" y="2951450"/>
              <a:ext cx="224075" cy="358100"/>
            </a:xfrm>
            <a:custGeom>
              <a:avLst/>
              <a:gdLst/>
              <a:ahLst/>
              <a:cxnLst/>
              <a:rect l="l" t="t" r="r" b="b"/>
              <a:pathLst>
                <a:path w="8963" h="14324" extrusionOk="0">
                  <a:moveTo>
                    <a:pt x="8962" y="0"/>
                  </a:moveTo>
                  <a:cubicBezTo>
                    <a:pt x="8088" y="164"/>
                    <a:pt x="7226" y="385"/>
                    <a:pt x="6387" y="700"/>
                  </a:cubicBezTo>
                  <a:cubicBezTo>
                    <a:pt x="4487" y="1411"/>
                    <a:pt x="3182" y="2576"/>
                    <a:pt x="2191" y="4301"/>
                  </a:cubicBezTo>
                  <a:cubicBezTo>
                    <a:pt x="1142" y="6119"/>
                    <a:pt x="315" y="8240"/>
                    <a:pt x="128" y="10349"/>
                  </a:cubicBezTo>
                  <a:cubicBezTo>
                    <a:pt x="0" y="11748"/>
                    <a:pt x="117" y="13519"/>
                    <a:pt x="1387" y="14323"/>
                  </a:cubicBezTo>
                  <a:cubicBezTo>
                    <a:pt x="1492" y="14277"/>
                    <a:pt x="1608" y="14242"/>
                    <a:pt x="1725" y="14218"/>
                  </a:cubicBezTo>
                  <a:cubicBezTo>
                    <a:pt x="1632" y="12937"/>
                    <a:pt x="1189" y="3415"/>
                    <a:pt x="8962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253" name="Google Shape;3253;p93"/>
            <p:cNvSpPr/>
            <p:nvPr/>
          </p:nvSpPr>
          <p:spPr>
            <a:xfrm>
              <a:off x="5869425" y="2620925"/>
              <a:ext cx="1319575" cy="946475"/>
            </a:xfrm>
            <a:custGeom>
              <a:avLst/>
              <a:gdLst/>
              <a:ahLst/>
              <a:cxnLst/>
              <a:rect l="l" t="t" r="r" b="b"/>
              <a:pathLst>
                <a:path w="52783" h="37859" extrusionOk="0">
                  <a:moveTo>
                    <a:pt x="25315" y="1"/>
                  </a:moveTo>
                  <a:cubicBezTo>
                    <a:pt x="24889" y="1"/>
                    <a:pt x="24465" y="14"/>
                    <a:pt x="24044" y="41"/>
                  </a:cubicBezTo>
                  <a:cubicBezTo>
                    <a:pt x="24964" y="297"/>
                    <a:pt x="25885" y="612"/>
                    <a:pt x="26771" y="973"/>
                  </a:cubicBezTo>
                  <a:cubicBezTo>
                    <a:pt x="38821" y="5844"/>
                    <a:pt x="47818" y="18874"/>
                    <a:pt x="47061" y="32031"/>
                  </a:cubicBezTo>
                  <a:cubicBezTo>
                    <a:pt x="47014" y="32847"/>
                    <a:pt x="46420" y="33488"/>
                    <a:pt x="45581" y="33500"/>
                  </a:cubicBezTo>
                  <a:cubicBezTo>
                    <a:pt x="41292" y="33593"/>
                    <a:pt x="36991" y="33628"/>
                    <a:pt x="32703" y="33628"/>
                  </a:cubicBezTo>
                  <a:cubicBezTo>
                    <a:pt x="25209" y="33628"/>
                    <a:pt x="17715" y="33535"/>
                    <a:pt x="10233" y="33511"/>
                  </a:cubicBezTo>
                  <a:cubicBezTo>
                    <a:pt x="10125" y="33511"/>
                    <a:pt x="10016" y="33511"/>
                    <a:pt x="9908" y="33511"/>
                  </a:cubicBezTo>
                  <a:cubicBezTo>
                    <a:pt x="6602" y="33511"/>
                    <a:pt x="3296" y="33680"/>
                    <a:pt x="1" y="33838"/>
                  </a:cubicBezTo>
                  <a:cubicBezTo>
                    <a:pt x="152" y="35364"/>
                    <a:pt x="386" y="36693"/>
                    <a:pt x="595" y="37858"/>
                  </a:cubicBezTo>
                  <a:lnTo>
                    <a:pt x="49508" y="37579"/>
                  </a:lnTo>
                  <a:cubicBezTo>
                    <a:pt x="49508" y="37579"/>
                    <a:pt x="52783" y="15238"/>
                    <a:pt x="37842" y="4294"/>
                  </a:cubicBezTo>
                  <a:cubicBezTo>
                    <a:pt x="33684" y="1244"/>
                    <a:pt x="29402" y="1"/>
                    <a:pt x="25315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254" name="Google Shape;3254;p93"/>
            <p:cNvSpPr/>
            <p:nvPr/>
          </p:nvSpPr>
          <p:spPr>
            <a:xfrm>
              <a:off x="5868925" y="2626575"/>
              <a:ext cx="1213275" cy="919250"/>
            </a:xfrm>
            <a:custGeom>
              <a:avLst/>
              <a:gdLst/>
              <a:ahLst/>
              <a:cxnLst/>
              <a:rect l="l" t="t" r="r" b="b"/>
              <a:pathLst>
                <a:path w="48531" h="36770" extrusionOk="0">
                  <a:moveTo>
                    <a:pt x="24881" y="0"/>
                  </a:moveTo>
                  <a:cubicBezTo>
                    <a:pt x="24795" y="0"/>
                    <a:pt x="24755" y="142"/>
                    <a:pt x="24856" y="164"/>
                  </a:cubicBezTo>
                  <a:cubicBezTo>
                    <a:pt x="31522" y="1877"/>
                    <a:pt x="37536" y="5851"/>
                    <a:pt x="41487" y="11527"/>
                  </a:cubicBezTo>
                  <a:cubicBezTo>
                    <a:pt x="45740" y="17634"/>
                    <a:pt x="47349" y="25360"/>
                    <a:pt x="46043" y="32668"/>
                  </a:cubicBezTo>
                  <a:cubicBezTo>
                    <a:pt x="46043" y="32726"/>
                    <a:pt x="46055" y="32772"/>
                    <a:pt x="46078" y="32807"/>
                  </a:cubicBezTo>
                  <a:cubicBezTo>
                    <a:pt x="46050" y="32779"/>
                    <a:pt x="46021" y="32758"/>
                    <a:pt x="45973" y="32758"/>
                  </a:cubicBezTo>
                  <a:cubicBezTo>
                    <a:pt x="45962" y="32758"/>
                    <a:pt x="45951" y="32759"/>
                    <a:pt x="45939" y="32761"/>
                  </a:cubicBezTo>
                  <a:cubicBezTo>
                    <a:pt x="41054" y="33197"/>
                    <a:pt x="36161" y="33310"/>
                    <a:pt x="31264" y="33310"/>
                  </a:cubicBezTo>
                  <a:cubicBezTo>
                    <a:pt x="28449" y="33310"/>
                    <a:pt x="25633" y="33273"/>
                    <a:pt x="22817" y="33239"/>
                  </a:cubicBezTo>
                  <a:cubicBezTo>
                    <a:pt x="20623" y="33205"/>
                    <a:pt x="18429" y="33179"/>
                    <a:pt x="16236" y="33179"/>
                  </a:cubicBezTo>
                  <a:cubicBezTo>
                    <a:pt x="14642" y="33179"/>
                    <a:pt x="13048" y="33193"/>
                    <a:pt x="11454" y="33227"/>
                  </a:cubicBezTo>
                  <a:cubicBezTo>
                    <a:pt x="7701" y="33309"/>
                    <a:pt x="3820" y="33355"/>
                    <a:pt x="114" y="34008"/>
                  </a:cubicBezTo>
                  <a:cubicBezTo>
                    <a:pt x="1" y="34019"/>
                    <a:pt x="20" y="34206"/>
                    <a:pt x="128" y="34206"/>
                  </a:cubicBezTo>
                  <a:cubicBezTo>
                    <a:pt x="131" y="34206"/>
                    <a:pt x="134" y="34206"/>
                    <a:pt x="137" y="34206"/>
                  </a:cubicBezTo>
                  <a:cubicBezTo>
                    <a:pt x="3913" y="34031"/>
                    <a:pt x="7666" y="33658"/>
                    <a:pt x="11454" y="33588"/>
                  </a:cubicBezTo>
                  <a:cubicBezTo>
                    <a:pt x="12942" y="33557"/>
                    <a:pt x="14431" y="33544"/>
                    <a:pt x="15919" y="33544"/>
                  </a:cubicBezTo>
                  <a:cubicBezTo>
                    <a:pt x="18288" y="33544"/>
                    <a:pt x="20657" y="33576"/>
                    <a:pt x="23026" y="33612"/>
                  </a:cubicBezTo>
                  <a:cubicBezTo>
                    <a:pt x="25976" y="33652"/>
                    <a:pt x="28927" y="33700"/>
                    <a:pt x="31876" y="33700"/>
                  </a:cubicBezTo>
                  <a:cubicBezTo>
                    <a:pt x="36560" y="33700"/>
                    <a:pt x="41241" y="33580"/>
                    <a:pt x="45904" y="33122"/>
                  </a:cubicBezTo>
                  <a:cubicBezTo>
                    <a:pt x="45904" y="33169"/>
                    <a:pt x="45915" y="33204"/>
                    <a:pt x="45939" y="33250"/>
                  </a:cubicBezTo>
                  <a:cubicBezTo>
                    <a:pt x="46859" y="34322"/>
                    <a:pt x="47628" y="35488"/>
                    <a:pt x="48304" y="36712"/>
                  </a:cubicBezTo>
                  <a:cubicBezTo>
                    <a:pt x="48327" y="36753"/>
                    <a:pt x="48360" y="36770"/>
                    <a:pt x="48393" y="36770"/>
                  </a:cubicBezTo>
                  <a:cubicBezTo>
                    <a:pt x="48463" y="36770"/>
                    <a:pt x="48530" y="36694"/>
                    <a:pt x="48491" y="36607"/>
                  </a:cubicBezTo>
                  <a:cubicBezTo>
                    <a:pt x="47873" y="35313"/>
                    <a:pt x="47081" y="34136"/>
                    <a:pt x="46148" y="33041"/>
                  </a:cubicBezTo>
                  <a:cubicBezTo>
                    <a:pt x="46137" y="33017"/>
                    <a:pt x="46113" y="33006"/>
                    <a:pt x="46102" y="32994"/>
                  </a:cubicBezTo>
                  <a:cubicBezTo>
                    <a:pt x="46125" y="32947"/>
                    <a:pt x="46113" y="32877"/>
                    <a:pt x="46090" y="32831"/>
                  </a:cubicBezTo>
                  <a:lnTo>
                    <a:pt x="46090" y="32831"/>
                  </a:lnTo>
                  <a:cubicBezTo>
                    <a:pt x="46133" y="32879"/>
                    <a:pt x="46197" y="32907"/>
                    <a:pt x="46258" y="32907"/>
                  </a:cubicBezTo>
                  <a:cubicBezTo>
                    <a:pt x="46331" y="32907"/>
                    <a:pt x="46397" y="32867"/>
                    <a:pt x="46416" y="32772"/>
                  </a:cubicBezTo>
                  <a:cubicBezTo>
                    <a:pt x="48479" y="21363"/>
                    <a:pt x="43340" y="9616"/>
                    <a:pt x="33480" y="3497"/>
                  </a:cubicBezTo>
                  <a:cubicBezTo>
                    <a:pt x="30835" y="1854"/>
                    <a:pt x="27933" y="677"/>
                    <a:pt x="24891" y="1"/>
                  </a:cubicBezTo>
                  <a:cubicBezTo>
                    <a:pt x="24888" y="1"/>
                    <a:pt x="24884" y="0"/>
                    <a:pt x="2488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255" name="Google Shape;3255;p93"/>
            <p:cNvSpPr/>
            <p:nvPr/>
          </p:nvSpPr>
          <p:spPr>
            <a:xfrm>
              <a:off x="6093500" y="2927150"/>
              <a:ext cx="273600" cy="372250"/>
            </a:xfrm>
            <a:custGeom>
              <a:avLst/>
              <a:gdLst/>
              <a:ahLst/>
              <a:cxnLst/>
              <a:rect l="l" t="t" r="r" b="b"/>
              <a:pathLst>
                <a:path w="10944" h="14890" extrusionOk="0">
                  <a:moveTo>
                    <a:pt x="10603" y="0"/>
                  </a:moveTo>
                  <a:cubicBezTo>
                    <a:pt x="6929" y="0"/>
                    <a:pt x="3599" y="2887"/>
                    <a:pt x="1993" y="5995"/>
                  </a:cubicBezTo>
                  <a:cubicBezTo>
                    <a:pt x="1061" y="7802"/>
                    <a:pt x="548" y="9806"/>
                    <a:pt x="396" y="11834"/>
                  </a:cubicBezTo>
                  <a:cubicBezTo>
                    <a:pt x="328" y="12727"/>
                    <a:pt x="191" y="14890"/>
                    <a:pt x="1577" y="14890"/>
                  </a:cubicBezTo>
                  <a:cubicBezTo>
                    <a:pt x="1603" y="14890"/>
                    <a:pt x="1629" y="14889"/>
                    <a:pt x="1655" y="14887"/>
                  </a:cubicBezTo>
                  <a:cubicBezTo>
                    <a:pt x="1806" y="14876"/>
                    <a:pt x="1865" y="14631"/>
                    <a:pt x="1690" y="14608"/>
                  </a:cubicBezTo>
                  <a:cubicBezTo>
                    <a:pt x="0" y="14305"/>
                    <a:pt x="839" y="10739"/>
                    <a:pt x="1061" y="9713"/>
                  </a:cubicBezTo>
                  <a:cubicBezTo>
                    <a:pt x="1422" y="8012"/>
                    <a:pt x="2074" y="6368"/>
                    <a:pt x="3042" y="4923"/>
                  </a:cubicBezTo>
                  <a:cubicBezTo>
                    <a:pt x="4906" y="2138"/>
                    <a:pt x="7645" y="693"/>
                    <a:pt x="10873" y="133"/>
                  </a:cubicBezTo>
                  <a:cubicBezTo>
                    <a:pt x="10943" y="122"/>
                    <a:pt x="10932" y="5"/>
                    <a:pt x="10862" y="5"/>
                  </a:cubicBezTo>
                  <a:cubicBezTo>
                    <a:pt x="10775" y="2"/>
                    <a:pt x="10689" y="0"/>
                    <a:pt x="1060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256" name="Google Shape;3256;p93"/>
            <p:cNvSpPr/>
            <p:nvPr/>
          </p:nvSpPr>
          <p:spPr>
            <a:xfrm>
              <a:off x="5946300" y="2988250"/>
              <a:ext cx="39075" cy="20850"/>
            </a:xfrm>
            <a:custGeom>
              <a:avLst/>
              <a:gdLst/>
              <a:ahLst/>
              <a:cxnLst/>
              <a:rect l="l" t="t" r="r" b="b"/>
              <a:pathLst>
                <a:path w="1563" h="834" extrusionOk="0">
                  <a:moveTo>
                    <a:pt x="118" y="0"/>
                  </a:moveTo>
                  <a:cubicBezTo>
                    <a:pt x="37" y="0"/>
                    <a:pt x="1" y="132"/>
                    <a:pt x="73" y="183"/>
                  </a:cubicBezTo>
                  <a:cubicBezTo>
                    <a:pt x="480" y="440"/>
                    <a:pt x="958" y="638"/>
                    <a:pt x="1389" y="824"/>
                  </a:cubicBezTo>
                  <a:cubicBezTo>
                    <a:pt x="1404" y="831"/>
                    <a:pt x="1418" y="834"/>
                    <a:pt x="1432" y="834"/>
                  </a:cubicBezTo>
                  <a:cubicBezTo>
                    <a:pt x="1514" y="834"/>
                    <a:pt x="1563" y="725"/>
                    <a:pt x="1483" y="684"/>
                  </a:cubicBezTo>
                  <a:cubicBezTo>
                    <a:pt x="1052" y="440"/>
                    <a:pt x="609" y="172"/>
                    <a:pt x="154" y="9"/>
                  </a:cubicBezTo>
                  <a:cubicBezTo>
                    <a:pt x="141" y="3"/>
                    <a:pt x="129" y="0"/>
                    <a:pt x="118" y="0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257" name="Google Shape;3257;p93"/>
            <p:cNvSpPr/>
            <p:nvPr/>
          </p:nvSpPr>
          <p:spPr>
            <a:xfrm>
              <a:off x="6017775" y="2862525"/>
              <a:ext cx="38175" cy="25975"/>
            </a:xfrm>
            <a:custGeom>
              <a:avLst/>
              <a:gdLst/>
              <a:ahLst/>
              <a:cxnLst/>
              <a:rect l="l" t="t" r="r" b="b"/>
              <a:pathLst>
                <a:path w="1527" h="1039" extrusionOk="0">
                  <a:moveTo>
                    <a:pt x="113" y="1"/>
                  </a:moveTo>
                  <a:cubicBezTo>
                    <a:pt x="38" y="1"/>
                    <a:pt x="1" y="108"/>
                    <a:pt x="69" y="166"/>
                  </a:cubicBezTo>
                  <a:cubicBezTo>
                    <a:pt x="488" y="469"/>
                    <a:pt x="943" y="749"/>
                    <a:pt x="1386" y="1029"/>
                  </a:cubicBezTo>
                  <a:cubicBezTo>
                    <a:pt x="1398" y="1035"/>
                    <a:pt x="1410" y="1039"/>
                    <a:pt x="1421" y="1039"/>
                  </a:cubicBezTo>
                  <a:cubicBezTo>
                    <a:pt x="1485" y="1039"/>
                    <a:pt x="1527" y="940"/>
                    <a:pt x="1467" y="900"/>
                  </a:cubicBezTo>
                  <a:cubicBezTo>
                    <a:pt x="1036" y="597"/>
                    <a:pt x="605" y="283"/>
                    <a:pt x="162" y="15"/>
                  </a:cubicBezTo>
                  <a:cubicBezTo>
                    <a:pt x="145" y="5"/>
                    <a:pt x="128" y="1"/>
                    <a:pt x="113" y="1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258" name="Google Shape;3258;p93"/>
            <p:cNvSpPr/>
            <p:nvPr/>
          </p:nvSpPr>
          <p:spPr>
            <a:xfrm>
              <a:off x="6105500" y="2785975"/>
              <a:ext cx="31775" cy="37200"/>
            </a:xfrm>
            <a:custGeom>
              <a:avLst/>
              <a:gdLst/>
              <a:ahLst/>
              <a:cxnLst/>
              <a:rect l="l" t="t" r="r" b="b"/>
              <a:pathLst>
                <a:path w="1271" h="1488" extrusionOk="0">
                  <a:moveTo>
                    <a:pt x="119" y="0"/>
                  </a:moveTo>
                  <a:cubicBezTo>
                    <a:pt x="62" y="0"/>
                    <a:pt x="1" y="64"/>
                    <a:pt x="33" y="128"/>
                  </a:cubicBezTo>
                  <a:cubicBezTo>
                    <a:pt x="313" y="664"/>
                    <a:pt x="674" y="1119"/>
                    <a:pt x="1152" y="1480"/>
                  </a:cubicBezTo>
                  <a:cubicBezTo>
                    <a:pt x="1160" y="1485"/>
                    <a:pt x="1170" y="1488"/>
                    <a:pt x="1179" y="1488"/>
                  </a:cubicBezTo>
                  <a:cubicBezTo>
                    <a:pt x="1228" y="1488"/>
                    <a:pt x="1271" y="1415"/>
                    <a:pt x="1222" y="1375"/>
                  </a:cubicBezTo>
                  <a:cubicBezTo>
                    <a:pt x="790" y="1002"/>
                    <a:pt x="429" y="559"/>
                    <a:pt x="184" y="47"/>
                  </a:cubicBezTo>
                  <a:cubicBezTo>
                    <a:pt x="170" y="14"/>
                    <a:pt x="145" y="0"/>
                    <a:pt x="119" y="0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259" name="Google Shape;3259;p93"/>
            <p:cNvSpPr/>
            <p:nvPr/>
          </p:nvSpPr>
          <p:spPr>
            <a:xfrm>
              <a:off x="6225650" y="2703850"/>
              <a:ext cx="20925" cy="42700"/>
            </a:xfrm>
            <a:custGeom>
              <a:avLst/>
              <a:gdLst/>
              <a:ahLst/>
              <a:cxnLst/>
              <a:rect l="l" t="t" r="r" b="b"/>
              <a:pathLst>
                <a:path w="837" h="1708" extrusionOk="0">
                  <a:moveTo>
                    <a:pt x="112" y="1"/>
                  </a:moveTo>
                  <a:cubicBezTo>
                    <a:pt x="56" y="1"/>
                    <a:pt x="1" y="46"/>
                    <a:pt x="28" y="115"/>
                  </a:cubicBezTo>
                  <a:cubicBezTo>
                    <a:pt x="238" y="639"/>
                    <a:pt x="460" y="1152"/>
                    <a:pt x="681" y="1677"/>
                  </a:cubicBezTo>
                  <a:cubicBezTo>
                    <a:pt x="692" y="1699"/>
                    <a:pt x="712" y="1708"/>
                    <a:pt x="734" y="1708"/>
                  </a:cubicBezTo>
                  <a:cubicBezTo>
                    <a:pt x="781" y="1708"/>
                    <a:pt x="837" y="1663"/>
                    <a:pt x="821" y="1607"/>
                  </a:cubicBezTo>
                  <a:cubicBezTo>
                    <a:pt x="623" y="1094"/>
                    <a:pt x="413" y="581"/>
                    <a:pt x="203" y="68"/>
                  </a:cubicBezTo>
                  <a:cubicBezTo>
                    <a:pt x="189" y="21"/>
                    <a:pt x="150" y="1"/>
                    <a:pt x="112" y="1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260" name="Google Shape;3260;p93"/>
            <p:cNvSpPr/>
            <p:nvPr/>
          </p:nvSpPr>
          <p:spPr>
            <a:xfrm>
              <a:off x="6360650" y="2649175"/>
              <a:ext cx="11750" cy="53450"/>
            </a:xfrm>
            <a:custGeom>
              <a:avLst/>
              <a:gdLst/>
              <a:ahLst/>
              <a:cxnLst/>
              <a:rect l="l" t="t" r="r" b="b"/>
              <a:pathLst>
                <a:path w="470" h="2138" extrusionOk="0">
                  <a:moveTo>
                    <a:pt x="173" y="1"/>
                  </a:moveTo>
                  <a:cubicBezTo>
                    <a:pt x="127" y="1"/>
                    <a:pt x="81" y="31"/>
                    <a:pt x="71" y="99"/>
                  </a:cubicBezTo>
                  <a:cubicBezTo>
                    <a:pt x="1" y="787"/>
                    <a:pt x="71" y="1440"/>
                    <a:pt x="304" y="2092"/>
                  </a:cubicBezTo>
                  <a:cubicBezTo>
                    <a:pt x="318" y="2124"/>
                    <a:pt x="347" y="2138"/>
                    <a:pt x="376" y="2138"/>
                  </a:cubicBezTo>
                  <a:cubicBezTo>
                    <a:pt x="423" y="2138"/>
                    <a:pt x="470" y="2103"/>
                    <a:pt x="455" y="2046"/>
                  </a:cubicBezTo>
                  <a:cubicBezTo>
                    <a:pt x="246" y="1428"/>
                    <a:pt x="176" y="775"/>
                    <a:pt x="269" y="123"/>
                  </a:cubicBezTo>
                  <a:cubicBezTo>
                    <a:pt x="282" y="46"/>
                    <a:pt x="228" y="1"/>
                    <a:pt x="173" y="1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261" name="Google Shape;3261;p93"/>
            <p:cNvSpPr/>
            <p:nvPr/>
          </p:nvSpPr>
          <p:spPr>
            <a:xfrm>
              <a:off x="6515525" y="2643825"/>
              <a:ext cx="12700" cy="58825"/>
            </a:xfrm>
            <a:custGeom>
              <a:avLst/>
              <a:gdLst/>
              <a:ahLst/>
              <a:cxnLst/>
              <a:rect l="l" t="t" r="r" b="b"/>
              <a:pathLst>
                <a:path w="508" h="2353" extrusionOk="0">
                  <a:moveTo>
                    <a:pt x="432" y="1"/>
                  </a:moveTo>
                  <a:cubicBezTo>
                    <a:pt x="409" y="1"/>
                    <a:pt x="388" y="11"/>
                    <a:pt x="379" y="34"/>
                  </a:cubicBezTo>
                  <a:cubicBezTo>
                    <a:pt x="76" y="698"/>
                    <a:pt x="29" y="1560"/>
                    <a:pt x="6" y="2283"/>
                  </a:cubicBezTo>
                  <a:cubicBezTo>
                    <a:pt x="0" y="2330"/>
                    <a:pt x="35" y="2353"/>
                    <a:pt x="73" y="2353"/>
                  </a:cubicBezTo>
                  <a:cubicBezTo>
                    <a:pt x="111" y="2353"/>
                    <a:pt x="152" y="2330"/>
                    <a:pt x="157" y="2283"/>
                  </a:cubicBezTo>
                  <a:cubicBezTo>
                    <a:pt x="227" y="1537"/>
                    <a:pt x="449" y="803"/>
                    <a:pt x="507" y="69"/>
                  </a:cubicBezTo>
                  <a:cubicBezTo>
                    <a:pt x="507" y="26"/>
                    <a:pt x="468" y="1"/>
                    <a:pt x="432" y="1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262" name="Google Shape;3262;p93"/>
            <p:cNvSpPr/>
            <p:nvPr/>
          </p:nvSpPr>
          <p:spPr>
            <a:xfrm>
              <a:off x="6645800" y="2703625"/>
              <a:ext cx="21875" cy="42125"/>
            </a:xfrm>
            <a:custGeom>
              <a:avLst/>
              <a:gdLst/>
              <a:ahLst/>
              <a:cxnLst/>
              <a:rect l="l" t="t" r="r" b="b"/>
              <a:pathLst>
                <a:path w="875" h="1685" extrusionOk="0">
                  <a:moveTo>
                    <a:pt x="751" y="1"/>
                  </a:moveTo>
                  <a:cubicBezTo>
                    <a:pt x="723" y="1"/>
                    <a:pt x="696" y="16"/>
                    <a:pt x="680" y="54"/>
                  </a:cubicBezTo>
                  <a:cubicBezTo>
                    <a:pt x="459" y="567"/>
                    <a:pt x="226" y="1080"/>
                    <a:pt x="16" y="1592"/>
                  </a:cubicBezTo>
                  <a:cubicBezTo>
                    <a:pt x="1" y="1646"/>
                    <a:pt x="46" y="1685"/>
                    <a:pt x="89" y="1685"/>
                  </a:cubicBezTo>
                  <a:cubicBezTo>
                    <a:pt x="111" y="1685"/>
                    <a:pt x="132" y="1675"/>
                    <a:pt x="144" y="1651"/>
                  </a:cubicBezTo>
                  <a:cubicBezTo>
                    <a:pt x="389" y="1150"/>
                    <a:pt x="610" y="648"/>
                    <a:pt x="844" y="147"/>
                  </a:cubicBezTo>
                  <a:cubicBezTo>
                    <a:pt x="875" y="69"/>
                    <a:pt x="811" y="1"/>
                    <a:pt x="751" y="1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263" name="Google Shape;3263;p93"/>
            <p:cNvSpPr/>
            <p:nvPr/>
          </p:nvSpPr>
          <p:spPr>
            <a:xfrm>
              <a:off x="6750775" y="2797175"/>
              <a:ext cx="31725" cy="36225"/>
            </a:xfrm>
            <a:custGeom>
              <a:avLst/>
              <a:gdLst/>
              <a:ahLst/>
              <a:cxnLst/>
              <a:rect l="l" t="t" r="r" b="b"/>
              <a:pathLst>
                <a:path w="1269" h="1449" extrusionOk="0">
                  <a:moveTo>
                    <a:pt x="1170" y="0"/>
                  </a:moveTo>
                  <a:cubicBezTo>
                    <a:pt x="1153" y="0"/>
                    <a:pt x="1135" y="9"/>
                    <a:pt x="1120" y="30"/>
                  </a:cubicBezTo>
                  <a:cubicBezTo>
                    <a:pt x="758" y="461"/>
                    <a:pt x="397" y="904"/>
                    <a:pt x="36" y="1347"/>
                  </a:cubicBezTo>
                  <a:cubicBezTo>
                    <a:pt x="1" y="1391"/>
                    <a:pt x="39" y="1448"/>
                    <a:pt x="80" y="1448"/>
                  </a:cubicBezTo>
                  <a:cubicBezTo>
                    <a:pt x="93" y="1448"/>
                    <a:pt x="106" y="1442"/>
                    <a:pt x="118" y="1428"/>
                  </a:cubicBezTo>
                  <a:cubicBezTo>
                    <a:pt x="490" y="997"/>
                    <a:pt x="863" y="566"/>
                    <a:pt x="1225" y="135"/>
                  </a:cubicBezTo>
                  <a:cubicBezTo>
                    <a:pt x="1268" y="74"/>
                    <a:pt x="1221" y="0"/>
                    <a:pt x="1170" y="0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264" name="Google Shape;3264;p93"/>
            <p:cNvSpPr/>
            <p:nvPr/>
          </p:nvSpPr>
          <p:spPr>
            <a:xfrm>
              <a:off x="6848675" y="2911350"/>
              <a:ext cx="37100" cy="25825"/>
            </a:xfrm>
            <a:custGeom>
              <a:avLst/>
              <a:gdLst/>
              <a:ahLst/>
              <a:cxnLst/>
              <a:rect l="l" t="t" r="r" b="b"/>
              <a:pathLst>
                <a:path w="1484" h="1033" extrusionOk="0">
                  <a:moveTo>
                    <a:pt x="1380" y="0"/>
                  </a:moveTo>
                  <a:cubicBezTo>
                    <a:pt x="1371" y="0"/>
                    <a:pt x="1362" y="3"/>
                    <a:pt x="1353" y="8"/>
                  </a:cubicBezTo>
                  <a:cubicBezTo>
                    <a:pt x="898" y="276"/>
                    <a:pt x="479" y="602"/>
                    <a:pt x="59" y="905"/>
                  </a:cubicBezTo>
                  <a:cubicBezTo>
                    <a:pt x="0" y="944"/>
                    <a:pt x="32" y="1033"/>
                    <a:pt x="85" y="1033"/>
                  </a:cubicBezTo>
                  <a:cubicBezTo>
                    <a:pt x="95" y="1033"/>
                    <a:pt x="106" y="1029"/>
                    <a:pt x="117" y="1022"/>
                  </a:cubicBezTo>
                  <a:cubicBezTo>
                    <a:pt x="560" y="719"/>
                    <a:pt x="1015" y="439"/>
                    <a:pt x="1434" y="113"/>
                  </a:cubicBezTo>
                  <a:cubicBezTo>
                    <a:pt x="1484" y="73"/>
                    <a:pt x="1433" y="0"/>
                    <a:pt x="1380" y="0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265" name="Google Shape;3265;p93"/>
            <p:cNvSpPr/>
            <p:nvPr/>
          </p:nvSpPr>
          <p:spPr>
            <a:xfrm>
              <a:off x="6919800" y="3037875"/>
              <a:ext cx="47900" cy="25725"/>
            </a:xfrm>
            <a:custGeom>
              <a:avLst/>
              <a:gdLst/>
              <a:ahLst/>
              <a:cxnLst/>
              <a:rect l="l" t="t" r="r" b="b"/>
              <a:pathLst>
                <a:path w="1916" h="1029" extrusionOk="0">
                  <a:moveTo>
                    <a:pt x="1841" y="0"/>
                  </a:moveTo>
                  <a:cubicBezTo>
                    <a:pt x="1833" y="0"/>
                    <a:pt x="1826" y="2"/>
                    <a:pt x="1817" y="5"/>
                  </a:cubicBezTo>
                  <a:cubicBezTo>
                    <a:pt x="1526" y="75"/>
                    <a:pt x="1258" y="261"/>
                    <a:pt x="990" y="413"/>
                  </a:cubicBezTo>
                  <a:cubicBezTo>
                    <a:pt x="687" y="576"/>
                    <a:pt x="372" y="739"/>
                    <a:pt x="69" y="902"/>
                  </a:cubicBezTo>
                  <a:cubicBezTo>
                    <a:pt x="0" y="932"/>
                    <a:pt x="40" y="1029"/>
                    <a:pt x="104" y="1029"/>
                  </a:cubicBezTo>
                  <a:cubicBezTo>
                    <a:pt x="115" y="1029"/>
                    <a:pt x="127" y="1026"/>
                    <a:pt x="139" y="1019"/>
                  </a:cubicBezTo>
                  <a:cubicBezTo>
                    <a:pt x="454" y="855"/>
                    <a:pt x="757" y="704"/>
                    <a:pt x="1072" y="541"/>
                  </a:cubicBezTo>
                  <a:cubicBezTo>
                    <a:pt x="1340" y="401"/>
                    <a:pt x="1643" y="284"/>
                    <a:pt x="1876" y="86"/>
                  </a:cubicBezTo>
                  <a:cubicBezTo>
                    <a:pt x="1916" y="56"/>
                    <a:pt x="1887" y="0"/>
                    <a:pt x="1841" y="0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266" name="Google Shape;3266;p93"/>
            <p:cNvSpPr/>
            <p:nvPr/>
          </p:nvSpPr>
          <p:spPr>
            <a:xfrm>
              <a:off x="6963000" y="3141100"/>
              <a:ext cx="44400" cy="10550"/>
            </a:xfrm>
            <a:custGeom>
              <a:avLst/>
              <a:gdLst/>
              <a:ahLst/>
              <a:cxnLst/>
              <a:rect l="l" t="t" r="r" b="b"/>
              <a:pathLst>
                <a:path w="1776" h="422" extrusionOk="0">
                  <a:moveTo>
                    <a:pt x="1638" y="1"/>
                  </a:moveTo>
                  <a:cubicBezTo>
                    <a:pt x="1635" y="1"/>
                    <a:pt x="1631" y="1"/>
                    <a:pt x="1628" y="1"/>
                  </a:cubicBezTo>
                  <a:cubicBezTo>
                    <a:pt x="1115" y="83"/>
                    <a:pt x="602" y="176"/>
                    <a:pt x="101" y="269"/>
                  </a:cubicBezTo>
                  <a:cubicBezTo>
                    <a:pt x="0" y="281"/>
                    <a:pt x="40" y="421"/>
                    <a:pt x="136" y="421"/>
                  </a:cubicBezTo>
                  <a:cubicBezTo>
                    <a:pt x="140" y="421"/>
                    <a:pt x="144" y="421"/>
                    <a:pt x="148" y="421"/>
                  </a:cubicBezTo>
                  <a:cubicBezTo>
                    <a:pt x="649" y="339"/>
                    <a:pt x="1162" y="269"/>
                    <a:pt x="1674" y="176"/>
                  </a:cubicBezTo>
                  <a:cubicBezTo>
                    <a:pt x="1776" y="165"/>
                    <a:pt x="1736" y="1"/>
                    <a:pt x="1638" y="1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267" name="Google Shape;3267;p93"/>
            <p:cNvSpPr/>
            <p:nvPr/>
          </p:nvSpPr>
          <p:spPr>
            <a:xfrm>
              <a:off x="6985625" y="3266250"/>
              <a:ext cx="41975" cy="5500"/>
            </a:xfrm>
            <a:custGeom>
              <a:avLst/>
              <a:gdLst/>
              <a:ahLst/>
              <a:cxnLst/>
              <a:rect l="l" t="t" r="r" b="b"/>
              <a:pathLst>
                <a:path w="1679" h="220" extrusionOk="0">
                  <a:moveTo>
                    <a:pt x="1051" y="0"/>
                  </a:moveTo>
                  <a:cubicBezTo>
                    <a:pt x="723" y="0"/>
                    <a:pt x="385" y="34"/>
                    <a:pt x="82" y="42"/>
                  </a:cubicBezTo>
                  <a:cubicBezTo>
                    <a:pt x="0" y="42"/>
                    <a:pt x="0" y="181"/>
                    <a:pt x="82" y="181"/>
                  </a:cubicBezTo>
                  <a:cubicBezTo>
                    <a:pt x="395" y="181"/>
                    <a:pt x="747" y="220"/>
                    <a:pt x="1084" y="220"/>
                  </a:cubicBezTo>
                  <a:cubicBezTo>
                    <a:pt x="1274" y="220"/>
                    <a:pt x="1460" y="207"/>
                    <a:pt x="1632" y="170"/>
                  </a:cubicBezTo>
                  <a:cubicBezTo>
                    <a:pt x="1678" y="146"/>
                    <a:pt x="1678" y="65"/>
                    <a:pt x="1632" y="53"/>
                  </a:cubicBezTo>
                  <a:cubicBezTo>
                    <a:pt x="1450" y="13"/>
                    <a:pt x="1252" y="0"/>
                    <a:pt x="1051" y="0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268" name="Google Shape;3268;p93"/>
            <p:cNvSpPr/>
            <p:nvPr/>
          </p:nvSpPr>
          <p:spPr>
            <a:xfrm>
              <a:off x="6985725" y="3360500"/>
              <a:ext cx="31375" cy="9375"/>
            </a:xfrm>
            <a:custGeom>
              <a:avLst/>
              <a:gdLst/>
              <a:ahLst/>
              <a:cxnLst/>
              <a:rect l="l" t="t" r="r" b="b"/>
              <a:pathLst>
                <a:path w="1255" h="375" extrusionOk="0">
                  <a:moveTo>
                    <a:pt x="1173" y="1"/>
                  </a:moveTo>
                  <a:cubicBezTo>
                    <a:pt x="812" y="1"/>
                    <a:pt x="416" y="164"/>
                    <a:pt x="78" y="246"/>
                  </a:cubicBezTo>
                  <a:cubicBezTo>
                    <a:pt x="0" y="268"/>
                    <a:pt x="28" y="375"/>
                    <a:pt x="91" y="375"/>
                  </a:cubicBezTo>
                  <a:cubicBezTo>
                    <a:pt x="95" y="375"/>
                    <a:pt x="98" y="374"/>
                    <a:pt x="101" y="374"/>
                  </a:cubicBezTo>
                  <a:cubicBezTo>
                    <a:pt x="462" y="304"/>
                    <a:pt x="882" y="269"/>
                    <a:pt x="1208" y="117"/>
                  </a:cubicBezTo>
                  <a:cubicBezTo>
                    <a:pt x="1255" y="82"/>
                    <a:pt x="1232" y="1"/>
                    <a:pt x="11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269" name="Google Shape;3269;p93"/>
            <p:cNvSpPr/>
            <p:nvPr/>
          </p:nvSpPr>
          <p:spPr>
            <a:xfrm>
              <a:off x="6319000" y="2840150"/>
              <a:ext cx="62950" cy="25950"/>
            </a:xfrm>
            <a:custGeom>
              <a:avLst/>
              <a:gdLst/>
              <a:ahLst/>
              <a:cxnLst/>
              <a:rect l="l" t="t" r="r" b="b"/>
              <a:pathLst>
                <a:path w="2518" h="1038" extrusionOk="0">
                  <a:moveTo>
                    <a:pt x="1259" y="1"/>
                  </a:moveTo>
                  <a:cubicBezTo>
                    <a:pt x="560" y="1"/>
                    <a:pt x="0" y="234"/>
                    <a:pt x="0" y="525"/>
                  </a:cubicBezTo>
                  <a:cubicBezTo>
                    <a:pt x="0" y="805"/>
                    <a:pt x="560" y="1038"/>
                    <a:pt x="1259" y="1038"/>
                  </a:cubicBezTo>
                  <a:cubicBezTo>
                    <a:pt x="1958" y="1038"/>
                    <a:pt x="2518" y="805"/>
                    <a:pt x="2518" y="525"/>
                  </a:cubicBezTo>
                  <a:cubicBezTo>
                    <a:pt x="2518" y="234"/>
                    <a:pt x="1958" y="1"/>
                    <a:pt x="1259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270" name="Google Shape;3270;p93"/>
            <p:cNvSpPr/>
            <p:nvPr/>
          </p:nvSpPr>
          <p:spPr>
            <a:xfrm>
              <a:off x="6424175" y="2798700"/>
              <a:ext cx="66175" cy="67450"/>
            </a:xfrm>
            <a:custGeom>
              <a:avLst/>
              <a:gdLst/>
              <a:ahLst/>
              <a:cxnLst/>
              <a:rect l="l" t="t" r="r" b="b"/>
              <a:pathLst>
                <a:path w="2647" h="2698" extrusionOk="0">
                  <a:moveTo>
                    <a:pt x="535" y="1"/>
                  </a:moveTo>
                  <a:cubicBezTo>
                    <a:pt x="490" y="1"/>
                    <a:pt x="443" y="33"/>
                    <a:pt x="432" y="97"/>
                  </a:cubicBezTo>
                  <a:cubicBezTo>
                    <a:pt x="339" y="878"/>
                    <a:pt x="1" y="2638"/>
                    <a:pt x="1283" y="2696"/>
                  </a:cubicBezTo>
                  <a:cubicBezTo>
                    <a:pt x="1299" y="2697"/>
                    <a:pt x="1315" y="2697"/>
                    <a:pt x="1331" y="2697"/>
                  </a:cubicBezTo>
                  <a:cubicBezTo>
                    <a:pt x="1755" y="2697"/>
                    <a:pt x="2141" y="2403"/>
                    <a:pt x="2343" y="2043"/>
                  </a:cubicBezTo>
                  <a:cubicBezTo>
                    <a:pt x="2646" y="1484"/>
                    <a:pt x="2530" y="808"/>
                    <a:pt x="2425" y="213"/>
                  </a:cubicBezTo>
                  <a:cubicBezTo>
                    <a:pt x="2410" y="137"/>
                    <a:pt x="2355" y="104"/>
                    <a:pt x="2297" y="104"/>
                  </a:cubicBezTo>
                  <a:cubicBezTo>
                    <a:pt x="2213" y="104"/>
                    <a:pt x="2124" y="173"/>
                    <a:pt x="2145" y="283"/>
                  </a:cubicBezTo>
                  <a:cubicBezTo>
                    <a:pt x="2227" y="750"/>
                    <a:pt x="2331" y="1286"/>
                    <a:pt x="2157" y="1752"/>
                  </a:cubicBezTo>
                  <a:cubicBezTo>
                    <a:pt x="2022" y="2092"/>
                    <a:pt x="1696" y="2405"/>
                    <a:pt x="1340" y="2405"/>
                  </a:cubicBezTo>
                  <a:cubicBezTo>
                    <a:pt x="1233" y="2405"/>
                    <a:pt x="1123" y="2376"/>
                    <a:pt x="1014" y="2311"/>
                  </a:cubicBezTo>
                  <a:cubicBezTo>
                    <a:pt x="269" y="1880"/>
                    <a:pt x="677" y="773"/>
                    <a:pt x="630" y="97"/>
                  </a:cubicBezTo>
                  <a:cubicBezTo>
                    <a:pt x="624" y="33"/>
                    <a:pt x="580" y="1"/>
                    <a:pt x="53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271" name="Google Shape;3271;p93"/>
            <p:cNvSpPr/>
            <p:nvPr/>
          </p:nvSpPr>
          <p:spPr>
            <a:xfrm>
              <a:off x="6326175" y="2736125"/>
              <a:ext cx="92500" cy="78600"/>
            </a:xfrm>
            <a:custGeom>
              <a:avLst/>
              <a:gdLst/>
              <a:ahLst/>
              <a:cxnLst/>
              <a:rect l="l" t="t" r="r" b="b"/>
              <a:pathLst>
                <a:path w="3700" h="3144" extrusionOk="0">
                  <a:moveTo>
                    <a:pt x="1564" y="1"/>
                  </a:moveTo>
                  <a:cubicBezTo>
                    <a:pt x="79" y="1"/>
                    <a:pt x="1" y="1893"/>
                    <a:pt x="168" y="3008"/>
                  </a:cubicBezTo>
                  <a:cubicBezTo>
                    <a:pt x="183" y="3101"/>
                    <a:pt x="266" y="3144"/>
                    <a:pt x="350" y="3144"/>
                  </a:cubicBezTo>
                  <a:cubicBezTo>
                    <a:pt x="454" y="3144"/>
                    <a:pt x="560" y="3078"/>
                    <a:pt x="541" y="2961"/>
                  </a:cubicBezTo>
                  <a:cubicBezTo>
                    <a:pt x="432" y="2077"/>
                    <a:pt x="343" y="385"/>
                    <a:pt x="1568" y="385"/>
                  </a:cubicBezTo>
                  <a:cubicBezTo>
                    <a:pt x="1650" y="385"/>
                    <a:pt x="1739" y="393"/>
                    <a:pt x="1834" y="409"/>
                  </a:cubicBezTo>
                  <a:cubicBezTo>
                    <a:pt x="3151" y="642"/>
                    <a:pt x="3233" y="2006"/>
                    <a:pt x="3338" y="3078"/>
                  </a:cubicBezTo>
                  <a:cubicBezTo>
                    <a:pt x="3338" y="3089"/>
                    <a:pt x="3347" y="3095"/>
                    <a:pt x="3357" y="3095"/>
                  </a:cubicBezTo>
                  <a:cubicBezTo>
                    <a:pt x="3367" y="3095"/>
                    <a:pt x="3379" y="3089"/>
                    <a:pt x="3384" y="3078"/>
                  </a:cubicBezTo>
                  <a:cubicBezTo>
                    <a:pt x="3699" y="1877"/>
                    <a:pt x="3210" y="164"/>
                    <a:pt x="1776" y="13"/>
                  </a:cubicBezTo>
                  <a:cubicBezTo>
                    <a:pt x="1702" y="5"/>
                    <a:pt x="1632" y="1"/>
                    <a:pt x="15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272" name="Google Shape;3272;p93"/>
            <p:cNvSpPr/>
            <p:nvPr/>
          </p:nvSpPr>
          <p:spPr>
            <a:xfrm>
              <a:off x="6537800" y="2840150"/>
              <a:ext cx="63250" cy="25950"/>
            </a:xfrm>
            <a:custGeom>
              <a:avLst/>
              <a:gdLst/>
              <a:ahLst/>
              <a:cxnLst/>
              <a:rect l="l" t="t" r="r" b="b"/>
              <a:pathLst>
                <a:path w="2530" h="1038" extrusionOk="0">
                  <a:moveTo>
                    <a:pt x="1271" y="1"/>
                  </a:moveTo>
                  <a:cubicBezTo>
                    <a:pt x="572" y="1"/>
                    <a:pt x="1" y="234"/>
                    <a:pt x="1" y="525"/>
                  </a:cubicBezTo>
                  <a:cubicBezTo>
                    <a:pt x="1" y="805"/>
                    <a:pt x="572" y="1038"/>
                    <a:pt x="1271" y="1038"/>
                  </a:cubicBezTo>
                  <a:cubicBezTo>
                    <a:pt x="1959" y="1038"/>
                    <a:pt x="2530" y="805"/>
                    <a:pt x="2530" y="525"/>
                  </a:cubicBezTo>
                  <a:cubicBezTo>
                    <a:pt x="2530" y="234"/>
                    <a:pt x="1959" y="1"/>
                    <a:pt x="127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273" name="Google Shape;3273;p93"/>
            <p:cNvSpPr/>
            <p:nvPr/>
          </p:nvSpPr>
          <p:spPr>
            <a:xfrm>
              <a:off x="6501100" y="2736125"/>
              <a:ext cx="92475" cy="78600"/>
            </a:xfrm>
            <a:custGeom>
              <a:avLst/>
              <a:gdLst/>
              <a:ahLst/>
              <a:cxnLst/>
              <a:rect l="l" t="t" r="r" b="b"/>
              <a:pathLst>
                <a:path w="3699" h="3144" extrusionOk="0">
                  <a:moveTo>
                    <a:pt x="2135" y="1"/>
                  </a:moveTo>
                  <a:cubicBezTo>
                    <a:pt x="2068" y="1"/>
                    <a:pt x="1997" y="5"/>
                    <a:pt x="1923" y="13"/>
                  </a:cubicBezTo>
                  <a:cubicBezTo>
                    <a:pt x="490" y="164"/>
                    <a:pt x="0" y="1877"/>
                    <a:pt x="315" y="3078"/>
                  </a:cubicBezTo>
                  <a:cubicBezTo>
                    <a:pt x="321" y="3089"/>
                    <a:pt x="332" y="3095"/>
                    <a:pt x="343" y="3095"/>
                  </a:cubicBezTo>
                  <a:cubicBezTo>
                    <a:pt x="353" y="3095"/>
                    <a:pt x="362" y="3089"/>
                    <a:pt x="362" y="3078"/>
                  </a:cubicBezTo>
                  <a:cubicBezTo>
                    <a:pt x="478" y="2006"/>
                    <a:pt x="548" y="642"/>
                    <a:pt x="1865" y="409"/>
                  </a:cubicBezTo>
                  <a:cubicBezTo>
                    <a:pt x="1960" y="393"/>
                    <a:pt x="2049" y="385"/>
                    <a:pt x="2132" y="385"/>
                  </a:cubicBezTo>
                  <a:cubicBezTo>
                    <a:pt x="3358" y="385"/>
                    <a:pt x="3279" y="2077"/>
                    <a:pt x="3159" y="2961"/>
                  </a:cubicBezTo>
                  <a:cubicBezTo>
                    <a:pt x="3146" y="3078"/>
                    <a:pt x="3251" y="3144"/>
                    <a:pt x="3354" y="3144"/>
                  </a:cubicBezTo>
                  <a:cubicBezTo>
                    <a:pt x="3436" y="3144"/>
                    <a:pt x="3516" y="3101"/>
                    <a:pt x="3532" y="3008"/>
                  </a:cubicBezTo>
                  <a:cubicBezTo>
                    <a:pt x="3699" y="1893"/>
                    <a:pt x="3621" y="1"/>
                    <a:pt x="213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274" name="Google Shape;3274;p93"/>
            <p:cNvSpPr/>
            <p:nvPr/>
          </p:nvSpPr>
          <p:spPr>
            <a:xfrm>
              <a:off x="7085550" y="2961450"/>
              <a:ext cx="125900" cy="506125"/>
            </a:xfrm>
            <a:custGeom>
              <a:avLst/>
              <a:gdLst/>
              <a:ahLst/>
              <a:cxnLst/>
              <a:rect l="l" t="t" r="r" b="b"/>
              <a:pathLst>
                <a:path w="5036" h="20245" extrusionOk="0">
                  <a:moveTo>
                    <a:pt x="72" y="0"/>
                  </a:moveTo>
                  <a:cubicBezTo>
                    <a:pt x="36" y="0"/>
                    <a:pt x="0" y="42"/>
                    <a:pt x="24" y="90"/>
                  </a:cubicBezTo>
                  <a:cubicBezTo>
                    <a:pt x="1422" y="3225"/>
                    <a:pt x="2483" y="6500"/>
                    <a:pt x="3136" y="9879"/>
                  </a:cubicBezTo>
                  <a:cubicBezTo>
                    <a:pt x="3788" y="13306"/>
                    <a:pt x="3777" y="16639"/>
                    <a:pt x="3893" y="20100"/>
                  </a:cubicBezTo>
                  <a:cubicBezTo>
                    <a:pt x="3899" y="20198"/>
                    <a:pt x="3967" y="20244"/>
                    <a:pt x="4037" y="20244"/>
                  </a:cubicBezTo>
                  <a:cubicBezTo>
                    <a:pt x="4109" y="20244"/>
                    <a:pt x="4184" y="20195"/>
                    <a:pt x="4196" y="20100"/>
                  </a:cubicBezTo>
                  <a:cubicBezTo>
                    <a:pt x="5035" y="13364"/>
                    <a:pt x="3031" y="6034"/>
                    <a:pt x="117" y="32"/>
                  </a:cubicBezTo>
                  <a:cubicBezTo>
                    <a:pt x="106" y="9"/>
                    <a:pt x="89" y="0"/>
                    <a:pt x="7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275" name="Google Shape;3275;p93"/>
            <p:cNvSpPr/>
            <p:nvPr/>
          </p:nvSpPr>
          <p:spPr>
            <a:xfrm>
              <a:off x="5806500" y="3037875"/>
              <a:ext cx="55875" cy="243700"/>
            </a:xfrm>
            <a:custGeom>
              <a:avLst/>
              <a:gdLst/>
              <a:ahLst/>
              <a:cxnLst/>
              <a:rect l="l" t="t" r="r" b="b"/>
              <a:pathLst>
                <a:path w="2235" h="9748" extrusionOk="0">
                  <a:moveTo>
                    <a:pt x="2056" y="1"/>
                  </a:moveTo>
                  <a:cubicBezTo>
                    <a:pt x="1998" y="1"/>
                    <a:pt x="1939" y="30"/>
                    <a:pt x="1912" y="98"/>
                  </a:cubicBezTo>
                  <a:cubicBezTo>
                    <a:pt x="653" y="3151"/>
                    <a:pt x="1" y="6368"/>
                    <a:pt x="175" y="9678"/>
                  </a:cubicBezTo>
                  <a:cubicBezTo>
                    <a:pt x="181" y="9724"/>
                    <a:pt x="219" y="9748"/>
                    <a:pt x="256" y="9748"/>
                  </a:cubicBezTo>
                  <a:cubicBezTo>
                    <a:pt x="292" y="9748"/>
                    <a:pt x="327" y="9724"/>
                    <a:pt x="327" y="9678"/>
                  </a:cubicBezTo>
                  <a:cubicBezTo>
                    <a:pt x="385" y="6368"/>
                    <a:pt x="933" y="3233"/>
                    <a:pt x="2192" y="180"/>
                  </a:cubicBezTo>
                  <a:cubicBezTo>
                    <a:pt x="2234" y="73"/>
                    <a:pt x="2147" y="1"/>
                    <a:pt x="2056" y="1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sp>
        <p:nvSpPr>
          <p:cNvPr id="88" name="Google Shape;3229;p93"/>
          <p:cNvSpPr txBox="1">
            <a:spLocks noGrp="1"/>
          </p:cNvSpPr>
          <p:nvPr>
            <p:ph type="title"/>
          </p:nvPr>
        </p:nvSpPr>
        <p:spPr>
          <a:xfrm>
            <a:off x="1979712" y="941183"/>
            <a:ext cx="6442278" cy="550447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600" dirty="0" smtClean="0"/>
              <a:t>Prediction</a:t>
            </a:r>
            <a:endParaRPr sz="3600" dirty="0"/>
          </a:p>
        </p:txBody>
      </p:sp>
      <p:sp>
        <p:nvSpPr>
          <p:cNvPr id="3" name="TextBox 2"/>
          <p:cNvSpPr txBox="1"/>
          <p:nvPr/>
        </p:nvSpPr>
        <p:spPr>
          <a:xfrm>
            <a:off x="971600" y="1851670"/>
            <a:ext cx="853057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spc="-79" dirty="0" smtClean="0">
                <a:solidFill>
                  <a:schemeClr val="tx1"/>
                </a:solidFill>
                <a:latin typeface="p22-mackinac-pro" pitchFamily="34" charset="0"/>
                <a:ea typeface="p22-mackinac-pro" pitchFamily="34" charset="-122"/>
                <a:cs typeface="p22-mackinac-pro" pitchFamily="34" charset="-120"/>
              </a:rPr>
              <a:t>Suggesting what will happen:</a:t>
            </a:r>
            <a:endParaRPr lang="en-US" sz="2400" b="1" spc="-79" dirty="0" smtClean="0">
              <a:solidFill>
                <a:schemeClr val="tx1"/>
              </a:solidFill>
              <a:latin typeface="p22-mackinac-pro" pitchFamily="34" charset="0"/>
              <a:ea typeface="p22-mackinac-pro" pitchFamily="34" charset="-122"/>
              <a:cs typeface="p22-mackinac-pro" pitchFamily="34" charset="-120"/>
            </a:endParaRPr>
          </a:p>
          <a:p>
            <a:r>
              <a:rPr lang="en-US" sz="2400" spc="-79" dirty="0" smtClean="0">
                <a:solidFill>
                  <a:schemeClr val="tx1"/>
                </a:solidFill>
                <a:latin typeface="p22-mackinac-pro" pitchFamily="34" charset="0"/>
                <a:ea typeface="p22-mackinac-pro" pitchFamily="34" charset="-122"/>
                <a:cs typeface="Eudoxus Sans" pitchFamily="34" charset="-120"/>
              </a:rPr>
              <a:t>I guess…………….</a:t>
            </a:r>
            <a:endParaRPr lang="en-US" sz="2400" spc="-79" dirty="0" smtClean="0">
              <a:solidFill>
                <a:schemeClr val="tx1"/>
              </a:solidFill>
              <a:latin typeface="p22-mackinac-pro" pitchFamily="34" charset="0"/>
              <a:ea typeface="p22-mackinac-pro" pitchFamily="34" charset="-122"/>
              <a:cs typeface="Eudoxus Sans" pitchFamily="34" charset="-120"/>
            </a:endParaRPr>
          </a:p>
          <a:p>
            <a:r>
              <a:rPr lang="en-US" sz="2400" spc="-79" dirty="0" smtClean="0">
                <a:solidFill>
                  <a:schemeClr val="tx1"/>
                </a:solidFill>
                <a:latin typeface="p22-mackinac-pro" pitchFamily="34" charset="0"/>
                <a:ea typeface="p22-mackinac-pro" pitchFamily="34" charset="-122"/>
                <a:cs typeface="Eudoxus Sans" pitchFamily="34" charset="-120"/>
              </a:rPr>
              <a:t>I think………………………..</a:t>
            </a:r>
            <a:endParaRPr lang="en-US" sz="2400" dirty="0" smtClean="0">
              <a:solidFill>
                <a:schemeClr val="tx1"/>
              </a:solidFill>
              <a:latin typeface="Eudoxus Sans" pitchFamily="34" charset="0"/>
              <a:ea typeface="Eudoxus Sans" pitchFamily="34" charset="-122"/>
              <a:cs typeface="Eudoxus Sans" pitchFamily="34" charset="-120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8" name="Google Shape;3228;p93"/>
          <p:cNvSpPr/>
          <p:nvPr/>
        </p:nvSpPr>
        <p:spPr>
          <a:xfrm>
            <a:off x="5825118" y="2089603"/>
            <a:ext cx="1074821" cy="1316272"/>
          </a:xfrm>
          <a:custGeom>
            <a:avLst/>
            <a:gdLst/>
            <a:ahLst/>
            <a:cxnLst/>
            <a:rect l="l" t="t" r="r" b="b"/>
            <a:pathLst>
              <a:path w="33818" h="41415" extrusionOk="0">
                <a:moveTo>
                  <a:pt x="25840" y="1"/>
                </a:moveTo>
                <a:lnTo>
                  <a:pt x="25840" y="1"/>
                </a:lnTo>
                <a:cubicBezTo>
                  <a:pt x="23244" y="4454"/>
                  <a:pt x="20958" y="8812"/>
                  <a:pt x="18362" y="13218"/>
                </a:cubicBezTo>
                <a:cubicBezTo>
                  <a:pt x="17171" y="10170"/>
                  <a:pt x="16099" y="7336"/>
                  <a:pt x="14980" y="4454"/>
                </a:cubicBezTo>
                <a:cubicBezTo>
                  <a:pt x="14623" y="4740"/>
                  <a:pt x="14671" y="5026"/>
                  <a:pt x="14623" y="5264"/>
                </a:cubicBezTo>
                <a:cubicBezTo>
                  <a:pt x="14051" y="8169"/>
                  <a:pt x="13504" y="11075"/>
                  <a:pt x="12932" y="13980"/>
                </a:cubicBezTo>
                <a:cubicBezTo>
                  <a:pt x="12815" y="14537"/>
                  <a:pt x="12770" y="14761"/>
                  <a:pt x="12541" y="14761"/>
                </a:cubicBezTo>
                <a:cubicBezTo>
                  <a:pt x="12398" y="14761"/>
                  <a:pt x="12184" y="14674"/>
                  <a:pt x="11837" y="14528"/>
                </a:cubicBezTo>
                <a:cubicBezTo>
                  <a:pt x="9503" y="13575"/>
                  <a:pt x="7145" y="12622"/>
                  <a:pt x="4788" y="11646"/>
                </a:cubicBezTo>
                <a:cubicBezTo>
                  <a:pt x="4508" y="11546"/>
                  <a:pt x="4244" y="11362"/>
                  <a:pt x="3928" y="11362"/>
                </a:cubicBezTo>
                <a:cubicBezTo>
                  <a:pt x="3867" y="11362"/>
                  <a:pt x="3805" y="11369"/>
                  <a:pt x="3740" y="11384"/>
                </a:cubicBezTo>
                <a:cubicBezTo>
                  <a:pt x="3763" y="11646"/>
                  <a:pt x="3930" y="11789"/>
                  <a:pt x="4073" y="11979"/>
                </a:cubicBezTo>
                <a:cubicBezTo>
                  <a:pt x="5740" y="14075"/>
                  <a:pt x="7407" y="16195"/>
                  <a:pt x="9074" y="18314"/>
                </a:cubicBezTo>
                <a:cubicBezTo>
                  <a:pt x="9717" y="19148"/>
                  <a:pt x="9717" y="19148"/>
                  <a:pt x="8931" y="19791"/>
                </a:cubicBezTo>
                <a:cubicBezTo>
                  <a:pt x="6240" y="22005"/>
                  <a:pt x="3525" y="24196"/>
                  <a:pt x="858" y="26411"/>
                </a:cubicBezTo>
                <a:cubicBezTo>
                  <a:pt x="549" y="26673"/>
                  <a:pt x="144" y="26840"/>
                  <a:pt x="1" y="27292"/>
                </a:cubicBezTo>
                <a:cubicBezTo>
                  <a:pt x="73" y="27314"/>
                  <a:pt x="143" y="27322"/>
                  <a:pt x="212" y="27322"/>
                </a:cubicBezTo>
                <a:cubicBezTo>
                  <a:pt x="369" y="27322"/>
                  <a:pt x="518" y="27278"/>
                  <a:pt x="668" y="27244"/>
                </a:cubicBezTo>
                <a:cubicBezTo>
                  <a:pt x="3930" y="26482"/>
                  <a:pt x="7169" y="25697"/>
                  <a:pt x="10408" y="24958"/>
                </a:cubicBezTo>
                <a:cubicBezTo>
                  <a:pt x="10651" y="24904"/>
                  <a:pt x="10830" y="24871"/>
                  <a:pt x="10960" y="24871"/>
                </a:cubicBezTo>
                <a:cubicBezTo>
                  <a:pt x="11286" y="24871"/>
                  <a:pt x="11289" y="25082"/>
                  <a:pt x="11170" y="25697"/>
                </a:cubicBezTo>
                <a:cubicBezTo>
                  <a:pt x="10479" y="29483"/>
                  <a:pt x="9789" y="33270"/>
                  <a:pt x="9098" y="37080"/>
                </a:cubicBezTo>
                <a:cubicBezTo>
                  <a:pt x="8836" y="38509"/>
                  <a:pt x="8598" y="39938"/>
                  <a:pt x="8336" y="41366"/>
                </a:cubicBezTo>
                <a:cubicBezTo>
                  <a:pt x="8431" y="41390"/>
                  <a:pt x="8503" y="41414"/>
                  <a:pt x="8574" y="41414"/>
                </a:cubicBezTo>
                <a:cubicBezTo>
                  <a:pt x="11289" y="37437"/>
                  <a:pt x="13980" y="33460"/>
                  <a:pt x="16790" y="29340"/>
                </a:cubicBezTo>
                <a:cubicBezTo>
                  <a:pt x="18671" y="33365"/>
                  <a:pt x="20457" y="37199"/>
                  <a:pt x="22267" y="41057"/>
                </a:cubicBezTo>
                <a:lnTo>
                  <a:pt x="22482" y="40985"/>
                </a:lnTo>
                <a:cubicBezTo>
                  <a:pt x="22482" y="36627"/>
                  <a:pt x="22339" y="32246"/>
                  <a:pt x="22053" y="27792"/>
                </a:cubicBezTo>
                <a:lnTo>
                  <a:pt x="22053" y="27792"/>
                </a:lnTo>
                <a:cubicBezTo>
                  <a:pt x="26078" y="28911"/>
                  <a:pt x="29936" y="30007"/>
                  <a:pt x="33817" y="31079"/>
                </a:cubicBezTo>
                <a:cubicBezTo>
                  <a:pt x="33698" y="30674"/>
                  <a:pt x="33484" y="30412"/>
                  <a:pt x="33270" y="30174"/>
                </a:cubicBezTo>
                <a:cubicBezTo>
                  <a:pt x="30698" y="27411"/>
                  <a:pt x="28102" y="24649"/>
                  <a:pt x="25530" y="21886"/>
                </a:cubicBezTo>
                <a:cubicBezTo>
                  <a:pt x="24839" y="21148"/>
                  <a:pt x="24720" y="21196"/>
                  <a:pt x="25554" y="20410"/>
                </a:cubicBezTo>
                <a:cubicBezTo>
                  <a:pt x="28126" y="18076"/>
                  <a:pt x="30674" y="15695"/>
                  <a:pt x="33246" y="13337"/>
                </a:cubicBezTo>
                <a:cubicBezTo>
                  <a:pt x="33389" y="13194"/>
                  <a:pt x="33651" y="13123"/>
                  <a:pt x="33460" y="12765"/>
                </a:cubicBezTo>
                <a:lnTo>
                  <a:pt x="33460" y="12765"/>
                </a:lnTo>
                <a:cubicBezTo>
                  <a:pt x="31936" y="13099"/>
                  <a:pt x="30412" y="13432"/>
                  <a:pt x="28888" y="13766"/>
                </a:cubicBezTo>
                <a:cubicBezTo>
                  <a:pt x="27126" y="14147"/>
                  <a:pt x="25363" y="14551"/>
                  <a:pt x="23625" y="14932"/>
                </a:cubicBezTo>
                <a:cubicBezTo>
                  <a:pt x="23444" y="14971"/>
                  <a:pt x="23306" y="14994"/>
                  <a:pt x="23204" y="14994"/>
                </a:cubicBezTo>
                <a:cubicBezTo>
                  <a:pt x="22931" y="14994"/>
                  <a:pt x="22912" y="14829"/>
                  <a:pt x="22982" y="14361"/>
                </a:cubicBezTo>
                <a:cubicBezTo>
                  <a:pt x="23006" y="14266"/>
                  <a:pt x="23029" y="14194"/>
                  <a:pt x="23029" y="14123"/>
                </a:cubicBezTo>
                <a:cubicBezTo>
                  <a:pt x="23815" y="10432"/>
                  <a:pt x="24601" y="6740"/>
                  <a:pt x="25363" y="3049"/>
                </a:cubicBezTo>
                <a:cubicBezTo>
                  <a:pt x="25530" y="2120"/>
                  <a:pt x="25863" y="1215"/>
                  <a:pt x="25840" y="1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3229" name="Google Shape;3229;p93"/>
          <p:cNvSpPr txBox="1">
            <a:spLocks noGrp="1"/>
          </p:cNvSpPr>
          <p:nvPr>
            <p:ph type="title"/>
          </p:nvPr>
        </p:nvSpPr>
        <p:spPr>
          <a:xfrm>
            <a:off x="825689" y="-20538"/>
            <a:ext cx="6442278" cy="969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4800" dirty="0" smtClean="0"/>
              <a:t>Scientific Method</a:t>
            </a:r>
            <a:endParaRPr sz="4800" dirty="0"/>
          </a:p>
        </p:txBody>
      </p:sp>
      <p:grpSp>
        <p:nvGrpSpPr>
          <p:cNvPr id="3232" name="Google Shape;3232;p93"/>
          <p:cNvGrpSpPr/>
          <p:nvPr/>
        </p:nvGrpSpPr>
        <p:grpSpPr>
          <a:xfrm>
            <a:off x="6681144" y="3616841"/>
            <a:ext cx="1495621" cy="1291831"/>
            <a:chOff x="5614619" y="2740966"/>
            <a:chExt cx="1495621" cy="1291831"/>
          </a:xfrm>
        </p:grpSpPr>
        <p:sp>
          <p:nvSpPr>
            <p:cNvPr id="3233" name="Google Shape;3233;p93"/>
            <p:cNvSpPr/>
            <p:nvPr/>
          </p:nvSpPr>
          <p:spPr>
            <a:xfrm>
              <a:off x="5614619" y="3232736"/>
              <a:ext cx="233570" cy="259568"/>
            </a:xfrm>
            <a:custGeom>
              <a:avLst/>
              <a:gdLst/>
              <a:ahLst/>
              <a:cxnLst/>
              <a:rect l="l" t="t" r="r" b="b"/>
              <a:pathLst>
                <a:path w="7349" h="8167" extrusionOk="0">
                  <a:moveTo>
                    <a:pt x="2648" y="0"/>
                  </a:moveTo>
                  <a:cubicBezTo>
                    <a:pt x="2113" y="0"/>
                    <a:pt x="1614" y="173"/>
                    <a:pt x="1262" y="512"/>
                  </a:cubicBezTo>
                  <a:cubicBezTo>
                    <a:pt x="453" y="1275"/>
                    <a:pt x="0" y="2275"/>
                    <a:pt x="96" y="3394"/>
                  </a:cubicBezTo>
                  <a:cubicBezTo>
                    <a:pt x="286" y="5466"/>
                    <a:pt x="1644" y="7442"/>
                    <a:pt x="3882" y="8038"/>
                  </a:cubicBezTo>
                  <a:cubicBezTo>
                    <a:pt x="4194" y="8124"/>
                    <a:pt x="4508" y="8167"/>
                    <a:pt x="4812" y="8167"/>
                  </a:cubicBezTo>
                  <a:cubicBezTo>
                    <a:pt x="6181" y="8167"/>
                    <a:pt x="7348" y="7306"/>
                    <a:pt x="7192" y="5728"/>
                  </a:cubicBezTo>
                  <a:cubicBezTo>
                    <a:pt x="7002" y="3513"/>
                    <a:pt x="6002" y="1751"/>
                    <a:pt x="4192" y="489"/>
                  </a:cubicBezTo>
                  <a:cubicBezTo>
                    <a:pt x="3712" y="161"/>
                    <a:pt x="3164" y="0"/>
                    <a:pt x="2648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234" name="Google Shape;3234;p93"/>
            <p:cNvSpPr/>
            <p:nvPr/>
          </p:nvSpPr>
          <p:spPr>
            <a:xfrm>
              <a:off x="5985489" y="3413038"/>
              <a:ext cx="243740" cy="219522"/>
            </a:xfrm>
            <a:custGeom>
              <a:avLst/>
              <a:gdLst/>
              <a:ahLst/>
              <a:cxnLst/>
              <a:rect l="l" t="t" r="r" b="b"/>
              <a:pathLst>
                <a:path w="7669" h="6907" extrusionOk="0">
                  <a:moveTo>
                    <a:pt x="2579" y="0"/>
                  </a:moveTo>
                  <a:cubicBezTo>
                    <a:pt x="1203" y="0"/>
                    <a:pt x="0" y="1093"/>
                    <a:pt x="0" y="2436"/>
                  </a:cubicBezTo>
                  <a:cubicBezTo>
                    <a:pt x="0" y="3151"/>
                    <a:pt x="215" y="3960"/>
                    <a:pt x="643" y="4675"/>
                  </a:cubicBezTo>
                  <a:cubicBezTo>
                    <a:pt x="1361" y="5791"/>
                    <a:pt x="2761" y="6906"/>
                    <a:pt x="4274" y="6906"/>
                  </a:cubicBezTo>
                  <a:cubicBezTo>
                    <a:pt x="4569" y="6906"/>
                    <a:pt x="4869" y="6864"/>
                    <a:pt x="5168" y="6770"/>
                  </a:cubicBezTo>
                  <a:cubicBezTo>
                    <a:pt x="6859" y="6247"/>
                    <a:pt x="7669" y="4794"/>
                    <a:pt x="6930" y="3198"/>
                  </a:cubicBezTo>
                  <a:cubicBezTo>
                    <a:pt x="6168" y="1627"/>
                    <a:pt x="4954" y="483"/>
                    <a:pt x="3215" y="79"/>
                  </a:cubicBezTo>
                  <a:cubicBezTo>
                    <a:pt x="3002" y="25"/>
                    <a:pt x="2789" y="0"/>
                    <a:pt x="2579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235" name="Google Shape;3235;p93"/>
            <p:cNvSpPr/>
            <p:nvPr/>
          </p:nvSpPr>
          <p:spPr>
            <a:xfrm>
              <a:off x="5884071" y="2740966"/>
              <a:ext cx="218759" cy="222064"/>
            </a:xfrm>
            <a:custGeom>
              <a:avLst/>
              <a:gdLst/>
              <a:ahLst/>
              <a:cxnLst/>
              <a:rect l="l" t="t" r="r" b="b"/>
              <a:pathLst>
                <a:path w="6883" h="6987" extrusionOk="0">
                  <a:moveTo>
                    <a:pt x="3502" y="0"/>
                  </a:moveTo>
                  <a:cubicBezTo>
                    <a:pt x="2862" y="0"/>
                    <a:pt x="2233" y="161"/>
                    <a:pt x="1643" y="482"/>
                  </a:cubicBezTo>
                  <a:cubicBezTo>
                    <a:pt x="643" y="1030"/>
                    <a:pt x="0" y="2364"/>
                    <a:pt x="381" y="3340"/>
                  </a:cubicBezTo>
                  <a:cubicBezTo>
                    <a:pt x="1000" y="4983"/>
                    <a:pt x="2120" y="6174"/>
                    <a:pt x="3811" y="6793"/>
                  </a:cubicBezTo>
                  <a:cubicBezTo>
                    <a:pt x="4163" y="6925"/>
                    <a:pt x="4487" y="6986"/>
                    <a:pt x="4780" y="6986"/>
                  </a:cubicBezTo>
                  <a:cubicBezTo>
                    <a:pt x="5817" y="6986"/>
                    <a:pt x="6485" y="6218"/>
                    <a:pt x="6764" y="5031"/>
                  </a:cubicBezTo>
                  <a:cubicBezTo>
                    <a:pt x="6811" y="4769"/>
                    <a:pt x="6764" y="4507"/>
                    <a:pt x="6764" y="4269"/>
                  </a:cubicBezTo>
                  <a:cubicBezTo>
                    <a:pt x="6883" y="3435"/>
                    <a:pt x="6645" y="2673"/>
                    <a:pt x="6311" y="1959"/>
                  </a:cubicBezTo>
                  <a:cubicBezTo>
                    <a:pt x="5882" y="1006"/>
                    <a:pt x="5239" y="220"/>
                    <a:pt x="4144" y="54"/>
                  </a:cubicBezTo>
                  <a:cubicBezTo>
                    <a:pt x="3930" y="18"/>
                    <a:pt x="3715" y="0"/>
                    <a:pt x="3502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236" name="Google Shape;3236;p93"/>
            <p:cNvSpPr/>
            <p:nvPr/>
          </p:nvSpPr>
          <p:spPr>
            <a:xfrm>
              <a:off x="6513046" y="3075190"/>
              <a:ext cx="249779" cy="202200"/>
            </a:xfrm>
            <a:custGeom>
              <a:avLst/>
              <a:gdLst/>
              <a:ahLst/>
              <a:cxnLst/>
              <a:rect l="l" t="t" r="r" b="b"/>
              <a:pathLst>
                <a:path w="7859" h="6362" extrusionOk="0">
                  <a:moveTo>
                    <a:pt x="2811" y="0"/>
                  </a:moveTo>
                  <a:cubicBezTo>
                    <a:pt x="2016" y="0"/>
                    <a:pt x="1274" y="376"/>
                    <a:pt x="715" y="1064"/>
                  </a:cubicBezTo>
                  <a:cubicBezTo>
                    <a:pt x="0" y="1945"/>
                    <a:pt x="0" y="3064"/>
                    <a:pt x="810" y="4160"/>
                  </a:cubicBezTo>
                  <a:cubicBezTo>
                    <a:pt x="1874" y="5571"/>
                    <a:pt x="3275" y="6353"/>
                    <a:pt x="5057" y="6353"/>
                  </a:cubicBezTo>
                  <a:cubicBezTo>
                    <a:pt x="5109" y="6353"/>
                    <a:pt x="5162" y="6352"/>
                    <a:pt x="5215" y="6351"/>
                  </a:cubicBezTo>
                  <a:cubicBezTo>
                    <a:pt x="5358" y="6351"/>
                    <a:pt x="5512" y="6361"/>
                    <a:pt x="5662" y="6361"/>
                  </a:cubicBezTo>
                  <a:cubicBezTo>
                    <a:pt x="5737" y="6361"/>
                    <a:pt x="5811" y="6359"/>
                    <a:pt x="5882" y="6351"/>
                  </a:cubicBezTo>
                  <a:cubicBezTo>
                    <a:pt x="7240" y="6255"/>
                    <a:pt x="7859" y="5303"/>
                    <a:pt x="7454" y="4041"/>
                  </a:cubicBezTo>
                  <a:cubicBezTo>
                    <a:pt x="6883" y="2278"/>
                    <a:pt x="5668" y="1040"/>
                    <a:pt x="4001" y="278"/>
                  </a:cubicBezTo>
                  <a:cubicBezTo>
                    <a:pt x="3602" y="90"/>
                    <a:pt x="3200" y="0"/>
                    <a:pt x="2811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237" name="Google Shape;3237;p93"/>
            <p:cNvSpPr/>
            <p:nvPr/>
          </p:nvSpPr>
          <p:spPr>
            <a:xfrm>
              <a:off x="6376795" y="3405887"/>
              <a:ext cx="229470" cy="191839"/>
            </a:xfrm>
            <a:custGeom>
              <a:avLst/>
              <a:gdLst/>
              <a:ahLst/>
              <a:cxnLst/>
              <a:rect l="l" t="t" r="r" b="b"/>
              <a:pathLst>
                <a:path w="7220" h="6036" extrusionOk="0">
                  <a:moveTo>
                    <a:pt x="2204" y="1"/>
                  </a:moveTo>
                  <a:cubicBezTo>
                    <a:pt x="1854" y="1"/>
                    <a:pt x="1482" y="140"/>
                    <a:pt x="1144" y="280"/>
                  </a:cubicBezTo>
                  <a:cubicBezTo>
                    <a:pt x="477" y="566"/>
                    <a:pt x="1" y="1399"/>
                    <a:pt x="96" y="2114"/>
                  </a:cubicBezTo>
                  <a:cubicBezTo>
                    <a:pt x="429" y="4424"/>
                    <a:pt x="1858" y="5829"/>
                    <a:pt x="4049" y="6019"/>
                  </a:cubicBezTo>
                  <a:cubicBezTo>
                    <a:pt x="4166" y="6030"/>
                    <a:pt x="4282" y="6036"/>
                    <a:pt x="4395" y="6036"/>
                  </a:cubicBezTo>
                  <a:cubicBezTo>
                    <a:pt x="5995" y="6036"/>
                    <a:pt x="7220" y="4946"/>
                    <a:pt x="6597" y="2923"/>
                  </a:cubicBezTo>
                  <a:cubicBezTo>
                    <a:pt x="6168" y="1518"/>
                    <a:pt x="4478" y="42"/>
                    <a:pt x="2406" y="18"/>
                  </a:cubicBezTo>
                  <a:cubicBezTo>
                    <a:pt x="2340" y="6"/>
                    <a:pt x="2272" y="1"/>
                    <a:pt x="2204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238" name="Google Shape;3238;p93"/>
            <p:cNvSpPr/>
            <p:nvPr/>
          </p:nvSpPr>
          <p:spPr>
            <a:xfrm>
              <a:off x="6099715" y="3104208"/>
              <a:ext cx="178713" cy="173119"/>
            </a:xfrm>
            <a:custGeom>
              <a:avLst/>
              <a:gdLst/>
              <a:ahLst/>
              <a:cxnLst/>
              <a:rect l="l" t="t" r="r" b="b"/>
              <a:pathLst>
                <a:path w="5623" h="5447" extrusionOk="0">
                  <a:moveTo>
                    <a:pt x="2987" y="1"/>
                  </a:moveTo>
                  <a:cubicBezTo>
                    <a:pt x="2618" y="1"/>
                    <a:pt x="2239" y="92"/>
                    <a:pt x="1860" y="246"/>
                  </a:cubicBezTo>
                  <a:cubicBezTo>
                    <a:pt x="955" y="651"/>
                    <a:pt x="336" y="1246"/>
                    <a:pt x="193" y="2318"/>
                  </a:cubicBezTo>
                  <a:cubicBezTo>
                    <a:pt x="0" y="3988"/>
                    <a:pt x="1926" y="5447"/>
                    <a:pt x="3441" y="5447"/>
                  </a:cubicBezTo>
                  <a:cubicBezTo>
                    <a:pt x="3611" y="5447"/>
                    <a:pt x="3776" y="5428"/>
                    <a:pt x="3932" y="5390"/>
                  </a:cubicBezTo>
                  <a:cubicBezTo>
                    <a:pt x="5051" y="5080"/>
                    <a:pt x="5623" y="4390"/>
                    <a:pt x="5623" y="3342"/>
                  </a:cubicBezTo>
                  <a:cubicBezTo>
                    <a:pt x="5623" y="2127"/>
                    <a:pt x="5170" y="1246"/>
                    <a:pt x="4384" y="556"/>
                  </a:cubicBezTo>
                  <a:cubicBezTo>
                    <a:pt x="3950" y="162"/>
                    <a:pt x="3477" y="1"/>
                    <a:pt x="2987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239" name="Google Shape;3239;p93"/>
            <p:cNvSpPr/>
            <p:nvPr/>
          </p:nvSpPr>
          <p:spPr>
            <a:xfrm>
              <a:off x="5900121" y="3798306"/>
              <a:ext cx="164125" cy="145564"/>
            </a:xfrm>
            <a:custGeom>
              <a:avLst/>
              <a:gdLst/>
              <a:ahLst/>
              <a:cxnLst/>
              <a:rect l="l" t="t" r="r" b="b"/>
              <a:pathLst>
                <a:path w="5164" h="4580" extrusionOk="0">
                  <a:moveTo>
                    <a:pt x="2026" y="0"/>
                  </a:moveTo>
                  <a:cubicBezTo>
                    <a:pt x="859" y="0"/>
                    <a:pt x="0" y="1133"/>
                    <a:pt x="424" y="2341"/>
                  </a:cubicBezTo>
                  <a:cubicBezTo>
                    <a:pt x="877" y="3626"/>
                    <a:pt x="1758" y="4460"/>
                    <a:pt x="3187" y="4579"/>
                  </a:cubicBezTo>
                  <a:cubicBezTo>
                    <a:pt x="4020" y="4484"/>
                    <a:pt x="4639" y="4079"/>
                    <a:pt x="5163" y="3460"/>
                  </a:cubicBezTo>
                  <a:cubicBezTo>
                    <a:pt x="5139" y="3222"/>
                    <a:pt x="5163" y="3007"/>
                    <a:pt x="5115" y="2793"/>
                  </a:cubicBezTo>
                  <a:cubicBezTo>
                    <a:pt x="4806" y="1340"/>
                    <a:pt x="3901" y="412"/>
                    <a:pt x="2472" y="54"/>
                  </a:cubicBezTo>
                  <a:cubicBezTo>
                    <a:pt x="2320" y="18"/>
                    <a:pt x="2171" y="0"/>
                    <a:pt x="2026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240" name="Google Shape;3240;p93"/>
            <p:cNvSpPr/>
            <p:nvPr/>
          </p:nvSpPr>
          <p:spPr>
            <a:xfrm>
              <a:off x="6873301" y="3460045"/>
              <a:ext cx="236939" cy="186690"/>
            </a:xfrm>
            <a:custGeom>
              <a:avLst/>
              <a:gdLst/>
              <a:ahLst/>
              <a:cxnLst/>
              <a:rect l="l" t="t" r="r" b="b"/>
              <a:pathLst>
                <a:path w="7455" h="5874" extrusionOk="0">
                  <a:moveTo>
                    <a:pt x="3176" y="1"/>
                  </a:moveTo>
                  <a:cubicBezTo>
                    <a:pt x="2331" y="1"/>
                    <a:pt x="1547" y="476"/>
                    <a:pt x="882" y="1434"/>
                  </a:cubicBezTo>
                  <a:cubicBezTo>
                    <a:pt x="1" y="2648"/>
                    <a:pt x="239" y="3982"/>
                    <a:pt x="1501" y="4815"/>
                  </a:cubicBezTo>
                  <a:cubicBezTo>
                    <a:pt x="2644" y="5577"/>
                    <a:pt x="3954" y="5815"/>
                    <a:pt x="5311" y="5863"/>
                  </a:cubicBezTo>
                  <a:cubicBezTo>
                    <a:pt x="5438" y="5863"/>
                    <a:pt x="5565" y="5874"/>
                    <a:pt x="5685" y="5874"/>
                  </a:cubicBezTo>
                  <a:cubicBezTo>
                    <a:pt x="5745" y="5874"/>
                    <a:pt x="5804" y="5871"/>
                    <a:pt x="5859" y="5863"/>
                  </a:cubicBezTo>
                  <a:cubicBezTo>
                    <a:pt x="7026" y="5768"/>
                    <a:pt x="7455" y="5268"/>
                    <a:pt x="7336" y="4101"/>
                  </a:cubicBezTo>
                  <a:cubicBezTo>
                    <a:pt x="7288" y="3863"/>
                    <a:pt x="7217" y="3601"/>
                    <a:pt x="7121" y="3363"/>
                  </a:cubicBezTo>
                  <a:cubicBezTo>
                    <a:pt x="6764" y="2338"/>
                    <a:pt x="6074" y="1576"/>
                    <a:pt x="5264" y="886"/>
                  </a:cubicBezTo>
                  <a:cubicBezTo>
                    <a:pt x="4549" y="297"/>
                    <a:pt x="3844" y="1"/>
                    <a:pt x="3176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241" name="Google Shape;3241;p93"/>
            <p:cNvSpPr/>
            <p:nvPr/>
          </p:nvSpPr>
          <p:spPr>
            <a:xfrm>
              <a:off x="6360141" y="3860981"/>
              <a:ext cx="180938" cy="171816"/>
            </a:xfrm>
            <a:custGeom>
              <a:avLst/>
              <a:gdLst/>
              <a:ahLst/>
              <a:cxnLst/>
              <a:rect l="l" t="t" r="r" b="b"/>
              <a:pathLst>
                <a:path w="5693" h="5406" extrusionOk="0">
                  <a:moveTo>
                    <a:pt x="2939" y="1"/>
                  </a:moveTo>
                  <a:cubicBezTo>
                    <a:pt x="2400" y="1"/>
                    <a:pt x="1842" y="186"/>
                    <a:pt x="1310" y="559"/>
                  </a:cubicBezTo>
                  <a:cubicBezTo>
                    <a:pt x="310" y="1250"/>
                    <a:pt x="1" y="2393"/>
                    <a:pt x="477" y="3512"/>
                  </a:cubicBezTo>
                  <a:cubicBezTo>
                    <a:pt x="943" y="4665"/>
                    <a:pt x="2131" y="5406"/>
                    <a:pt x="3447" y="5406"/>
                  </a:cubicBezTo>
                  <a:cubicBezTo>
                    <a:pt x="3544" y="5406"/>
                    <a:pt x="3641" y="5402"/>
                    <a:pt x="3739" y="5393"/>
                  </a:cubicBezTo>
                  <a:cubicBezTo>
                    <a:pt x="5049" y="5298"/>
                    <a:pt x="5692" y="4607"/>
                    <a:pt x="5692" y="3298"/>
                  </a:cubicBezTo>
                  <a:cubicBezTo>
                    <a:pt x="5692" y="2321"/>
                    <a:pt x="5287" y="1321"/>
                    <a:pt x="4597" y="678"/>
                  </a:cubicBezTo>
                  <a:cubicBezTo>
                    <a:pt x="4109" y="228"/>
                    <a:pt x="3535" y="1"/>
                    <a:pt x="2939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242" name="Google Shape;3242;p93"/>
            <p:cNvSpPr/>
            <p:nvPr/>
          </p:nvSpPr>
          <p:spPr>
            <a:xfrm>
              <a:off x="6799121" y="3820808"/>
              <a:ext cx="156720" cy="160819"/>
            </a:xfrm>
            <a:custGeom>
              <a:avLst/>
              <a:gdLst/>
              <a:ahLst/>
              <a:cxnLst/>
              <a:rect l="l" t="t" r="r" b="b"/>
              <a:pathLst>
                <a:path w="4931" h="5060" extrusionOk="0">
                  <a:moveTo>
                    <a:pt x="2551" y="0"/>
                  </a:moveTo>
                  <a:cubicBezTo>
                    <a:pt x="2088" y="0"/>
                    <a:pt x="1601" y="147"/>
                    <a:pt x="1144" y="442"/>
                  </a:cubicBezTo>
                  <a:cubicBezTo>
                    <a:pt x="215" y="1013"/>
                    <a:pt x="1" y="1894"/>
                    <a:pt x="525" y="2966"/>
                  </a:cubicBezTo>
                  <a:cubicBezTo>
                    <a:pt x="954" y="3895"/>
                    <a:pt x="1692" y="4490"/>
                    <a:pt x="2621" y="4895"/>
                  </a:cubicBezTo>
                  <a:cubicBezTo>
                    <a:pt x="2887" y="5005"/>
                    <a:pt x="3137" y="5059"/>
                    <a:pt x="3368" y="5059"/>
                  </a:cubicBezTo>
                  <a:cubicBezTo>
                    <a:pt x="3986" y="5059"/>
                    <a:pt x="4469" y="4677"/>
                    <a:pt x="4764" y="3966"/>
                  </a:cubicBezTo>
                  <a:cubicBezTo>
                    <a:pt x="4883" y="3633"/>
                    <a:pt x="4907" y="3300"/>
                    <a:pt x="4907" y="2966"/>
                  </a:cubicBezTo>
                  <a:cubicBezTo>
                    <a:pt x="4931" y="2156"/>
                    <a:pt x="4597" y="1442"/>
                    <a:pt x="4145" y="799"/>
                  </a:cubicBezTo>
                  <a:cubicBezTo>
                    <a:pt x="3749" y="266"/>
                    <a:pt x="3172" y="0"/>
                    <a:pt x="2551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grpSp>
        <p:nvGrpSpPr>
          <p:cNvPr id="3243" name="Google Shape;3243;p93"/>
          <p:cNvGrpSpPr/>
          <p:nvPr/>
        </p:nvGrpSpPr>
        <p:grpSpPr>
          <a:xfrm>
            <a:off x="7445135" y="40744"/>
            <a:ext cx="1624825" cy="1376466"/>
            <a:chOff x="5806500" y="2591150"/>
            <a:chExt cx="1404950" cy="1190200"/>
          </a:xfrm>
        </p:grpSpPr>
        <p:sp>
          <p:nvSpPr>
            <p:cNvPr id="3244" name="Google Shape;3244;p93"/>
            <p:cNvSpPr/>
            <p:nvPr/>
          </p:nvSpPr>
          <p:spPr>
            <a:xfrm>
              <a:off x="6178275" y="3511600"/>
              <a:ext cx="141600" cy="269750"/>
            </a:xfrm>
            <a:custGeom>
              <a:avLst/>
              <a:gdLst/>
              <a:ahLst/>
              <a:cxnLst/>
              <a:rect l="l" t="t" r="r" b="b"/>
              <a:pathLst>
                <a:path w="5664" h="10790" extrusionOk="0">
                  <a:moveTo>
                    <a:pt x="5358" y="1"/>
                  </a:moveTo>
                  <a:cubicBezTo>
                    <a:pt x="5279" y="1"/>
                    <a:pt x="5199" y="34"/>
                    <a:pt x="5152" y="110"/>
                  </a:cubicBezTo>
                  <a:cubicBezTo>
                    <a:pt x="4184" y="1590"/>
                    <a:pt x="3683" y="3373"/>
                    <a:pt x="3473" y="5110"/>
                  </a:cubicBezTo>
                  <a:cubicBezTo>
                    <a:pt x="3345" y="6077"/>
                    <a:pt x="3334" y="7056"/>
                    <a:pt x="3427" y="8035"/>
                  </a:cubicBezTo>
                  <a:cubicBezTo>
                    <a:pt x="3438" y="8210"/>
                    <a:pt x="3450" y="8396"/>
                    <a:pt x="3462" y="8583"/>
                  </a:cubicBezTo>
                  <a:cubicBezTo>
                    <a:pt x="3020" y="8212"/>
                    <a:pt x="2403" y="7996"/>
                    <a:pt x="1819" y="7996"/>
                  </a:cubicBezTo>
                  <a:cubicBezTo>
                    <a:pt x="1065" y="7996"/>
                    <a:pt x="366" y="8357"/>
                    <a:pt x="175" y="9212"/>
                  </a:cubicBezTo>
                  <a:cubicBezTo>
                    <a:pt x="0" y="10016"/>
                    <a:pt x="630" y="10576"/>
                    <a:pt x="1364" y="10715"/>
                  </a:cubicBezTo>
                  <a:cubicBezTo>
                    <a:pt x="1617" y="10766"/>
                    <a:pt x="1877" y="10790"/>
                    <a:pt x="2138" y="10790"/>
                  </a:cubicBezTo>
                  <a:cubicBezTo>
                    <a:pt x="2971" y="10790"/>
                    <a:pt x="3816" y="10544"/>
                    <a:pt x="4499" y="10109"/>
                  </a:cubicBezTo>
                  <a:cubicBezTo>
                    <a:pt x="4720" y="9970"/>
                    <a:pt x="4662" y="9655"/>
                    <a:pt x="4464" y="9550"/>
                  </a:cubicBezTo>
                  <a:cubicBezTo>
                    <a:pt x="4534" y="8944"/>
                    <a:pt x="4301" y="8268"/>
                    <a:pt x="4254" y="7674"/>
                  </a:cubicBezTo>
                  <a:cubicBezTo>
                    <a:pt x="4196" y="6881"/>
                    <a:pt x="4208" y="6089"/>
                    <a:pt x="4277" y="5296"/>
                  </a:cubicBezTo>
                  <a:cubicBezTo>
                    <a:pt x="4441" y="3537"/>
                    <a:pt x="4988" y="1940"/>
                    <a:pt x="5594" y="308"/>
                  </a:cubicBezTo>
                  <a:cubicBezTo>
                    <a:pt x="5663" y="124"/>
                    <a:pt x="5511" y="1"/>
                    <a:pt x="535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245" name="Google Shape;3245;p93"/>
            <p:cNvSpPr/>
            <p:nvPr/>
          </p:nvSpPr>
          <p:spPr>
            <a:xfrm>
              <a:off x="6579250" y="3508975"/>
              <a:ext cx="150575" cy="266700"/>
            </a:xfrm>
            <a:custGeom>
              <a:avLst/>
              <a:gdLst/>
              <a:ahLst/>
              <a:cxnLst/>
              <a:rect l="l" t="t" r="r" b="b"/>
              <a:pathLst>
                <a:path w="6023" h="10668" extrusionOk="0">
                  <a:moveTo>
                    <a:pt x="319" y="0"/>
                  </a:moveTo>
                  <a:cubicBezTo>
                    <a:pt x="160" y="0"/>
                    <a:pt x="1" y="128"/>
                    <a:pt x="79" y="308"/>
                  </a:cubicBezTo>
                  <a:cubicBezTo>
                    <a:pt x="743" y="1928"/>
                    <a:pt x="1350" y="3502"/>
                    <a:pt x="1571" y="5250"/>
                  </a:cubicBezTo>
                  <a:cubicBezTo>
                    <a:pt x="1664" y="6031"/>
                    <a:pt x="1711" y="6835"/>
                    <a:pt x="1676" y="7627"/>
                  </a:cubicBezTo>
                  <a:cubicBezTo>
                    <a:pt x="1653" y="8222"/>
                    <a:pt x="1443" y="8909"/>
                    <a:pt x="1536" y="9515"/>
                  </a:cubicBezTo>
                  <a:cubicBezTo>
                    <a:pt x="1338" y="9620"/>
                    <a:pt x="1291" y="9935"/>
                    <a:pt x="1524" y="10075"/>
                  </a:cubicBezTo>
                  <a:cubicBezTo>
                    <a:pt x="2182" y="10457"/>
                    <a:pt x="2976" y="10668"/>
                    <a:pt x="3758" y="10668"/>
                  </a:cubicBezTo>
                  <a:cubicBezTo>
                    <a:pt x="4071" y="10668"/>
                    <a:pt x="4383" y="10634"/>
                    <a:pt x="4683" y="10564"/>
                  </a:cubicBezTo>
                  <a:cubicBezTo>
                    <a:pt x="5417" y="10401"/>
                    <a:pt x="6023" y="9818"/>
                    <a:pt x="5813" y="9014"/>
                  </a:cubicBezTo>
                  <a:cubicBezTo>
                    <a:pt x="5598" y="8197"/>
                    <a:pt x="4932" y="7855"/>
                    <a:pt x="4210" y="7855"/>
                  </a:cubicBezTo>
                  <a:cubicBezTo>
                    <a:pt x="3602" y="7855"/>
                    <a:pt x="2956" y="8097"/>
                    <a:pt x="2503" y="8501"/>
                  </a:cubicBezTo>
                  <a:cubicBezTo>
                    <a:pt x="2515" y="8315"/>
                    <a:pt x="2515" y="8140"/>
                    <a:pt x="2527" y="7954"/>
                  </a:cubicBezTo>
                  <a:cubicBezTo>
                    <a:pt x="2585" y="6986"/>
                    <a:pt x="2527" y="6007"/>
                    <a:pt x="2375" y="5040"/>
                  </a:cubicBezTo>
                  <a:cubicBezTo>
                    <a:pt x="2107" y="3304"/>
                    <a:pt x="1536" y="1544"/>
                    <a:pt x="522" y="99"/>
                  </a:cubicBezTo>
                  <a:cubicBezTo>
                    <a:pt x="473" y="30"/>
                    <a:pt x="396" y="0"/>
                    <a:pt x="31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246" name="Google Shape;3246;p93"/>
            <p:cNvSpPr/>
            <p:nvPr/>
          </p:nvSpPr>
          <p:spPr>
            <a:xfrm>
              <a:off x="5834325" y="2628600"/>
              <a:ext cx="180500" cy="280175"/>
            </a:xfrm>
            <a:custGeom>
              <a:avLst/>
              <a:gdLst/>
              <a:ahLst/>
              <a:cxnLst/>
              <a:rect l="l" t="t" r="r" b="b"/>
              <a:pathLst>
                <a:path w="7220" h="11207" extrusionOk="0">
                  <a:moveTo>
                    <a:pt x="3026" y="0"/>
                  </a:moveTo>
                  <a:cubicBezTo>
                    <a:pt x="2810" y="0"/>
                    <a:pt x="2599" y="143"/>
                    <a:pt x="2594" y="433"/>
                  </a:cubicBezTo>
                  <a:lnTo>
                    <a:pt x="2582" y="1179"/>
                  </a:lnTo>
                  <a:cubicBezTo>
                    <a:pt x="2535" y="1074"/>
                    <a:pt x="2489" y="946"/>
                    <a:pt x="2454" y="829"/>
                  </a:cubicBezTo>
                  <a:cubicBezTo>
                    <a:pt x="2393" y="609"/>
                    <a:pt x="2222" y="513"/>
                    <a:pt x="2047" y="513"/>
                  </a:cubicBezTo>
                  <a:cubicBezTo>
                    <a:pt x="1787" y="513"/>
                    <a:pt x="1519" y="727"/>
                    <a:pt x="1603" y="1062"/>
                  </a:cubicBezTo>
                  <a:lnTo>
                    <a:pt x="1848" y="1948"/>
                  </a:lnTo>
                  <a:cubicBezTo>
                    <a:pt x="1521" y="1750"/>
                    <a:pt x="1207" y="1563"/>
                    <a:pt x="880" y="1365"/>
                  </a:cubicBezTo>
                  <a:cubicBezTo>
                    <a:pt x="811" y="1324"/>
                    <a:pt x="738" y="1305"/>
                    <a:pt x="668" y="1305"/>
                  </a:cubicBezTo>
                  <a:cubicBezTo>
                    <a:pt x="307" y="1305"/>
                    <a:pt x="1" y="1793"/>
                    <a:pt x="333" y="2076"/>
                  </a:cubicBezTo>
                  <a:cubicBezTo>
                    <a:pt x="939" y="2577"/>
                    <a:pt x="1603" y="3137"/>
                    <a:pt x="2361" y="3370"/>
                  </a:cubicBezTo>
                  <a:cubicBezTo>
                    <a:pt x="1941" y="6376"/>
                    <a:pt x="3852" y="9558"/>
                    <a:pt x="6311" y="11131"/>
                  </a:cubicBezTo>
                  <a:cubicBezTo>
                    <a:pt x="6394" y="11184"/>
                    <a:pt x="6476" y="11207"/>
                    <a:pt x="6553" y="11207"/>
                  </a:cubicBezTo>
                  <a:cubicBezTo>
                    <a:pt x="6953" y="11207"/>
                    <a:pt x="7219" y="10589"/>
                    <a:pt x="6789" y="10316"/>
                  </a:cubicBezTo>
                  <a:cubicBezTo>
                    <a:pt x="4085" y="8591"/>
                    <a:pt x="3141" y="5829"/>
                    <a:pt x="3071" y="2799"/>
                  </a:cubicBezTo>
                  <a:cubicBezTo>
                    <a:pt x="3246" y="2764"/>
                    <a:pt x="3409" y="2601"/>
                    <a:pt x="3444" y="2414"/>
                  </a:cubicBezTo>
                  <a:cubicBezTo>
                    <a:pt x="3677" y="2204"/>
                    <a:pt x="3922" y="2030"/>
                    <a:pt x="4202" y="1878"/>
                  </a:cubicBezTo>
                  <a:cubicBezTo>
                    <a:pt x="4538" y="1672"/>
                    <a:pt x="4350" y="1205"/>
                    <a:pt x="4004" y="1205"/>
                  </a:cubicBezTo>
                  <a:cubicBezTo>
                    <a:pt x="3978" y="1205"/>
                    <a:pt x="3950" y="1208"/>
                    <a:pt x="3922" y="1214"/>
                  </a:cubicBezTo>
                  <a:cubicBezTo>
                    <a:pt x="3771" y="1249"/>
                    <a:pt x="3631" y="1295"/>
                    <a:pt x="3491" y="1354"/>
                  </a:cubicBezTo>
                  <a:cubicBezTo>
                    <a:pt x="3503" y="1051"/>
                    <a:pt x="3514" y="736"/>
                    <a:pt x="3491" y="433"/>
                  </a:cubicBezTo>
                  <a:cubicBezTo>
                    <a:pt x="3468" y="146"/>
                    <a:pt x="3244" y="0"/>
                    <a:pt x="302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247" name="Google Shape;3247;p93"/>
            <p:cNvSpPr/>
            <p:nvPr/>
          </p:nvSpPr>
          <p:spPr>
            <a:xfrm>
              <a:off x="6901425" y="2591150"/>
              <a:ext cx="171400" cy="266975"/>
            </a:xfrm>
            <a:custGeom>
              <a:avLst/>
              <a:gdLst/>
              <a:ahLst/>
              <a:cxnLst/>
              <a:rect l="l" t="t" r="r" b="b"/>
              <a:pathLst>
                <a:path w="6856" h="10679" extrusionOk="0">
                  <a:moveTo>
                    <a:pt x="5541" y="0"/>
                  </a:moveTo>
                  <a:cubicBezTo>
                    <a:pt x="5372" y="0"/>
                    <a:pt x="5205" y="91"/>
                    <a:pt x="5140" y="299"/>
                  </a:cubicBezTo>
                  <a:cubicBezTo>
                    <a:pt x="5023" y="649"/>
                    <a:pt x="4872" y="964"/>
                    <a:pt x="4709" y="1290"/>
                  </a:cubicBezTo>
                  <a:cubicBezTo>
                    <a:pt x="4639" y="1022"/>
                    <a:pt x="4580" y="765"/>
                    <a:pt x="4557" y="497"/>
                  </a:cubicBezTo>
                  <a:cubicBezTo>
                    <a:pt x="4533" y="227"/>
                    <a:pt x="4313" y="87"/>
                    <a:pt x="4103" y="87"/>
                  </a:cubicBezTo>
                  <a:cubicBezTo>
                    <a:pt x="3897" y="87"/>
                    <a:pt x="3700" y="221"/>
                    <a:pt x="3706" y="497"/>
                  </a:cubicBezTo>
                  <a:cubicBezTo>
                    <a:pt x="3718" y="870"/>
                    <a:pt x="3718" y="1232"/>
                    <a:pt x="3741" y="1593"/>
                  </a:cubicBezTo>
                  <a:cubicBezTo>
                    <a:pt x="3496" y="1360"/>
                    <a:pt x="3240" y="1127"/>
                    <a:pt x="2995" y="882"/>
                  </a:cubicBezTo>
                  <a:cubicBezTo>
                    <a:pt x="2946" y="836"/>
                    <a:pt x="2890" y="816"/>
                    <a:pt x="2834" y="816"/>
                  </a:cubicBezTo>
                  <a:cubicBezTo>
                    <a:pt x="2665" y="816"/>
                    <a:pt x="2505" y="1001"/>
                    <a:pt x="2611" y="1185"/>
                  </a:cubicBezTo>
                  <a:cubicBezTo>
                    <a:pt x="2984" y="1873"/>
                    <a:pt x="3520" y="2455"/>
                    <a:pt x="4056" y="3026"/>
                  </a:cubicBezTo>
                  <a:cubicBezTo>
                    <a:pt x="4056" y="3026"/>
                    <a:pt x="4056" y="3038"/>
                    <a:pt x="4056" y="3038"/>
                  </a:cubicBezTo>
                  <a:cubicBezTo>
                    <a:pt x="3811" y="4355"/>
                    <a:pt x="3590" y="5614"/>
                    <a:pt x="2937" y="6849"/>
                  </a:cubicBezTo>
                  <a:cubicBezTo>
                    <a:pt x="2319" y="8003"/>
                    <a:pt x="1305" y="9343"/>
                    <a:pt x="210" y="10065"/>
                  </a:cubicBezTo>
                  <a:cubicBezTo>
                    <a:pt x="24" y="10194"/>
                    <a:pt x="0" y="10462"/>
                    <a:pt x="210" y="10578"/>
                  </a:cubicBezTo>
                  <a:cubicBezTo>
                    <a:pt x="327" y="10647"/>
                    <a:pt x="450" y="10678"/>
                    <a:pt x="579" y="10678"/>
                  </a:cubicBezTo>
                  <a:cubicBezTo>
                    <a:pt x="1671" y="10678"/>
                    <a:pt x="3111" y="8423"/>
                    <a:pt x="3496" y="7735"/>
                  </a:cubicBezTo>
                  <a:cubicBezTo>
                    <a:pt x="4196" y="6523"/>
                    <a:pt x="4732" y="5008"/>
                    <a:pt x="4674" y="3562"/>
                  </a:cubicBezTo>
                  <a:cubicBezTo>
                    <a:pt x="4755" y="3562"/>
                    <a:pt x="4837" y="3551"/>
                    <a:pt x="4918" y="3504"/>
                  </a:cubicBezTo>
                  <a:cubicBezTo>
                    <a:pt x="4977" y="3481"/>
                    <a:pt x="5035" y="3434"/>
                    <a:pt x="5093" y="3376"/>
                  </a:cubicBezTo>
                  <a:cubicBezTo>
                    <a:pt x="5466" y="3131"/>
                    <a:pt x="6025" y="3003"/>
                    <a:pt x="6410" y="2805"/>
                  </a:cubicBezTo>
                  <a:cubicBezTo>
                    <a:pt x="6855" y="2572"/>
                    <a:pt x="6571" y="1980"/>
                    <a:pt x="6153" y="1980"/>
                  </a:cubicBezTo>
                  <a:cubicBezTo>
                    <a:pt x="6090" y="1980"/>
                    <a:pt x="6023" y="1993"/>
                    <a:pt x="5956" y="2024"/>
                  </a:cubicBezTo>
                  <a:cubicBezTo>
                    <a:pt x="5804" y="2094"/>
                    <a:pt x="5652" y="2141"/>
                    <a:pt x="5501" y="2187"/>
                  </a:cubicBezTo>
                  <a:cubicBezTo>
                    <a:pt x="5652" y="1640"/>
                    <a:pt x="5816" y="1080"/>
                    <a:pt x="5967" y="532"/>
                  </a:cubicBezTo>
                  <a:cubicBezTo>
                    <a:pt x="6058" y="209"/>
                    <a:pt x="5798" y="0"/>
                    <a:pt x="55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248" name="Google Shape;3248;p93"/>
            <p:cNvSpPr/>
            <p:nvPr/>
          </p:nvSpPr>
          <p:spPr>
            <a:xfrm>
              <a:off x="5875550" y="3399550"/>
              <a:ext cx="49450" cy="9950"/>
            </a:xfrm>
            <a:custGeom>
              <a:avLst/>
              <a:gdLst/>
              <a:ahLst/>
              <a:cxnLst/>
              <a:rect l="l" t="t" r="r" b="b"/>
              <a:pathLst>
                <a:path w="1978" h="398" extrusionOk="0">
                  <a:moveTo>
                    <a:pt x="106" y="0"/>
                  </a:moveTo>
                  <a:cubicBezTo>
                    <a:pt x="24" y="0"/>
                    <a:pt x="1" y="105"/>
                    <a:pt x="59" y="140"/>
                  </a:cubicBezTo>
                  <a:cubicBezTo>
                    <a:pt x="338" y="329"/>
                    <a:pt x="700" y="397"/>
                    <a:pt x="1063" y="397"/>
                  </a:cubicBezTo>
                  <a:cubicBezTo>
                    <a:pt x="1352" y="397"/>
                    <a:pt x="1641" y="354"/>
                    <a:pt x="1889" y="292"/>
                  </a:cubicBezTo>
                  <a:cubicBezTo>
                    <a:pt x="1978" y="270"/>
                    <a:pt x="1939" y="151"/>
                    <a:pt x="1854" y="151"/>
                  </a:cubicBezTo>
                  <a:cubicBezTo>
                    <a:pt x="1850" y="151"/>
                    <a:pt x="1846" y="151"/>
                    <a:pt x="1842" y="152"/>
                  </a:cubicBezTo>
                  <a:cubicBezTo>
                    <a:pt x="1679" y="175"/>
                    <a:pt x="1516" y="187"/>
                    <a:pt x="1353" y="187"/>
                  </a:cubicBezTo>
                  <a:cubicBezTo>
                    <a:pt x="1189" y="187"/>
                    <a:pt x="1026" y="175"/>
                    <a:pt x="863" y="152"/>
                  </a:cubicBezTo>
                  <a:cubicBezTo>
                    <a:pt x="607" y="117"/>
                    <a:pt x="362" y="35"/>
                    <a:pt x="10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249" name="Google Shape;3249;p93"/>
            <p:cNvSpPr/>
            <p:nvPr/>
          </p:nvSpPr>
          <p:spPr>
            <a:xfrm>
              <a:off x="5875275" y="3273100"/>
              <a:ext cx="33325" cy="10325"/>
            </a:xfrm>
            <a:custGeom>
              <a:avLst/>
              <a:gdLst/>
              <a:ahLst/>
              <a:cxnLst/>
              <a:rect l="l" t="t" r="r" b="b"/>
              <a:pathLst>
                <a:path w="1333" h="413" extrusionOk="0">
                  <a:moveTo>
                    <a:pt x="114" y="1"/>
                  </a:moveTo>
                  <a:cubicBezTo>
                    <a:pt x="54" y="1"/>
                    <a:pt x="0" y="83"/>
                    <a:pt x="58" y="140"/>
                  </a:cubicBezTo>
                  <a:cubicBezTo>
                    <a:pt x="250" y="332"/>
                    <a:pt x="517" y="412"/>
                    <a:pt x="785" y="412"/>
                  </a:cubicBezTo>
                  <a:cubicBezTo>
                    <a:pt x="940" y="412"/>
                    <a:pt x="1094" y="386"/>
                    <a:pt x="1235" y="339"/>
                  </a:cubicBezTo>
                  <a:cubicBezTo>
                    <a:pt x="1333" y="306"/>
                    <a:pt x="1310" y="173"/>
                    <a:pt x="1222" y="173"/>
                  </a:cubicBezTo>
                  <a:cubicBezTo>
                    <a:pt x="1215" y="173"/>
                    <a:pt x="1208" y="174"/>
                    <a:pt x="1200" y="175"/>
                  </a:cubicBezTo>
                  <a:cubicBezTo>
                    <a:pt x="1095" y="201"/>
                    <a:pt x="995" y="212"/>
                    <a:pt x="899" y="212"/>
                  </a:cubicBezTo>
                  <a:cubicBezTo>
                    <a:pt x="641" y="212"/>
                    <a:pt x="406" y="131"/>
                    <a:pt x="152" y="12"/>
                  </a:cubicBezTo>
                  <a:cubicBezTo>
                    <a:pt x="139" y="4"/>
                    <a:pt x="127" y="1"/>
                    <a:pt x="11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250" name="Google Shape;3250;p93"/>
            <p:cNvSpPr/>
            <p:nvPr/>
          </p:nvSpPr>
          <p:spPr>
            <a:xfrm>
              <a:off x="5903325" y="3115450"/>
              <a:ext cx="37925" cy="9700"/>
            </a:xfrm>
            <a:custGeom>
              <a:avLst/>
              <a:gdLst/>
              <a:ahLst/>
              <a:cxnLst/>
              <a:rect l="l" t="t" r="r" b="b"/>
              <a:pathLst>
                <a:path w="1517" h="388" extrusionOk="0">
                  <a:moveTo>
                    <a:pt x="89" y="0"/>
                  </a:moveTo>
                  <a:cubicBezTo>
                    <a:pt x="37" y="0"/>
                    <a:pt x="0" y="63"/>
                    <a:pt x="43" y="107"/>
                  </a:cubicBezTo>
                  <a:cubicBezTo>
                    <a:pt x="224" y="314"/>
                    <a:pt x="517" y="387"/>
                    <a:pt x="813" y="387"/>
                  </a:cubicBezTo>
                  <a:cubicBezTo>
                    <a:pt x="1032" y="387"/>
                    <a:pt x="1252" y="348"/>
                    <a:pt x="1430" y="293"/>
                  </a:cubicBezTo>
                  <a:cubicBezTo>
                    <a:pt x="1516" y="272"/>
                    <a:pt x="1483" y="151"/>
                    <a:pt x="1404" y="151"/>
                  </a:cubicBezTo>
                  <a:cubicBezTo>
                    <a:pt x="1398" y="151"/>
                    <a:pt x="1391" y="151"/>
                    <a:pt x="1384" y="153"/>
                  </a:cubicBezTo>
                  <a:cubicBezTo>
                    <a:pt x="1259" y="179"/>
                    <a:pt x="1124" y="195"/>
                    <a:pt x="988" y="195"/>
                  </a:cubicBezTo>
                  <a:cubicBezTo>
                    <a:pt x="882" y="195"/>
                    <a:pt x="775" y="185"/>
                    <a:pt x="673" y="165"/>
                  </a:cubicBezTo>
                  <a:cubicBezTo>
                    <a:pt x="475" y="130"/>
                    <a:pt x="300" y="37"/>
                    <a:pt x="102" y="2"/>
                  </a:cubicBezTo>
                  <a:cubicBezTo>
                    <a:pt x="97" y="1"/>
                    <a:pt x="93" y="0"/>
                    <a:pt x="8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251" name="Google Shape;3251;p93"/>
            <p:cNvSpPr/>
            <p:nvPr/>
          </p:nvSpPr>
          <p:spPr>
            <a:xfrm>
              <a:off x="5835050" y="2620875"/>
              <a:ext cx="1353950" cy="946525"/>
            </a:xfrm>
            <a:custGeom>
              <a:avLst/>
              <a:gdLst/>
              <a:ahLst/>
              <a:cxnLst/>
              <a:rect l="l" t="t" r="r" b="b"/>
              <a:pathLst>
                <a:path w="54158" h="37861" extrusionOk="0">
                  <a:moveTo>
                    <a:pt x="26334" y="12008"/>
                  </a:moveTo>
                  <a:cubicBezTo>
                    <a:pt x="40873" y="12008"/>
                    <a:pt x="39509" y="27581"/>
                    <a:pt x="39509" y="27581"/>
                  </a:cubicBezTo>
                  <a:lnTo>
                    <a:pt x="12646" y="27581"/>
                  </a:lnTo>
                  <a:cubicBezTo>
                    <a:pt x="12646" y="27581"/>
                    <a:pt x="11049" y="12268"/>
                    <a:pt x="25978" y="12011"/>
                  </a:cubicBezTo>
                  <a:cubicBezTo>
                    <a:pt x="26098" y="12009"/>
                    <a:pt x="26217" y="12008"/>
                    <a:pt x="26334" y="12008"/>
                  </a:cubicBezTo>
                  <a:close/>
                  <a:moveTo>
                    <a:pt x="26670" y="0"/>
                  </a:moveTo>
                  <a:cubicBezTo>
                    <a:pt x="16102" y="0"/>
                    <a:pt x="6822" y="8293"/>
                    <a:pt x="4185" y="15181"/>
                  </a:cubicBezTo>
                  <a:cubicBezTo>
                    <a:pt x="1" y="26055"/>
                    <a:pt x="1154" y="33303"/>
                    <a:pt x="1970" y="37860"/>
                  </a:cubicBezTo>
                  <a:lnTo>
                    <a:pt x="50883" y="37581"/>
                  </a:lnTo>
                  <a:cubicBezTo>
                    <a:pt x="50883" y="37581"/>
                    <a:pt x="54158" y="15240"/>
                    <a:pt x="39217" y="4296"/>
                  </a:cubicBezTo>
                  <a:cubicBezTo>
                    <a:pt x="35049" y="1244"/>
                    <a:pt x="30763" y="0"/>
                    <a:pt x="26670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252" name="Google Shape;3252;p93"/>
            <p:cNvSpPr/>
            <p:nvPr/>
          </p:nvSpPr>
          <p:spPr>
            <a:xfrm>
              <a:off x="6107775" y="2951450"/>
              <a:ext cx="224075" cy="358100"/>
            </a:xfrm>
            <a:custGeom>
              <a:avLst/>
              <a:gdLst/>
              <a:ahLst/>
              <a:cxnLst/>
              <a:rect l="l" t="t" r="r" b="b"/>
              <a:pathLst>
                <a:path w="8963" h="14324" extrusionOk="0">
                  <a:moveTo>
                    <a:pt x="8962" y="0"/>
                  </a:moveTo>
                  <a:cubicBezTo>
                    <a:pt x="8088" y="164"/>
                    <a:pt x="7226" y="385"/>
                    <a:pt x="6387" y="700"/>
                  </a:cubicBezTo>
                  <a:cubicBezTo>
                    <a:pt x="4487" y="1411"/>
                    <a:pt x="3182" y="2576"/>
                    <a:pt x="2191" y="4301"/>
                  </a:cubicBezTo>
                  <a:cubicBezTo>
                    <a:pt x="1142" y="6119"/>
                    <a:pt x="315" y="8240"/>
                    <a:pt x="128" y="10349"/>
                  </a:cubicBezTo>
                  <a:cubicBezTo>
                    <a:pt x="0" y="11748"/>
                    <a:pt x="117" y="13519"/>
                    <a:pt x="1387" y="14323"/>
                  </a:cubicBezTo>
                  <a:cubicBezTo>
                    <a:pt x="1492" y="14277"/>
                    <a:pt x="1608" y="14242"/>
                    <a:pt x="1725" y="14218"/>
                  </a:cubicBezTo>
                  <a:cubicBezTo>
                    <a:pt x="1632" y="12937"/>
                    <a:pt x="1189" y="3415"/>
                    <a:pt x="8962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253" name="Google Shape;3253;p93"/>
            <p:cNvSpPr/>
            <p:nvPr/>
          </p:nvSpPr>
          <p:spPr>
            <a:xfrm>
              <a:off x="5869425" y="2620925"/>
              <a:ext cx="1319575" cy="946475"/>
            </a:xfrm>
            <a:custGeom>
              <a:avLst/>
              <a:gdLst/>
              <a:ahLst/>
              <a:cxnLst/>
              <a:rect l="l" t="t" r="r" b="b"/>
              <a:pathLst>
                <a:path w="52783" h="37859" extrusionOk="0">
                  <a:moveTo>
                    <a:pt x="25315" y="1"/>
                  </a:moveTo>
                  <a:cubicBezTo>
                    <a:pt x="24889" y="1"/>
                    <a:pt x="24465" y="14"/>
                    <a:pt x="24044" y="41"/>
                  </a:cubicBezTo>
                  <a:cubicBezTo>
                    <a:pt x="24964" y="297"/>
                    <a:pt x="25885" y="612"/>
                    <a:pt x="26771" y="973"/>
                  </a:cubicBezTo>
                  <a:cubicBezTo>
                    <a:pt x="38821" y="5844"/>
                    <a:pt x="47818" y="18874"/>
                    <a:pt x="47061" y="32031"/>
                  </a:cubicBezTo>
                  <a:cubicBezTo>
                    <a:pt x="47014" y="32847"/>
                    <a:pt x="46420" y="33488"/>
                    <a:pt x="45581" y="33500"/>
                  </a:cubicBezTo>
                  <a:cubicBezTo>
                    <a:pt x="41292" y="33593"/>
                    <a:pt x="36991" y="33628"/>
                    <a:pt x="32703" y="33628"/>
                  </a:cubicBezTo>
                  <a:cubicBezTo>
                    <a:pt x="25209" y="33628"/>
                    <a:pt x="17715" y="33535"/>
                    <a:pt x="10233" y="33511"/>
                  </a:cubicBezTo>
                  <a:cubicBezTo>
                    <a:pt x="10125" y="33511"/>
                    <a:pt x="10016" y="33511"/>
                    <a:pt x="9908" y="33511"/>
                  </a:cubicBezTo>
                  <a:cubicBezTo>
                    <a:pt x="6602" y="33511"/>
                    <a:pt x="3296" y="33680"/>
                    <a:pt x="1" y="33838"/>
                  </a:cubicBezTo>
                  <a:cubicBezTo>
                    <a:pt x="152" y="35364"/>
                    <a:pt x="386" y="36693"/>
                    <a:pt x="595" y="37858"/>
                  </a:cubicBezTo>
                  <a:lnTo>
                    <a:pt x="49508" y="37579"/>
                  </a:lnTo>
                  <a:cubicBezTo>
                    <a:pt x="49508" y="37579"/>
                    <a:pt x="52783" y="15238"/>
                    <a:pt x="37842" y="4294"/>
                  </a:cubicBezTo>
                  <a:cubicBezTo>
                    <a:pt x="33684" y="1244"/>
                    <a:pt x="29402" y="1"/>
                    <a:pt x="25315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254" name="Google Shape;3254;p93"/>
            <p:cNvSpPr/>
            <p:nvPr/>
          </p:nvSpPr>
          <p:spPr>
            <a:xfrm>
              <a:off x="5868925" y="2626575"/>
              <a:ext cx="1213275" cy="919250"/>
            </a:xfrm>
            <a:custGeom>
              <a:avLst/>
              <a:gdLst/>
              <a:ahLst/>
              <a:cxnLst/>
              <a:rect l="l" t="t" r="r" b="b"/>
              <a:pathLst>
                <a:path w="48531" h="36770" extrusionOk="0">
                  <a:moveTo>
                    <a:pt x="24881" y="0"/>
                  </a:moveTo>
                  <a:cubicBezTo>
                    <a:pt x="24795" y="0"/>
                    <a:pt x="24755" y="142"/>
                    <a:pt x="24856" y="164"/>
                  </a:cubicBezTo>
                  <a:cubicBezTo>
                    <a:pt x="31522" y="1877"/>
                    <a:pt x="37536" y="5851"/>
                    <a:pt x="41487" y="11527"/>
                  </a:cubicBezTo>
                  <a:cubicBezTo>
                    <a:pt x="45740" y="17634"/>
                    <a:pt x="47349" y="25360"/>
                    <a:pt x="46043" y="32668"/>
                  </a:cubicBezTo>
                  <a:cubicBezTo>
                    <a:pt x="46043" y="32726"/>
                    <a:pt x="46055" y="32772"/>
                    <a:pt x="46078" y="32807"/>
                  </a:cubicBezTo>
                  <a:cubicBezTo>
                    <a:pt x="46050" y="32779"/>
                    <a:pt x="46021" y="32758"/>
                    <a:pt x="45973" y="32758"/>
                  </a:cubicBezTo>
                  <a:cubicBezTo>
                    <a:pt x="45962" y="32758"/>
                    <a:pt x="45951" y="32759"/>
                    <a:pt x="45939" y="32761"/>
                  </a:cubicBezTo>
                  <a:cubicBezTo>
                    <a:pt x="41054" y="33197"/>
                    <a:pt x="36161" y="33310"/>
                    <a:pt x="31264" y="33310"/>
                  </a:cubicBezTo>
                  <a:cubicBezTo>
                    <a:pt x="28449" y="33310"/>
                    <a:pt x="25633" y="33273"/>
                    <a:pt x="22817" y="33239"/>
                  </a:cubicBezTo>
                  <a:cubicBezTo>
                    <a:pt x="20623" y="33205"/>
                    <a:pt x="18429" y="33179"/>
                    <a:pt x="16236" y="33179"/>
                  </a:cubicBezTo>
                  <a:cubicBezTo>
                    <a:pt x="14642" y="33179"/>
                    <a:pt x="13048" y="33193"/>
                    <a:pt x="11454" y="33227"/>
                  </a:cubicBezTo>
                  <a:cubicBezTo>
                    <a:pt x="7701" y="33309"/>
                    <a:pt x="3820" y="33355"/>
                    <a:pt x="114" y="34008"/>
                  </a:cubicBezTo>
                  <a:cubicBezTo>
                    <a:pt x="1" y="34019"/>
                    <a:pt x="20" y="34206"/>
                    <a:pt x="128" y="34206"/>
                  </a:cubicBezTo>
                  <a:cubicBezTo>
                    <a:pt x="131" y="34206"/>
                    <a:pt x="134" y="34206"/>
                    <a:pt x="137" y="34206"/>
                  </a:cubicBezTo>
                  <a:cubicBezTo>
                    <a:pt x="3913" y="34031"/>
                    <a:pt x="7666" y="33658"/>
                    <a:pt x="11454" y="33588"/>
                  </a:cubicBezTo>
                  <a:cubicBezTo>
                    <a:pt x="12942" y="33557"/>
                    <a:pt x="14431" y="33544"/>
                    <a:pt x="15919" y="33544"/>
                  </a:cubicBezTo>
                  <a:cubicBezTo>
                    <a:pt x="18288" y="33544"/>
                    <a:pt x="20657" y="33576"/>
                    <a:pt x="23026" y="33612"/>
                  </a:cubicBezTo>
                  <a:cubicBezTo>
                    <a:pt x="25976" y="33652"/>
                    <a:pt x="28927" y="33700"/>
                    <a:pt x="31876" y="33700"/>
                  </a:cubicBezTo>
                  <a:cubicBezTo>
                    <a:pt x="36560" y="33700"/>
                    <a:pt x="41241" y="33580"/>
                    <a:pt x="45904" y="33122"/>
                  </a:cubicBezTo>
                  <a:cubicBezTo>
                    <a:pt x="45904" y="33169"/>
                    <a:pt x="45915" y="33204"/>
                    <a:pt x="45939" y="33250"/>
                  </a:cubicBezTo>
                  <a:cubicBezTo>
                    <a:pt x="46859" y="34322"/>
                    <a:pt x="47628" y="35488"/>
                    <a:pt x="48304" y="36712"/>
                  </a:cubicBezTo>
                  <a:cubicBezTo>
                    <a:pt x="48327" y="36753"/>
                    <a:pt x="48360" y="36770"/>
                    <a:pt x="48393" y="36770"/>
                  </a:cubicBezTo>
                  <a:cubicBezTo>
                    <a:pt x="48463" y="36770"/>
                    <a:pt x="48530" y="36694"/>
                    <a:pt x="48491" y="36607"/>
                  </a:cubicBezTo>
                  <a:cubicBezTo>
                    <a:pt x="47873" y="35313"/>
                    <a:pt x="47081" y="34136"/>
                    <a:pt x="46148" y="33041"/>
                  </a:cubicBezTo>
                  <a:cubicBezTo>
                    <a:pt x="46137" y="33017"/>
                    <a:pt x="46113" y="33006"/>
                    <a:pt x="46102" y="32994"/>
                  </a:cubicBezTo>
                  <a:cubicBezTo>
                    <a:pt x="46125" y="32947"/>
                    <a:pt x="46113" y="32877"/>
                    <a:pt x="46090" y="32831"/>
                  </a:cubicBezTo>
                  <a:lnTo>
                    <a:pt x="46090" y="32831"/>
                  </a:lnTo>
                  <a:cubicBezTo>
                    <a:pt x="46133" y="32879"/>
                    <a:pt x="46197" y="32907"/>
                    <a:pt x="46258" y="32907"/>
                  </a:cubicBezTo>
                  <a:cubicBezTo>
                    <a:pt x="46331" y="32907"/>
                    <a:pt x="46397" y="32867"/>
                    <a:pt x="46416" y="32772"/>
                  </a:cubicBezTo>
                  <a:cubicBezTo>
                    <a:pt x="48479" y="21363"/>
                    <a:pt x="43340" y="9616"/>
                    <a:pt x="33480" y="3497"/>
                  </a:cubicBezTo>
                  <a:cubicBezTo>
                    <a:pt x="30835" y="1854"/>
                    <a:pt x="27933" y="677"/>
                    <a:pt x="24891" y="1"/>
                  </a:cubicBezTo>
                  <a:cubicBezTo>
                    <a:pt x="24888" y="1"/>
                    <a:pt x="24884" y="0"/>
                    <a:pt x="2488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255" name="Google Shape;3255;p93"/>
            <p:cNvSpPr/>
            <p:nvPr/>
          </p:nvSpPr>
          <p:spPr>
            <a:xfrm>
              <a:off x="6093500" y="2927150"/>
              <a:ext cx="273600" cy="372250"/>
            </a:xfrm>
            <a:custGeom>
              <a:avLst/>
              <a:gdLst/>
              <a:ahLst/>
              <a:cxnLst/>
              <a:rect l="l" t="t" r="r" b="b"/>
              <a:pathLst>
                <a:path w="10944" h="14890" extrusionOk="0">
                  <a:moveTo>
                    <a:pt x="10603" y="0"/>
                  </a:moveTo>
                  <a:cubicBezTo>
                    <a:pt x="6929" y="0"/>
                    <a:pt x="3599" y="2887"/>
                    <a:pt x="1993" y="5995"/>
                  </a:cubicBezTo>
                  <a:cubicBezTo>
                    <a:pt x="1061" y="7802"/>
                    <a:pt x="548" y="9806"/>
                    <a:pt x="396" y="11834"/>
                  </a:cubicBezTo>
                  <a:cubicBezTo>
                    <a:pt x="328" y="12727"/>
                    <a:pt x="191" y="14890"/>
                    <a:pt x="1577" y="14890"/>
                  </a:cubicBezTo>
                  <a:cubicBezTo>
                    <a:pt x="1603" y="14890"/>
                    <a:pt x="1629" y="14889"/>
                    <a:pt x="1655" y="14887"/>
                  </a:cubicBezTo>
                  <a:cubicBezTo>
                    <a:pt x="1806" y="14876"/>
                    <a:pt x="1865" y="14631"/>
                    <a:pt x="1690" y="14608"/>
                  </a:cubicBezTo>
                  <a:cubicBezTo>
                    <a:pt x="0" y="14305"/>
                    <a:pt x="839" y="10739"/>
                    <a:pt x="1061" y="9713"/>
                  </a:cubicBezTo>
                  <a:cubicBezTo>
                    <a:pt x="1422" y="8012"/>
                    <a:pt x="2074" y="6368"/>
                    <a:pt x="3042" y="4923"/>
                  </a:cubicBezTo>
                  <a:cubicBezTo>
                    <a:pt x="4906" y="2138"/>
                    <a:pt x="7645" y="693"/>
                    <a:pt x="10873" y="133"/>
                  </a:cubicBezTo>
                  <a:cubicBezTo>
                    <a:pt x="10943" y="122"/>
                    <a:pt x="10932" y="5"/>
                    <a:pt x="10862" y="5"/>
                  </a:cubicBezTo>
                  <a:cubicBezTo>
                    <a:pt x="10775" y="2"/>
                    <a:pt x="10689" y="0"/>
                    <a:pt x="1060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256" name="Google Shape;3256;p93"/>
            <p:cNvSpPr/>
            <p:nvPr/>
          </p:nvSpPr>
          <p:spPr>
            <a:xfrm>
              <a:off x="5946300" y="2988250"/>
              <a:ext cx="39075" cy="20850"/>
            </a:xfrm>
            <a:custGeom>
              <a:avLst/>
              <a:gdLst/>
              <a:ahLst/>
              <a:cxnLst/>
              <a:rect l="l" t="t" r="r" b="b"/>
              <a:pathLst>
                <a:path w="1563" h="834" extrusionOk="0">
                  <a:moveTo>
                    <a:pt x="118" y="0"/>
                  </a:moveTo>
                  <a:cubicBezTo>
                    <a:pt x="37" y="0"/>
                    <a:pt x="1" y="132"/>
                    <a:pt x="73" y="183"/>
                  </a:cubicBezTo>
                  <a:cubicBezTo>
                    <a:pt x="480" y="440"/>
                    <a:pt x="958" y="638"/>
                    <a:pt x="1389" y="824"/>
                  </a:cubicBezTo>
                  <a:cubicBezTo>
                    <a:pt x="1404" y="831"/>
                    <a:pt x="1418" y="834"/>
                    <a:pt x="1432" y="834"/>
                  </a:cubicBezTo>
                  <a:cubicBezTo>
                    <a:pt x="1514" y="834"/>
                    <a:pt x="1563" y="725"/>
                    <a:pt x="1483" y="684"/>
                  </a:cubicBezTo>
                  <a:cubicBezTo>
                    <a:pt x="1052" y="440"/>
                    <a:pt x="609" y="172"/>
                    <a:pt x="154" y="9"/>
                  </a:cubicBezTo>
                  <a:cubicBezTo>
                    <a:pt x="141" y="3"/>
                    <a:pt x="129" y="0"/>
                    <a:pt x="118" y="0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257" name="Google Shape;3257;p93"/>
            <p:cNvSpPr/>
            <p:nvPr/>
          </p:nvSpPr>
          <p:spPr>
            <a:xfrm>
              <a:off x="6017775" y="2862525"/>
              <a:ext cx="38175" cy="25975"/>
            </a:xfrm>
            <a:custGeom>
              <a:avLst/>
              <a:gdLst/>
              <a:ahLst/>
              <a:cxnLst/>
              <a:rect l="l" t="t" r="r" b="b"/>
              <a:pathLst>
                <a:path w="1527" h="1039" extrusionOk="0">
                  <a:moveTo>
                    <a:pt x="113" y="1"/>
                  </a:moveTo>
                  <a:cubicBezTo>
                    <a:pt x="38" y="1"/>
                    <a:pt x="1" y="108"/>
                    <a:pt x="69" y="166"/>
                  </a:cubicBezTo>
                  <a:cubicBezTo>
                    <a:pt x="488" y="469"/>
                    <a:pt x="943" y="749"/>
                    <a:pt x="1386" y="1029"/>
                  </a:cubicBezTo>
                  <a:cubicBezTo>
                    <a:pt x="1398" y="1035"/>
                    <a:pt x="1410" y="1039"/>
                    <a:pt x="1421" y="1039"/>
                  </a:cubicBezTo>
                  <a:cubicBezTo>
                    <a:pt x="1485" y="1039"/>
                    <a:pt x="1527" y="940"/>
                    <a:pt x="1467" y="900"/>
                  </a:cubicBezTo>
                  <a:cubicBezTo>
                    <a:pt x="1036" y="597"/>
                    <a:pt x="605" y="283"/>
                    <a:pt x="162" y="15"/>
                  </a:cubicBezTo>
                  <a:cubicBezTo>
                    <a:pt x="145" y="5"/>
                    <a:pt x="128" y="1"/>
                    <a:pt x="113" y="1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258" name="Google Shape;3258;p93"/>
            <p:cNvSpPr/>
            <p:nvPr/>
          </p:nvSpPr>
          <p:spPr>
            <a:xfrm>
              <a:off x="6105500" y="2785975"/>
              <a:ext cx="31775" cy="37200"/>
            </a:xfrm>
            <a:custGeom>
              <a:avLst/>
              <a:gdLst/>
              <a:ahLst/>
              <a:cxnLst/>
              <a:rect l="l" t="t" r="r" b="b"/>
              <a:pathLst>
                <a:path w="1271" h="1488" extrusionOk="0">
                  <a:moveTo>
                    <a:pt x="119" y="0"/>
                  </a:moveTo>
                  <a:cubicBezTo>
                    <a:pt x="62" y="0"/>
                    <a:pt x="1" y="64"/>
                    <a:pt x="33" y="128"/>
                  </a:cubicBezTo>
                  <a:cubicBezTo>
                    <a:pt x="313" y="664"/>
                    <a:pt x="674" y="1119"/>
                    <a:pt x="1152" y="1480"/>
                  </a:cubicBezTo>
                  <a:cubicBezTo>
                    <a:pt x="1160" y="1485"/>
                    <a:pt x="1170" y="1488"/>
                    <a:pt x="1179" y="1488"/>
                  </a:cubicBezTo>
                  <a:cubicBezTo>
                    <a:pt x="1228" y="1488"/>
                    <a:pt x="1271" y="1415"/>
                    <a:pt x="1222" y="1375"/>
                  </a:cubicBezTo>
                  <a:cubicBezTo>
                    <a:pt x="790" y="1002"/>
                    <a:pt x="429" y="559"/>
                    <a:pt x="184" y="47"/>
                  </a:cubicBezTo>
                  <a:cubicBezTo>
                    <a:pt x="170" y="14"/>
                    <a:pt x="145" y="0"/>
                    <a:pt x="119" y="0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259" name="Google Shape;3259;p93"/>
            <p:cNvSpPr/>
            <p:nvPr/>
          </p:nvSpPr>
          <p:spPr>
            <a:xfrm>
              <a:off x="6225650" y="2703850"/>
              <a:ext cx="20925" cy="42700"/>
            </a:xfrm>
            <a:custGeom>
              <a:avLst/>
              <a:gdLst/>
              <a:ahLst/>
              <a:cxnLst/>
              <a:rect l="l" t="t" r="r" b="b"/>
              <a:pathLst>
                <a:path w="837" h="1708" extrusionOk="0">
                  <a:moveTo>
                    <a:pt x="112" y="1"/>
                  </a:moveTo>
                  <a:cubicBezTo>
                    <a:pt x="56" y="1"/>
                    <a:pt x="1" y="46"/>
                    <a:pt x="28" y="115"/>
                  </a:cubicBezTo>
                  <a:cubicBezTo>
                    <a:pt x="238" y="639"/>
                    <a:pt x="460" y="1152"/>
                    <a:pt x="681" y="1677"/>
                  </a:cubicBezTo>
                  <a:cubicBezTo>
                    <a:pt x="692" y="1699"/>
                    <a:pt x="712" y="1708"/>
                    <a:pt x="734" y="1708"/>
                  </a:cubicBezTo>
                  <a:cubicBezTo>
                    <a:pt x="781" y="1708"/>
                    <a:pt x="837" y="1663"/>
                    <a:pt x="821" y="1607"/>
                  </a:cubicBezTo>
                  <a:cubicBezTo>
                    <a:pt x="623" y="1094"/>
                    <a:pt x="413" y="581"/>
                    <a:pt x="203" y="68"/>
                  </a:cubicBezTo>
                  <a:cubicBezTo>
                    <a:pt x="189" y="21"/>
                    <a:pt x="150" y="1"/>
                    <a:pt x="112" y="1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260" name="Google Shape;3260;p93"/>
            <p:cNvSpPr/>
            <p:nvPr/>
          </p:nvSpPr>
          <p:spPr>
            <a:xfrm>
              <a:off x="6360650" y="2649175"/>
              <a:ext cx="11750" cy="53450"/>
            </a:xfrm>
            <a:custGeom>
              <a:avLst/>
              <a:gdLst/>
              <a:ahLst/>
              <a:cxnLst/>
              <a:rect l="l" t="t" r="r" b="b"/>
              <a:pathLst>
                <a:path w="470" h="2138" extrusionOk="0">
                  <a:moveTo>
                    <a:pt x="173" y="1"/>
                  </a:moveTo>
                  <a:cubicBezTo>
                    <a:pt x="127" y="1"/>
                    <a:pt x="81" y="31"/>
                    <a:pt x="71" y="99"/>
                  </a:cubicBezTo>
                  <a:cubicBezTo>
                    <a:pt x="1" y="787"/>
                    <a:pt x="71" y="1440"/>
                    <a:pt x="304" y="2092"/>
                  </a:cubicBezTo>
                  <a:cubicBezTo>
                    <a:pt x="318" y="2124"/>
                    <a:pt x="347" y="2138"/>
                    <a:pt x="376" y="2138"/>
                  </a:cubicBezTo>
                  <a:cubicBezTo>
                    <a:pt x="423" y="2138"/>
                    <a:pt x="470" y="2103"/>
                    <a:pt x="455" y="2046"/>
                  </a:cubicBezTo>
                  <a:cubicBezTo>
                    <a:pt x="246" y="1428"/>
                    <a:pt x="176" y="775"/>
                    <a:pt x="269" y="123"/>
                  </a:cubicBezTo>
                  <a:cubicBezTo>
                    <a:pt x="282" y="46"/>
                    <a:pt x="228" y="1"/>
                    <a:pt x="173" y="1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261" name="Google Shape;3261;p93"/>
            <p:cNvSpPr/>
            <p:nvPr/>
          </p:nvSpPr>
          <p:spPr>
            <a:xfrm>
              <a:off x="6515525" y="2643825"/>
              <a:ext cx="12700" cy="58825"/>
            </a:xfrm>
            <a:custGeom>
              <a:avLst/>
              <a:gdLst/>
              <a:ahLst/>
              <a:cxnLst/>
              <a:rect l="l" t="t" r="r" b="b"/>
              <a:pathLst>
                <a:path w="508" h="2353" extrusionOk="0">
                  <a:moveTo>
                    <a:pt x="432" y="1"/>
                  </a:moveTo>
                  <a:cubicBezTo>
                    <a:pt x="409" y="1"/>
                    <a:pt x="388" y="11"/>
                    <a:pt x="379" y="34"/>
                  </a:cubicBezTo>
                  <a:cubicBezTo>
                    <a:pt x="76" y="698"/>
                    <a:pt x="29" y="1560"/>
                    <a:pt x="6" y="2283"/>
                  </a:cubicBezTo>
                  <a:cubicBezTo>
                    <a:pt x="0" y="2330"/>
                    <a:pt x="35" y="2353"/>
                    <a:pt x="73" y="2353"/>
                  </a:cubicBezTo>
                  <a:cubicBezTo>
                    <a:pt x="111" y="2353"/>
                    <a:pt x="152" y="2330"/>
                    <a:pt x="157" y="2283"/>
                  </a:cubicBezTo>
                  <a:cubicBezTo>
                    <a:pt x="227" y="1537"/>
                    <a:pt x="449" y="803"/>
                    <a:pt x="507" y="69"/>
                  </a:cubicBezTo>
                  <a:cubicBezTo>
                    <a:pt x="507" y="26"/>
                    <a:pt x="468" y="1"/>
                    <a:pt x="432" y="1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262" name="Google Shape;3262;p93"/>
            <p:cNvSpPr/>
            <p:nvPr/>
          </p:nvSpPr>
          <p:spPr>
            <a:xfrm>
              <a:off x="6645800" y="2703625"/>
              <a:ext cx="21875" cy="42125"/>
            </a:xfrm>
            <a:custGeom>
              <a:avLst/>
              <a:gdLst/>
              <a:ahLst/>
              <a:cxnLst/>
              <a:rect l="l" t="t" r="r" b="b"/>
              <a:pathLst>
                <a:path w="875" h="1685" extrusionOk="0">
                  <a:moveTo>
                    <a:pt x="751" y="1"/>
                  </a:moveTo>
                  <a:cubicBezTo>
                    <a:pt x="723" y="1"/>
                    <a:pt x="696" y="16"/>
                    <a:pt x="680" y="54"/>
                  </a:cubicBezTo>
                  <a:cubicBezTo>
                    <a:pt x="459" y="567"/>
                    <a:pt x="226" y="1080"/>
                    <a:pt x="16" y="1592"/>
                  </a:cubicBezTo>
                  <a:cubicBezTo>
                    <a:pt x="1" y="1646"/>
                    <a:pt x="46" y="1685"/>
                    <a:pt x="89" y="1685"/>
                  </a:cubicBezTo>
                  <a:cubicBezTo>
                    <a:pt x="111" y="1685"/>
                    <a:pt x="132" y="1675"/>
                    <a:pt x="144" y="1651"/>
                  </a:cubicBezTo>
                  <a:cubicBezTo>
                    <a:pt x="389" y="1150"/>
                    <a:pt x="610" y="648"/>
                    <a:pt x="844" y="147"/>
                  </a:cubicBezTo>
                  <a:cubicBezTo>
                    <a:pt x="875" y="69"/>
                    <a:pt x="811" y="1"/>
                    <a:pt x="751" y="1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263" name="Google Shape;3263;p93"/>
            <p:cNvSpPr/>
            <p:nvPr/>
          </p:nvSpPr>
          <p:spPr>
            <a:xfrm>
              <a:off x="6750775" y="2797175"/>
              <a:ext cx="31725" cy="36225"/>
            </a:xfrm>
            <a:custGeom>
              <a:avLst/>
              <a:gdLst/>
              <a:ahLst/>
              <a:cxnLst/>
              <a:rect l="l" t="t" r="r" b="b"/>
              <a:pathLst>
                <a:path w="1269" h="1449" extrusionOk="0">
                  <a:moveTo>
                    <a:pt x="1170" y="0"/>
                  </a:moveTo>
                  <a:cubicBezTo>
                    <a:pt x="1153" y="0"/>
                    <a:pt x="1135" y="9"/>
                    <a:pt x="1120" y="30"/>
                  </a:cubicBezTo>
                  <a:cubicBezTo>
                    <a:pt x="758" y="461"/>
                    <a:pt x="397" y="904"/>
                    <a:pt x="36" y="1347"/>
                  </a:cubicBezTo>
                  <a:cubicBezTo>
                    <a:pt x="1" y="1391"/>
                    <a:pt x="39" y="1448"/>
                    <a:pt x="80" y="1448"/>
                  </a:cubicBezTo>
                  <a:cubicBezTo>
                    <a:pt x="93" y="1448"/>
                    <a:pt x="106" y="1442"/>
                    <a:pt x="118" y="1428"/>
                  </a:cubicBezTo>
                  <a:cubicBezTo>
                    <a:pt x="490" y="997"/>
                    <a:pt x="863" y="566"/>
                    <a:pt x="1225" y="135"/>
                  </a:cubicBezTo>
                  <a:cubicBezTo>
                    <a:pt x="1268" y="74"/>
                    <a:pt x="1221" y="0"/>
                    <a:pt x="1170" y="0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264" name="Google Shape;3264;p93"/>
            <p:cNvSpPr/>
            <p:nvPr/>
          </p:nvSpPr>
          <p:spPr>
            <a:xfrm>
              <a:off x="6848675" y="2911350"/>
              <a:ext cx="37100" cy="25825"/>
            </a:xfrm>
            <a:custGeom>
              <a:avLst/>
              <a:gdLst/>
              <a:ahLst/>
              <a:cxnLst/>
              <a:rect l="l" t="t" r="r" b="b"/>
              <a:pathLst>
                <a:path w="1484" h="1033" extrusionOk="0">
                  <a:moveTo>
                    <a:pt x="1380" y="0"/>
                  </a:moveTo>
                  <a:cubicBezTo>
                    <a:pt x="1371" y="0"/>
                    <a:pt x="1362" y="3"/>
                    <a:pt x="1353" y="8"/>
                  </a:cubicBezTo>
                  <a:cubicBezTo>
                    <a:pt x="898" y="276"/>
                    <a:pt x="479" y="602"/>
                    <a:pt x="59" y="905"/>
                  </a:cubicBezTo>
                  <a:cubicBezTo>
                    <a:pt x="0" y="944"/>
                    <a:pt x="32" y="1033"/>
                    <a:pt x="85" y="1033"/>
                  </a:cubicBezTo>
                  <a:cubicBezTo>
                    <a:pt x="95" y="1033"/>
                    <a:pt x="106" y="1029"/>
                    <a:pt x="117" y="1022"/>
                  </a:cubicBezTo>
                  <a:cubicBezTo>
                    <a:pt x="560" y="719"/>
                    <a:pt x="1015" y="439"/>
                    <a:pt x="1434" y="113"/>
                  </a:cubicBezTo>
                  <a:cubicBezTo>
                    <a:pt x="1484" y="73"/>
                    <a:pt x="1433" y="0"/>
                    <a:pt x="1380" y="0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265" name="Google Shape;3265;p93"/>
            <p:cNvSpPr/>
            <p:nvPr/>
          </p:nvSpPr>
          <p:spPr>
            <a:xfrm>
              <a:off x="6919800" y="3037875"/>
              <a:ext cx="47900" cy="25725"/>
            </a:xfrm>
            <a:custGeom>
              <a:avLst/>
              <a:gdLst/>
              <a:ahLst/>
              <a:cxnLst/>
              <a:rect l="l" t="t" r="r" b="b"/>
              <a:pathLst>
                <a:path w="1916" h="1029" extrusionOk="0">
                  <a:moveTo>
                    <a:pt x="1841" y="0"/>
                  </a:moveTo>
                  <a:cubicBezTo>
                    <a:pt x="1833" y="0"/>
                    <a:pt x="1826" y="2"/>
                    <a:pt x="1817" y="5"/>
                  </a:cubicBezTo>
                  <a:cubicBezTo>
                    <a:pt x="1526" y="75"/>
                    <a:pt x="1258" y="261"/>
                    <a:pt x="990" y="413"/>
                  </a:cubicBezTo>
                  <a:cubicBezTo>
                    <a:pt x="687" y="576"/>
                    <a:pt x="372" y="739"/>
                    <a:pt x="69" y="902"/>
                  </a:cubicBezTo>
                  <a:cubicBezTo>
                    <a:pt x="0" y="932"/>
                    <a:pt x="40" y="1029"/>
                    <a:pt x="104" y="1029"/>
                  </a:cubicBezTo>
                  <a:cubicBezTo>
                    <a:pt x="115" y="1029"/>
                    <a:pt x="127" y="1026"/>
                    <a:pt x="139" y="1019"/>
                  </a:cubicBezTo>
                  <a:cubicBezTo>
                    <a:pt x="454" y="855"/>
                    <a:pt x="757" y="704"/>
                    <a:pt x="1072" y="541"/>
                  </a:cubicBezTo>
                  <a:cubicBezTo>
                    <a:pt x="1340" y="401"/>
                    <a:pt x="1643" y="284"/>
                    <a:pt x="1876" y="86"/>
                  </a:cubicBezTo>
                  <a:cubicBezTo>
                    <a:pt x="1916" y="56"/>
                    <a:pt x="1887" y="0"/>
                    <a:pt x="1841" y="0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266" name="Google Shape;3266;p93"/>
            <p:cNvSpPr/>
            <p:nvPr/>
          </p:nvSpPr>
          <p:spPr>
            <a:xfrm>
              <a:off x="6963000" y="3141100"/>
              <a:ext cx="44400" cy="10550"/>
            </a:xfrm>
            <a:custGeom>
              <a:avLst/>
              <a:gdLst/>
              <a:ahLst/>
              <a:cxnLst/>
              <a:rect l="l" t="t" r="r" b="b"/>
              <a:pathLst>
                <a:path w="1776" h="422" extrusionOk="0">
                  <a:moveTo>
                    <a:pt x="1638" y="1"/>
                  </a:moveTo>
                  <a:cubicBezTo>
                    <a:pt x="1635" y="1"/>
                    <a:pt x="1631" y="1"/>
                    <a:pt x="1628" y="1"/>
                  </a:cubicBezTo>
                  <a:cubicBezTo>
                    <a:pt x="1115" y="83"/>
                    <a:pt x="602" y="176"/>
                    <a:pt x="101" y="269"/>
                  </a:cubicBezTo>
                  <a:cubicBezTo>
                    <a:pt x="0" y="281"/>
                    <a:pt x="40" y="421"/>
                    <a:pt x="136" y="421"/>
                  </a:cubicBezTo>
                  <a:cubicBezTo>
                    <a:pt x="140" y="421"/>
                    <a:pt x="144" y="421"/>
                    <a:pt x="148" y="421"/>
                  </a:cubicBezTo>
                  <a:cubicBezTo>
                    <a:pt x="649" y="339"/>
                    <a:pt x="1162" y="269"/>
                    <a:pt x="1674" y="176"/>
                  </a:cubicBezTo>
                  <a:cubicBezTo>
                    <a:pt x="1776" y="165"/>
                    <a:pt x="1736" y="1"/>
                    <a:pt x="1638" y="1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267" name="Google Shape;3267;p93"/>
            <p:cNvSpPr/>
            <p:nvPr/>
          </p:nvSpPr>
          <p:spPr>
            <a:xfrm>
              <a:off x="6985625" y="3266250"/>
              <a:ext cx="41975" cy="5500"/>
            </a:xfrm>
            <a:custGeom>
              <a:avLst/>
              <a:gdLst/>
              <a:ahLst/>
              <a:cxnLst/>
              <a:rect l="l" t="t" r="r" b="b"/>
              <a:pathLst>
                <a:path w="1679" h="220" extrusionOk="0">
                  <a:moveTo>
                    <a:pt x="1051" y="0"/>
                  </a:moveTo>
                  <a:cubicBezTo>
                    <a:pt x="723" y="0"/>
                    <a:pt x="385" y="34"/>
                    <a:pt x="82" y="42"/>
                  </a:cubicBezTo>
                  <a:cubicBezTo>
                    <a:pt x="0" y="42"/>
                    <a:pt x="0" y="181"/>
                    <a:pt x="82" y="181"/>
                  </a:cubicBezTo>
                  <a:cubicBezTo>
                    <a:pt x="395" y="181"/>
                    <a:pt x="747" y="220"/>
                    <a:pt x="1084" y="220"/>
                  </a:cubicBezTo>
                  <a:cubicBezTo>
                    <a:pt x="1274" y="220"/>
                    <a:pt x="1460" y="207"/>
                    <a:pt x="1632" y="170"/>
                  </a:cubicBezTo>
                  <a:cubicBezTo>
                    <a:pt x="1678" y="146"/>
                    <a:pt x="1678" y="65"/>
                    <a:pt x="1632" y="53"/>
                  </a:cubicBezTo>
                  <a:cubicBezTo>
                    <a:pt x="1450" y="13"/>
                    <a:pt x="1252" y="0"/>
                    <a:pt x="1051" y="0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268" name="Google Shape;3268;p93"/>
            <p:cNvSpPr/>
            <p:nvPr/>
          </p:nvSpPr>
          <p:spPr>
            <a:xfrm>
              <a:off x="6985725" y="3360500"/>
              <a:ext cx="31375" cy="9375"/>
            </a:xfrm>
            <a:custGeom>
              <a:avLst/>
              <a:gdLst/>
              <a:ahLst/>
              <a:cxnLst/>
              <a:rect l="l" t="t" r="r" b="b"/>
              <a:pathLst>
                <a:path w="1255" h="375" extrusionOk="0">
                  <a:moveTo>
                    <a:pt x="1173" y="1"/>
                  </a:moveTo>
                  <a:cubicBezTo>
                    <a:pt x="812" y="1"/>
                    <a:pt x="416" y="164"/>
                    <a:pt x="78" y="246"/>
                  </a:cubicBezTo>
                  <a:cubicBezTo>
                    <a:pt x="0" y="268"/>
                    <a:pt x="28" y="375"/>
                    <a:pt x="91" y="375"/>
                  </a:cubicBezTo>
                  <a:cubicBezTo>
                    <a:pt x="95" y="375"/>
                    <a:pt x="98" y="374"/>
                    <a:pt x="101" y="374"/>
                  </a:cubicBezTo>
                  <a:cubicBezTo>
                    <a:pt x="462" y="304"/>
                    <a:pt x="882" y="269"/>
                    <a:pt x="1208" y="117"/>
                  </a:cubicBezTo>
                  <a:cubicBezTo>
                    <a:pt x="1255" y="82"/>
                    <a:pt x="1232" y="1"/>
                    <a:pt x="11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269" name="Google Shape;3269;p93"/>
            <p:cNvSpPr/>
            <p:nvPr/>
          </p:nvSpPr>
          <p:spPr>
            <a:xfrm>
              <a:off x="6319000" y="2840150"/>
              <a:ext cx="62950" cy="25950"/>
            </a:xfrm>
            <a:custGeom>
              <a:avLst/>
              <a:gdLst/>
              <a:ahLst/>
              <a:cxnLst/>
              <a:rect l="l" t="t" r="r" b="b"/>
              <a:pathLst>
                <a:path w="2518" h="1038" extrusionOk="0">
                  <a:moveTo>
                    <a:pt x="1259" y="1"/>
                  </a:moveTo>
                  <a:cubicBezTo>
                    <a:pt x="560" y="1"/>
                    <a:pt x="0" y="234"/>
                    <a:pt x="0" y="525"/>
                  </a:cubicBezTo>
                  <a:cubicBezTo>
                    <a:pt x="0" y="805"/>
                    <a:pt x="560" y="1038"/>
                    <a:pt x="1259" y="1038"/>
                  </a:cubicBezTo>
                  <a:cubicBezTo>
                    <a:pt x="1958" y="1038"/>
                    <a:pt x="2518" y="805"/>
                    <a:pt x="2518" y="525"/>
                  </a:cubicBezTo>
                  <a:cubicBezTo>
                    <a:pt x="2518" y="234"/>
                    <a:pt x="1958" y="1"/>
                    <a:pt x="1259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270" name="Google Shape;3270;p93"/>
            <p:cNvSpPr/>
            <p:nvPr/>
          </p:nvSpPr>
          <p:spPr>
            <a:xfrm>
              <a:off x="6424175" y="2798700"/>
              <a:ext cx="66175" cy="67450"/>
            </a:xfrm>
            <a:custGeom>
              <a:avLst/>
              <a:gdLst/>
              <a:ahLst/>
              <a:cxnLst/>
              <a:rect l="l" t="t" r="r" b="b"/>
              <a:pathLst>
                <a:path w="2647" h="2698" extrusionOk="0">
                  <a:moveTo>
                    <a:pt x="535" y="1"/>
                  </a:moveTo>
                  <a:cubicBezTo>
                    <a:pt x="490" y="1"/>
                    <a:pt x="443" y="33"/>
                    <a:pt x="432" y="97"/>
                  </a:cubicBezTo>
                  <a:cubicBezTo>
                    <a:pt x="339" y="878"/>
                    <a:pt x="1" y="2638"/>
                    <a:pt x="1283" y="2696"/>
                  </a:cubicBezTo>
                  <a:cubicBezTo>
                    <a:pt x="1299" y="2697"/>
                    <a:pt x="1315" y="2697"/>
                    <a:pt x="1331" y="2697"/>
                  </a:cubicBezTo>
                  <a:cubicBezTo>
                    <a:pt x="1755" y="2697"/>
                    <a:pt x="2141" y="2403"/>
                    <a:pt x="2343" y="2043"/>
                  </a:cubicBezTo>
                  <a:cubicBezTo>
                    <a:pt x="2646" y="1484"/>
                    <a:pt x="2530" y="808"/>
                    <a:pt x="2425" y="213"/>
                  </a:cubicBezTo>
                  <a:cubicBezTo>
                    <a:pt x="2410" y="137"/>
                    <a:pt x="2355" y="104"/>
                    <a:pt x="2297" y="104"/>
                  </a:cubicBezTo>
                  <a:cubicBezTo>
                    <a:pt x="2213" y="104"/>
                    <a:pt x="2124" y="173"/>
                    <a:pt x="2145" y="283"/>
                  </a:cubicBezTo>
                  <a:cubicBezTo>
                    <a:pt x="2227" y="750"/>
                    <a:pt x="2331" y="1286"/>
                    <a:pt x="2157" y="1752"/>
                  </a:cubicBezTo>
                  <a:cubicBezTo>
                    <a:pt x="2022" y="2092"/>
                    <a:pt x="1696" y="2405"/>
                    <a:pt x="1340" y="2405"/>
                  </a:cubicBezTo>
                  <a:cubicBezTo>
                    <a:pt x="1233" y="2405"/>
                    <a:pt x="1123" y="2376"/>
                    <a:pt x="1014" y="2311"/>
                  </a:cubicBezTo>
                  <a:cubicBezTo>
                    <a:pt x="269" y="1880"/>
                    <a:pt x="677" y="773"/>
                    <a:pt x="630" y="97"/>
                  </a:cubicBezTo>
                  <a:cubicBezTo>
                    <a:pt x="624" y="33"/>
                    <a:pt x="580" y="1"/>
                    <a:pt x="53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271" name="Google Shape;3271;p93"/>
            <p:cNvSpPr/>
            <p:nvPr/>
          </p:nvSpPr>
          <p:spPr>
            <a:xfrm>
              <a:off x="6326175" y="2736125"/>
              <a:ext cx="92500" cy="78600"/>
            </a:xfrm>
            <a:custGeom>
              <a:avLst/>
              <a:gdLst/>
              <a:ahLst/>
              <a:cxnLst/>
              <a:rect l="l" t="t" r="r" b="b"/>
              <a:pathLst>
                <a:path w="3700" h="3144" extrusionOk="0">
                  <a:moveTo>
                    <a:pt x="1564" y="1"/>
                  </a:moveTo>
                  <a:cubicBezTo>
                    <a:pt x="79" y="1"/>
                    <a:pt x="1" y="1893"/>
                    <a:pt x="168" y="3008"/>
                  </a:cubicBezTo>
                  <a:cubicBezTo>
                    <a:pt x="183" y="3101"/>
                    <a:pt x="266" y="3144"/>
                    <a:pt x="350" y="3144"/>
                  </a:cubicBezTo>
                  <a:cubicBezTo>
                    <a:pt x="454" y="3144"/>
                    <a:pt x="560" y="3078"/>
                    <a:pt x="541" y="2961"/>
                  </a:cubicBezTo>
                  <a:cubicBezTo>
                    <a:pt x="432" y="2077"/>
                    <a:pt x="343" y="385"/>
                    <a:pt x="1568" y="385"/>
                  </a:cubicBezTo>
                  <a:cubicBezTo>
                    <a:pt x="1650" y="385"/>
                    <a:pt x="1739" y="393"/>
                    <a:pt x="1834" y="409"/>
                  </a:cubicBezTo>
                  <a:cubicBezTo>
                    <a:pt x="3151" y="642"/>
                    <a:pt x="3233" y="2006"/>
                    <a:pt x="3338" y="3078"/>
                  </a:cubicBezTo>
                  <a:cubicBezTo>
                    <a:pt x="3338" y="3089"/>
                    <a:pt x="3347" y="3095"/>
                    <a:pt x="3357" y="3095"/>
                  </a:cubicBezTo>
                  <a:cubicBezTo>
                    <a:pt x="3367" y="3095"/>
                    <a:pt x="3379" y="3089"/>
                    <a:pt x="3384" y="3078"/>
                  </a:cubicBezTo>
                  <a:cubicBezTo>
                    <a:pt x="3699" y="1877"/>
                    <a:pt x="3210" y="164"/>
                    <a:pt x="1776" y="13"/>
                  </a:cubicBezTo>
                  <a:cubicBezTo>
                    <a:pt x="1702" y="5"/>
                    <a:pt x="1632" y="1"/>
                    <a:pt x="15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272" name="Google Shape;3272;p93"/>
            <p:cNvSpPr/>
            <p:nvPr/>
          </p:nvSpPr>
          <p:spPr>
            <a:xfrm>
              <a:off x="6537800" y="2840150"/>
              <a:ext cx="63250" cy="25950"/>
            </a:xfrm>
            <a:custGeom>
              <a:avLst/>
              <a:gdLst/>
              <a:ahLst/>
              <a:cxnLst/>
              <a:rect l="l" t="t" r="r" b="b"/>
              <a:pathLst>
                <a:path w="2530" h="1038" extrusionOk="0">
                  <a:moveTo>
                    <a:pt x="1271" y="1"/>
                  </a:moveTo>
                  <a:cubicBezTo>
                    <a:pt x="572" y="1"/>
                    <a:pt x="1" y="234"/>
                    <a:pt x="1" y="525"/>
                  </a:cubicBezTo>
                  <a:cubicBezTo>
                    <a:pt x="1" y="805"/>
                    <a:pt x="572" y="1038"/>
                    <a:pt x="1271" y="1038"/>
                  </a:cubicBezTo>
                  <a:cubicBezTo>
                    <a:pt x="1959" y="1038"/>
                    <a:pt x="2530" y="805"/>
                    <a:pt x="2530" y="525"/>
                  </a:cubicBezTo>
                  <a:cubicBezTo>
                    <a:pt x="2530" y="234"/>
                    <a:pt x="1959" y="1"/>
                    <a:pt x="127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273" name="Google Shape;3273;p93"/>
            <p:cNvSpPr/>
            <p:nvPr/>
          </p:nvSpPr>
          <p:spPr>
            <a:xfrm>
              <a:off x="6501100" y="2736125"/>
              <a:ext cx="92475" cy="78600"/>
            </a:xfrm>
            <a:custGeom>
              <a:avLst/>
              <a:gdLst/>
              <a:ahLst/>
              <a:cxnLst/>
              <a:rect l="l" t="t" r="r" b="b"/>
              <a:pathLst>
                <a:path w="3699" h="3144" extrusionOk="0">
                  <a:moveTo>
                    <a:pt x="2135" y="1"/>
                  </a:moveTo>
                  <a:cubicBezTo>
                    <a:pt x="2068" y="1"/>
                    <a:pt x="1997" y="5"/>
                    <a:pt x="1923" y="13"/>
                  </a:cubicBezTo>
                  <a:cubicBezTo>
                    <a:pt x="490" y="164"/>
                    <a:pt x="0" y="1877"/>
                    <a:pt x="315" y="3078"/>
                  </a:cubicBezTo>
                  <a:cubicBezTo>
                    <a:pt x="321" y="3089"/>
                    <a:pt x="332" y="3095"/>
                    <a:pt x="343" y="3095"/>
                  </a:cubicBezTo>
                  <a:cubicBezTo>
                    <a:pt x="353" y="3095"/>
                    <a:pt x="362" y="3089"/>
                    <a:pt x="362" y="3078"/>
                  </a:cubicBezTo>
                  <a:cubicBezTo>
                    <a:pt x="478" y="2006"/>
                    <a:pt x="548" y="642"/>
                    <a:pt x="1865" y="409"/>
                  </a:cubicBezTo>
                  <a:cubicBezTo>
                    <a:pt x="1960" y="393"/>
                    <a:pt x="2049" y="385"/>
                    <a:pt x="2132" y="385"/>
                  </a:cubicBezTo>
                  <a:cubicBezTo>
                    <a:pt x="3358" y="385"/>
                    <a:pt x="3279" y="2077"/>
                    <a:pt x="3159" y="2961"/>
                  </a:cubicBezTo>
                  <a:cubicBezTo>
                    <a:pt x="3146" y="3078"/>
                    <a:pt x="3251" y="3144"/>
                    <a:pt x="3354" y="3144"/>
                  </a:cubicBezTo>
                  <a:cubicBezTo>
                    <a:pt x="3436" y="3144"/>
                    <a:pt x="3516" y="3101"/>
                    <a:pt x="3532" y="3008"/>
                  </a:cubicBezTo>
                  <a:cubicBezTo>
                    <a:pt x="3699" y="1893"/>
                    <a:pt x="3621" y="1"/>
                    <a:pt x="213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274" name="Google Shape;3274;p93"/>
            <p:cNvSpPr/>
            <p:nvPr/>
          </p:nvSpPr>
          <p:spPr>
            <a:xfrm>
              <a:off x="7085550" y="2961450"/>
              <a:ext cx="125900" cy="506125"/>
            </a:xfrm>
            <a:custGeom>
              <a:avLst/>
              <a:gdLst/>
              <a:ahLst/>
              <a:cxnLst/>
              <a:rect l="l" t="t" r="r" b="b"/>
              <a:pathLst>
                <a:path w="5036" h="20245" extrusionOk="0">
                  <a:moveTo>
                    <a:pt x="72" y="0"/>
                  </a:moveTo>
                  <a:cubicBezTo>
                    <a:pt x="36" y="0"/>
                    <a:pt x="0" y="42"/>
                    <a:pt x="24" y="90"/>
                  </a:cubicBezTo>
                  <a:cubicBezTo>
                    <a:pt x="1422" y="3225"/>
                    <a:pt x="2483" y="6500"/>
                    <a:pt x="3136" y="9879"/>
                  </a:cubicBezTo>
                  <a:cubicBezTo>
                    <a:pt x="3788" y="13306"/>
                    <a:pt x="3777" y="16639"/>
                    <a:pt x="3893" y="20100"/>
                  </a:cubicBezTo>
                  <a:cubicBezTo>
                    <a:pt x="3899" y="20198"/>
                    <a:pt x="3967" y="20244"/>
                    <a:pt x="4037" y="20244"/>
                  </a:cubicBezTo>
                  <a:cubicBezTo>
                    <a:pt x="4109" y="20244"/>
                    <a:pt x="4184" y="20195"/>
                    <a:pt x="4196" y="20100"/>
                  </a:cubicBezTo>
                  <a:cubicBezTo>
                    <a:pt x="5035" y="13364"/>
                    <a:pt x="3031" y="6034"/>
                    <a:pt x="117" y="32"/>
                  </a:cubicBezTo>
                  <a:cubicBezTo>
                    <a:pt x="106" y="9"/>
                    <a:pt x="89" y="0"/>
                    <a:pt x="7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275" name="Google Shape;3275;p93"/>
            <p:cNvSpPr/>
            <p:nvPr/>
          </p:nvSpPr>
          <p:spPr>
            <a:xfrm>
              <a:off x="5806500" y="3037875"/>
              <a:ext cx="55875" cy="243700"/>
            </a:xfrm>
            <a:custGeom>
              <a:avLst/>
              <a:gdLst/>
              <a:ahLst/>
              <a:cxnLst/>
              <a:rect l="l" t="t" r="r" b="b"/>
              <a:pathLst>
                <a:path w="2235" h="9748" extrusionOk="0">
                  <a:moveTo>
                    <a:pt x="2056" y="1"/>
                  </a:moveTo>
                  <a:cubicBezTo>
                    <a:pt x="1998" y="1"/>
                    <a:pt x="1939" y="30"/>
                    <a:pt x="1912" y="98"/>
                  </a:cubicBezTo>
                  <a:cubicBezTo>
                    <a:pt x="653" y="3151"/>
                    <a:pt x="1" y="6368"/>
                    <a:pt x="175" y="9678"/>
                  </a:cubicBezTo>
                  <a:cubicBezTo>
                    <a:pt x="181" y="9724"/>
                    <a:pt x="219" y="9748"/>
                    <a:pt x="256" y="9748"/>
                  </a:cubicBezTo>
                  <a:cubicBezTo>
                    <a:pt x="292" y="9748"/>
                    <a:pt x="327" y="9724"/>
                    <a:pt x="327" y="9678"/>
                  </a:cubicBezTo>
                  <a:cubicBezTo>
                    <a:pt x="385" y="6368"/>
                    <a:pt x="933" y="3233"/>
                    <a:pt x="2192" y="180"/>
                  </a:cubicBezTo>
                  <a:cubicBezTo>
                    <a:pt x="2234" y="73"/>
                    <a:pt x="2147" y="1"/>
                    <a:pt x="2056" y="1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sp>
        <p:nvSpPr>
          <p:cNvPr id="88" name="Google Shape;3229;p93"/>
          <p:cNvSpPr txBox="1">
            <a:spLocks noGrp="1"/>
          </p:cNvSpPr>
          <p:nvPr>
            <p:ph type="title"/>
          </p:nvPr>
        </p:nvSpPr>
        <p:spPr>
          <a:xfrm>
            <a:off x="1979712" y="941183"/>
            <a:ext cx="6442278" cy="550447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600" dirty="0" smtClean="0"/>
              <a:t>Collecting results</a:t>
            </a:r>
            <a:endParaRPr sz="3600" dirty="0"/>
          </a:p>
        </p:txBody>
      </p:sp>
      <p:sp>
        <p:nvSpPr>
          <p:cNvPr id="3" name="TextBox 2"/>
          <p:cNvSpPr txBox="1"/>
          <p:nvPr/>
        </p:nvSpPr>
        <p:spPr>
          <a:xfrm>
            <a:off x="971600" y="1851670"/>
            <a:ext cx="853057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spc="-79" dirty="0" smtClean="0">
                <a:solidFill>
                  <a:schemeClr val="tx1"/>
                </a:solidFill>
                <a:latin typeface="p22-mackinac-pro" pitchFamily="34" charset="0"/>
                <a:ea typeface="p22-mackinac-pro" pitchFamily="34" charset="-122"/>
                <a:cs typeface="p22-mackinac-pro" pitchFamily="34" charset="-120"/>
              </a:rPr>
              <a:t>When you start measuring variables.</a:t>
            </a:r>
            <a:endParaRPr lang="en-US" sz="2400" b="1" spc="-79" dirty="0" smtClean="0">
              <a:solidFill>
                <a:schemeClr val="tx1"/>
              </a:solidFill>
              <a:latin typeface="p22-mackinac-pro" pitchFamily="34" charset="0"/>
              <a:ea typeface="p22-mackinac-pro" pitchFamily="34" charset="-122"/>
              <a:cs typeface="p22-mackinac-pro" pitchFamily="34" charset="-120"/>
            </a:endParaRPr>
          </a:p>
          <a:p>
            <a:r>
              <a:rPr lang="en-US" sz="2400" b="1" u="sng" spc="-79" dirty="0" smtClean="0">
                <a:solidFill>
                  <a:schemeClr val="tx1"/>
                </a:solidFill>
                <a:latin typeface="p22-mackinac-pro" pitchFamily="34" charset="0"/>
                <a:ea typeface="p22-mackinac-pro" pitchFamily="34" charset="-122"/>
                <a:cs typeface="Eudoxus Sans" pitchFamily="34" charset="-120"/>
              </a:rPr>
              <a:t>Example:</a:t>
            </a:r>
            <a:endParaRPr lang="en-US" sz="2400" b="1" u="sng" spc="-79" dirty="0" smtClean="0">
              <a:solidFill>
                <a:schemeClr val="tx1"/>
              </a:solidFill>
              <a:latin typeface="p22-mackinac-pro" pitchFamily="34" charset="0"/>
              <a:ea typeface="p22-mackinac-pro" pitchFamily="34" charset="-122"/>
              <a:cs typeface="Eudoxus Sans" pitchFamily="34" charset="-120"/>
            </a:endParaRPr>
          </a:p>
          <a:p>
            <a:r>
              <a:rPr lang="en-US" sz="2400" spc="-79" dirty="0" smtClean="0">
                <a:solidFill>
                  <a:schemeClr val="tx1"/>
                </a:solidFill>
                <a:latin typeface="p22-mackinac-pro" pitchFamily="34" charset="0"/>
                <a:ea typeface="p22-mackinac-pro" pitchFamily="34" charset="-122"/>
                <a:cs typeface="Eudoxus Sans" pitchFamily="34" charset="-120"/>
              </a:rPr>
              <a:t>The reading is ………………..</a:t>
            </a:r>
            <a:endParaRPr lang="en-US" sz="2400" dirty="0" smtClean="0">
              <a:solidFill>
                <a:schemeClr val="tx1"/>
              </a:solidFill>
              <a:latin typeface="Eudoxus Sans" pitchFamily="34" charset="0"/>
              <a:ea typeface="Eudoxus Sans" pitchFamily="34" charset="-122"/>
              <a:cs typeface="Eudoxus Sans" pitchFamily="34" charset="-120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8" name="Google Shape;3228;p93"/>
          <p:cNvSpPr/>
          <p:nvPr/>
        </p:nvSpPr>
        <p:spPr>
          <a:xfrm>
            <a:off x="5825118" y="2089603"/>
            <a:ext cx="1074821" cy="1316272"/>
          </a:xfrm>
          <a:custGeom>
            <a:avLst/>
            <a:gdLst/>
            <a:ahLst/>
            <a:cxnLst/>
            <a:rect l="l" t="t" r="r" b="b"/>
            <a:pathLst>
              <a:path w="33818" h="41415" extrusionOk="0">
                <a:moveTo>
                  <a:pt x="25840" y="1"/>
                </a:moveTo>
                <a:lnTo>
                  <a:pt x="25840" y="1"/>
                </a:lnTo>
                <a:cubicBezTo>
                  <a:pt x="23244" y="4454"/>
                  <a:pt x="20958" y="8812"/>
                  <a:pt x="18362" y="13218"/>
                </a:cubicBezTo>
                <a:cubicBezTo>
                  <a:pt x="17171" y="10170"/>
                  <a:pt x="16099" y="7336"/>
                  <a:pt x="14980" y="4454"/>
                </a:cubicBezTo>
                <a:cubicBezTo>
                  <a:pt x="14623" y="4740"/>
                  <a:pt x="14671" y="5026"/>
                  <a:pt x="14623" y="5264"/>
                </a:cubicBezTo>
                <a:cubicBezTo>
                  <a:pt x="14051" y="8169"/>
                  <a:pt x="13504" y="11075"/>
                  <a:pt x="12932" y="13980"/>
                </a:cubicBezTo>
                <a:cubicBezTo>
                  <a:pt x="12815" y="14537"/>
                  <a:pt x="12770" y="14761"/>
                  <a:pt x="12541" y="14761"/>
                </a:cubicBezTo>
                <a:cubicBezTo>
                  <a:pt x="12398" y="14761"/>
                  <a:pt x="12184" y="14674"/>
                  <a:pt x="11837" y="14528"/>
                </a:cubicBezTo>
                <a:cubicBezTo>
                  <a:pt x="9503" y="13575"/>
                  <a:pt x="7145" y="12622"/>
                  <a:pt x="4788" y="11646"/>
                </a:cubicBezTo>
                <a:cubicBezTo>
                  <a:pt x="4508" y="11546"/>
                  <a:pt x="4244" y="11362"/>
                  <a:pt x="3928" y="11362"/>
                </a:cubicBezTo>
                <a:cubicBezTo>
                  <a:pt x="3867" y="11362"/>
                  <a:pt x="3805" y="11369"/>
                  <a:pt x="3740" y="11384"/>
                </a:cubicBezTo>
                <a:cubicBezTo>
                  <a:pt x="3763" y="11646"/>
                  <a:pt x="3930" y="11789"/>
                  <a:pt x="4073" y="11979"/>
                </a:cubicBezTo>
                <a:cubicBezTo>
                  <a:pt x="5740" y="14075"/>
                  <a:pt x="7407" y="16195"/>
                  <a:pt x="9074" y="18314"/>
                </a:cubicBezTo>
                <a:cubicBezTo>
                  <a:pt x="9717" y="19148"/>
                  <a:pt x="9717" y="19148"/>
                  <a:pt x="8931" y="19791"/>
                </a:cubicBezTo>
                <a:cubicBezTo>
                  <a:pt x="6240" y="22005"/>
                  <a:pt x="3525" y="24196"/>
                  <a:pt x="858" y="26411"/>
                </a:cubicBezTo>
                <a:cubicBezTo>
                  <a:pt x="549" y="26673"/>
                  <a:pt x="144" y="26840"/>
                  <a:pt x="1" y="27292"/>
                </a:cubicBezTo>
                <a:cubicBezTo>
                  <a:pt x="73" y="27314"/>
                  <a:pt x="143" y="27322"/>
                  <a:pt x="212" y="27322"/>
                </a:cubicBezTo>
                <a:cubicBezTo>
                  <a:pt x="369" y="27322"/>
                  <a:pt x="518" y="27278"/>
                  <a:pt x="668" y="27244"/>
                </a:cubicBezTo>
                <a:cubicBezTo>
                  <a:pt x="3930" y="26482"/>
                  <a:pt x="7169" y="25697"/>
                  <a:pt x="10408" y="24958"/>
                </a:cubicBezTo>
                <a:cubicBezTo>
                  <a:pt x="10651" y="24904"/>
                  <a:pt x="10830" y="24871"/>
                  <a:pt x="10960" y="24871"/>
                </a:cubicBezTo>
                <a:cubicBezTo>
                  <a:pt x="11286" y="24871"/>
                  <a:pt x="11289" y="25082"/>
                  <a:pt x="11170" y="25697"/>
                </a:cubicBezTo>
                <a:cubicBezTo>
                  <a:pt x="10479" y="29483"/>
                  <a:pt x="9789" y="33270"/>
                  <a:pt x="9098" y="37080"/>
                </a:cubicBezTo>
                <a:cubicBezTo>
                  <a:pt x="8836" y="38509"/>
                  <a:pt x="8598" y="39938"/>
                  <a:pt x="8336" y="41366"/>
                </a:cubicBezTo>
                <a:cubicBezTo>
                  <a:pt x="8431" y="41390"/>
                  <a:pt x="8503" y="41414"/>
                  <a:pt x="8574" y="41414"/>
                </a:cubicBezTo>
                <a:cubicBezTo>
                  <a:pt x="11289" y="37437"/>
                  <a:pt x="13980" y="33460"/>
                  <a:pt x="16790" y="29340"/>
                </a:cubicBezTo>
                <a:cubicBezTo>
                  <a:pt x="18671" y="33365"/>
                  <a:pt x="20457" y="37199"/>
                  <a:pt x="22267" y="41057"/>
                </a:cubicBezTo>
                <a:lnTo>
                  <a:pt x="22482" y="40985"/>
                </a:lnTo>
                <a:cubicBezTo>
                  <a:pt x="22482" y="36627"/>
                  <a:pt x="22339" y="32246"/>
                  <a:pt x="22053" y="27792"/>
                </a:cubicBezTo>
                <a:lnTo>
                  <a:pt x="22053" y="27792"/>
                </a:lnTo>
                <a:cubicBezTo>
                  <a:pt x="26078" y="28911"/>
                  <a:pt x="29936" y="30007"/>
                  <a:pt x="33817" y="31079"/>
                </a:cubicBezTo>
                <a:cubicBezTo>
                  <a:pt x="33698" y="30674"/>
                  <a:pt x="33484" y="30412"/>
                  <a:pt x="33270" y="30174"/>
                </a:cubicBezTo>
                <a:cubicBezTo>
                  <a:pt x="30698" y="27411"/>
                  <a:pt x="28102" y="24649"/>
                  <a:pt x="25530" y="21886"/>
                </a:cubicBezTo>
                <a:cubicBezTo>
                  <a:pt x="24839" y="21148"/>
                  <a:pt x="24720" y="21196"/>
                  <a:pt x="25554" y="20410"/>
                </a:cubicBezTo>
                <a:cubicBezTo>
                  <a:pt x="28126" y="18076"/>
                  <a:pt x="30674" y="15695"/>
                  <a:pt x="33246" y="13337"/>
                </a:cubicBezTo>
                <a:cubicBezTo>
                  <a:pt x="33389" y="13194"/>
                  <a:pt x="33651" y="13123"/>
                  <a:pt x="33460" y="12765"/>
                </a:cubicBezTo>
                <a:lnTo>
                  <a:pt x="33460" y="12765"/>
                </a:lnTo>
                <a:cubicBezTo>
                  <a:pt x="31936" y="13099"/>
                  <a:pt x="30412" y="13432"/>
                  <a:pt x="28888" y="13766"/>
                </a:cubicBezTo>
                <a:cubicBezTo>
                  <a:pt x="27126" y="14147"/>
                  <a:pt x="25363" y="14551"/>
                  <a:pt x="23625" y="14932"/>
                </a:cubicBezTo>
                <a:cubicBezTo>
                  <a:pt x="23444" y="14971"/>
                  <a:pt x="23306" y="14994"/>
                  <a:pt x="23204" y="14994"/>
                </a:cubicBezTo>
                <a:cubicBezTo>
                  <a:pt x="22931" y="14994"/>
                  <a:pt x="22912" y="14829"/>
                  <a:pt x="22982" y="14361"/>
                </a:cubicBezTo>
                <a:cubicBezTo>
                  <a:pt x="23006" y="14266"/>
                  <a:pt x="23029" y="14194"/>
                  <a:pt x="23029" y="14123"/>
                </a:cubicBezTo>
                <a:cubicBezTo>
                  <a:pt x="23815" y="10432"/>
                  <a:pt x="24601" y="6740"/>
                  <a:pt x="25363" y="3049"/>
                </a:cubicBezTo>
                <a:cubicBezTo>
                  <a:pt x="25530" y="2120"/>
                  <a:pt x="25863" y="1215"/>
                  <a:pt x="25840" y="1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3229" name="Google Shape;3229;p93"/>
          <p:cNvSpPr txBox="1">
            <a:spLocks noGrp="1"/>
          </p:cNvSpPr>
          <p:nvPr>
            <p:ph type="title"/>
          </p:nvPr>
        </p:nvSpPr>
        <p:spPr>
          <a:xfrm>
            <a:off x="825689" y="-20538"/>
            <a:ext cx="6442278" cy="969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4800" dirty="0" smtClean="0"/>
              <a:t>Scientific Method</a:t>
            </a:r>
            <a:endParaRPr sz="4800" dirty="0"/>
          </a:p>
        </p:txBody>
      </p:sp>
      <p:grpSp>
        <p:nvGrpSpPr>
          <p:cNvPr id="3232" name="Google Shape;3232;p93"/>
          <p:cNvGrpSpPr/>
          <p:nvPr/>
        </p:nvGrpSpPr>
        <p:grpSpPr>
          <a:xfrm>
            <a:off x="6681144" y="3616841"/>
            <a:ext cx="1495621" cy="1291831"/>
            <a:chOff x="5614619" y="2740966"/>
            <a:chExt cx="1495621" cy="1291831"/>
          </a:xfrm>
        </p:grpSpPr>
        <p:sp>
          <p:nvSpPr>
            <p:cNvPr id="3233" name="Google Shape;3233;p93"/>
            <p:cNvSpPr/>
            <p:nvPr/>
          </p:nvSpPr>
          <p:spPr>
            <a:xfrm>
              <a:off x="5614619" y="3232736"/>
              <a:ext cx="233570" cy="259568"/>
            </a:xfrm>
            <a:custGeom>
              <a:avLst/>
              <a:gdLst/>
              <a:ahLst/>
              <a:cxnLst/>
              <a:rect l="l" t="t" r="r" b="b"/>
              <a:pathLst>
                <a:path w="7349" h="8167" extrusionOk="0">
                  <a:moveTo>
                    <a:pt x="2648" y="0"/>
                  </a:moveTo>
                  <a:cubicBezTo>
                    <a:pt x="2113" y="0"/>
                    <a:pt x="1614" y="173"/>
                    <a:pt x="1262" y="512"/>
                  </a:cubicBezTo>
                  <a:cubicBezTo>
                    <a:pt x="453" y="1275"/>
                    <a:pt x="0" y="2275"/>
                    <a:pt x="96" y="3394"/>
                  </a:cubicBezTo>
                  <a:cubicBezTo>
                    <a:pt x="286" y="5466"/>
                    <a:pt x="1644" y="7442"/>
                    <a:pt x="3882" y="8038"/>
                  </a:cubicBezTo>
                  <a:cubicBezTo>
                    <a:pt x="4194" y="8124"/>
                    <a:pt x="4508" y="8167"/>
                    <a:pt x="4812" y="8167"/>
                  </a:cubicBezTo>
                  <a:cubicBezTo>
                    <a:pt x="6181" y="8167"/>
                    <a:pt x="7348" y="7306"/>
                    <a:pt x="7192" y="5728"/>
                  </a:cubicBezTo>
                  <a:cubicBezTo>
                    <a:pt x="7002" y="3513"/>
                    <a:pt x="6002" y="1751"/>
                    <a:pt x="4192" y="489"/>
                  </a:cubicBezTo>
                  <a:cubicBezTo>
                    <a:pt x="3712" y="161"/>
                    <a:pt x="3164" y="0"/>
                    <a:pt x="2648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234" name="Google Shape;3234;p93"/>
            <p:cNvSpPr/>
            <p:nvPr/>
          </p:nvSpPr>
          <p:spPr>
            <a:xfrm>
              <a:off x="5985489" y="3413038"/>
              <a:ext cx="243740" cy="219522"/>
            </a:xfrm>
            <a:custGeom>
              <a:avLst/>
              <a:gdLst/>
              <a:ahLst/>
              <a:cxnLst/>
              <a:rect l="l" t="t" r="r" b="b"/>
              <a:pathLst>
                <a:path w="7669" h="6907" extrusionOk="0">
                  <a:moveTo>
                    <a:pt x="2579" y="0"/>
                  </a:moveTo>
                  <a:cubicBezTo>
                    <a:pt x="1203" y="0"/>
                    <a:pt x="0" y="1093"/>
                    <a:pt x="0" y="2436"/>
                  </a:cubicBezTo>
                  <a:cubicBezTo>
                    <a:pt x="0" y="3151"/>
                    <a:pt x="215" y="3960"/>
                    <a:pt x="643" y="4675"/>
                  </a:cubicBezTo>
                  <a:cubicBezTo>
                    <a:pt x="1361" y="5791"/>
                    <a:pt x="2761" y="6906"/>
                    <a:pt x="4274" y="6906"/>
                  </a:cubicBezTo>
                  <a:cubicBezTo>
                    <a:pt x="4569" y="6906"/>
                    <a:pt x="4869" y="6864"/>
                    <a:pt x="5168" y="6770"/>
                  </a:cubicBezTo>
                  <a:cubicBezTo>
                    <a:pt x="6859" y="6247"/>
                    <a:pt x="7669" y="4794"/>
                    <a:pt x="6930" y="3198"/>
                  </a:cubicBezTo>
                  <a:cubicBezTo>
                    <a:pt x="6168" y="1627"/>
                    <a:pt x="4954" y="483"/>
                    <a:pt x="3215" y="79"/>
                  </a:cubicBezTo>
                  <a:cubicBezTo>
                    <a:pt x="3002" y="25"/>
                    <a:pt x="2789" y="0"/>
                    <a:pt x="2579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235" name="Google Shape;3235;p93"/>
            <p:cNvSpPr/>
            <p:nvPr/>
          </p:nvSpPr>
          <p:spPr>
            <a:xfrm>
              <a:off x="5884071" y="2740966"/>
              <a:ext cx="218759" cy="222064"/>
            </a:xfrm>
            <a:custGeom>
              <a:avLst/>
              <a:gdLst/>
              <a:ahLst/>
              <a:cxnLst/>
              <a:rect l="l" t="t" r="r" b="b"/>
              <a:pathLst>
                <a:path w="6883" h="6987" extrusionOk="0">
                  <a:moveTo>
                    <a:pt x="3502" y="0"/>
                  </a:moveTo>
                  <a:cubicBezTo>
                    <a:pt x="2862" y="0"/>
                    <a:pt x="2233" y="161"/>
                    <a:pt x="1643" y="482"/>
                  </a:cubicBezTo>
                  <a:cubicBezTo>
                    <a:pt x="643" y="1030"/>
                    <a:pt x="0" y="2364"/>
                    <a:pt x="381" y="3340"/>
                  </a:cubicBezTo>
                  <a:cubicBezTo>
                    <a:pt x="1000" y="4983"/>
                    <a:pt x="2120" y="6174"/>
                    <a:pt x="3811" y="6793"/>
                  </a:cubicBezTo>
                  <a:cubicBezTo>
                    <a:pt x="4163" y="6925"/>
                    <a:pt x="4487" y="6986"/>
                    <a:pt x="4780" y="6986"/>
                  </a:cubicBezTo>
                  <a:cubicBezTo>
                    <a:pt x="5817" y="6986"/>
                    <a:pt x="6485" y="6218"/>
                    <a:pt x="6764" y="5031"/>
                  </a:cubicBezTo>
                  <a:cubicBezTo>
                    <a:pt x="6811" y="4769"/>
                    <a:pt x="6764" y="4507"/>
                    <a:pt x="6764" y="4269"/>
                  </a:cubicBezTo>
                  <a:cubicBezTo>
                    <a:pt x="6883" y="3435"/>
                    <a:pt x="6645" y="2673"/>
                    <a:pt x="6311" y="1959"/>
                  </a:cubicBezTo>
                  <a:cubicBezTo>
                    <a:pt x="5882" y="1006"/>
                    <a:pt x="5239" y="220"/>
                    <a:pt x="4144" y="54"/>
                  </a:cubicBezTo>
                  <a:cubicBezTo>
                    <a:pt x="3930" y="18"/>
                    <a:pt x="3715" y="0"/>
                    <a:pt x="3502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236" name="Google Shape;3236;p93"/>
            <p:cNvSpPr/>
            <p:nvPr/>
          </p:nvSpPr>
          <p:spPr>
            <a:xfrm>
              <a:off x="6513046" y="3075190"/>
              <a:ext cx="249779" cy="202200"/>
            </a:xfrm>
            <a:custGeom>
              <a:avLst/>
              <a:gdLst/>
              <a:ahLst/>
              <a:cxnLst/>
              <a:rect l="l" t="t" r="r" b="b"/>
              <a:pathLst>
                <a:path w="7859" h="6362" extrusionOk="0">
                  <a:moveTo>
                    <a:pt x="2811" y="0"/>
                  </a:moveTo>
                  <a:cubicBezTo>
                    <a:pt x="2016" y="0"/>
                    <a:pt x="1274" y="376"/>
                    <a:pt x="715" y="1064"/>
                  </a:cubicBezTo>
                  <a:cubicBezTo>
                    <a:pt x="0" y="1945"/>
                    <a:pt x="0" y="3064"/>
                    <a:pt x="810" y="4160"/>
                  </a:cubicBezTo>
                  <a:cubicBezTo>
                    <a:pt x="1874" y="5571"/>
                    <a:pt x="3275" y="6353"/>
                    <a:pt x="5057" y="6353"/>
                  </a:cubicBezTo>
                  <a:cubicBezTo>
                    <a:pt x="5109" y="6353"/>
                    <a:pt x="5162" y="6352"/>
                    <a:pt x="5215" y="6351"/>
                  </a:cubicBezTo>
                  <a:cubicBezTo>
                    <a:pt x="5358" y="6351"/>
                    <a:pt x="5512" y="6361"/>
                    <a:pt x="5662" y="6361"/>
                  </a:cubicBezTo>
                  <a:cubicBezTo>
                    <a:pt x="5737" y="6361"/>
                    <a:pt x="5811" y="6359"/>
                    <a:pt x="5882" y="6351"/>
                  </a:cubicBezTo>
                  <a:cubicBezTo>
                    <a:pt x="7240" y="6255"/>
                    <a:pt x="7859" y="5303"/>
                    <a:pt x="7454" y="4041"/>
                  </a:cubicBezTo>
                  <a:cubicBezTo>
                    <a:pt x="6883" y="2278"/>
                    <a:pt x="5668" y="1040"/>
                    <a:pt x="4001" y="278"/>
                  </a:cubicBezTo>
                  <a:cubicBezTo>
                    <a:pt x="3602" y="90"/>
                    <a:pt x="3200" y="0"/>
                    <a:pt x="2811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237" name="Google Shape;3237;p93"/>
            <p:cNvSpPr/>
            <p:nvPr/>
          </p:nvSpPr>
          <p:spPr>
            <a:xfrm>
              <a:off x="6376795" y="3405887"/>
              <a:ext cx="229470" cy="191839"/>
            </a:xfrm>
            <a:custGeom>
              <a:avLst/>
              <a:gdLst/>
              <a:ahLst/>
              <a:cxnLst/>
              <a:rect l="l" t="t" r="r" b="b"/>
              <a:pathLst>
                <a:path w="7220" h="6036" extrusionOk="0">
                  <a:moveTo>
                    <a:pt x="2204" y="1"/>
                  </a:moveTo>
                  <a:cubicBezTo>
                    <a:pt x="1854" y="1"/>
                    <a:pt x="1482" y="140"/>
                    <a:pt x="1144" y="280"/>
                  </a:cubicBezTo>
                  <a:cubicBezTo>
                    <a:pt x="477" y="566"/>
                    <a:pt x="1" y="1399"/>
                    <a:pt x="96" y="2114"/>
                  </a:cubicBezTo>
                  <a:cubicBezTo>
                    <a:pt x="429" y="4424"/>
                    <a:pt x="1858" y="5829"/>
                    <a:pt x="4049" y="6019"/>
                  </a:cubicBezTo>
                  <a:cubicBezTo>
                    <a:pt x="4166" y="6030"/>
                    <a:pt x="4282" y="6036"/>
                    <a:pt x="4395" y="6036"/>
                  </a:cubicBezTo>
                  <a:cubicBezTo>
                    <a:pt x="5995" y="6036"/>
                    <a:pt x="7220" y="4946"/>
                    <a:pt x="6597" y="2923"/>
                  </a:cubicBezTo>
                  <a:cubicBezTo>
                    <a:pt x="6168" y="1518"/>
                    <a:pt x="4478" y="42"/>
                    <a:pt x="2406" y="18"/>
                  </a:cubicBezTo>
                  <a:cubicBezTo>
                    <a:pt x="2340" y="6"/>
                    <a:pt x="2272" y="1"/>
                    <a:pt x="2204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238" name="Google Shape;3238;p93"/>
            <p:cNvSpPr/>
            <p:nvPr/>
          </p:nvSpPr>
          <p:spPr>
            <a:xfrm>
              <a:off x="6099715" y="3104208"/>
              <a:ext cx="178713" cy="173119"/>
            </a:xfrm>
            <a:custGeom>
              <a:avLst/>
              <a:gdLst/>
              <a:ahLst/>
              <a:cxnLst/>
              <a:rect l="l" t="t" r="r" b="b"/>
              <a:pathLst>
                <a:path w="5623" h="5447" extrusionOk="0">
                  <a:moveTo>
                    <a:pt x="2987" y="1"/>
                  </a:moveTo>
                  <a:cubicBezTo>
                    <a:pt x="2618" y="1"/>
                    <a:pt x="2239" y="92"/>
                    <a:pt x="1860" y="246"/>
                  </a:cubicBezTo>
                  <a:cubicBezTo>
                    <a:pt x="955" y="651"/>
                    <a:pt x="336" y="1246"/>
                    <a:pt x="193" y="2318"/>
                  </a:cubicBezTo>
                  <a:cubicBezTo>
                    <a:pt x="0" y="3988"/>
                    <a:pt x="1926" y="5447"/>
                    <a:pt x="3441" y="5447"/>
                  </a:cubicBezTo>
                  <a:cubicBezTo>
                    <a:pt x="3611" y="5447"/>
                    <a:pt x="3776" y="5428"/>
                    <a:pt x="3932" y="5390"/>
                  </a:cubicBezTo>
                  <a:cubicBezTo>
                    <a:pt x="5051" y="5080"/>
                    <a:pt x="5623" y="4390"/>
                    <a:pt x="5623" y="3342"/>
                  </a:cubicBezTo>
                  <a:cubicBezTo>
                    <a:pt x="5623" y="2127"/>
                    <a:pt x="5170" y="1246"/>
                    <a:pt x="4384" y="556"/>
                  </a:cubicBezTo>
                  <a:cubicBezTo>
                    <a:pt x="3950" y="162"/>
                    <a:pt x="3477" y="1"/>
                    <a:pt x="2987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239" name="Google Shape;3239;p93"/>
            <p:cNvSpPr/>
            <p:nvPr/>
          </p:nvSpPr>
          <p:spPr>
            <a:xfrm>
              <a:off x="5900121" y="3798306"/>
              <a:ext cx="164125" cy="145564"/>
            </a:xfrm>
            <a:custGeom>
              <a:avLst/>
              <a:gdLst/>
              <a:ahLst/>
              <a:cxnLst/>
              <a:rect l="l" t="t" r="r" b="b"/>
              <a:pathLst>
                <a:path w="5164" h="4580" extrusionOk="0">
                  <a:moveTo>
                    <a:pt x="2026" y="0"/>
                  </a:moveTo>
                  <a:cubicBezTo>
                    <a:pt x="859" y="0"/>
                    <a:pt x="0" y="1133"/>
                    <a:pt x="424" y="2341"/>
                  </a:cubicBezTo>
                  <a:cubicBezTo>
                    <a:pt x="877" y="3626"/>
                    <a:pt x="1758" y="4460"/>
                    <a:pt x="3187" y="4579"/>
                  </a:cubicBezTo>
                  <a:cubicBezTo>
                    <a:pt x="4020" y="4484"/>
                    <a:pt x="4639" y="4079"/>
                    <a:pt x="5163" y="3460"/>
                  </a:cubicBezTo>
                  <a:cubicBezTo>
                    <a:pt x="5139" y="3222"/>
                    <a:pt x="5163" y="3007"/>
                    <a:pt x="5115" y="2793"/>
                  </a:cubicBezTo>
                  <a:cubicBezTo>
                    <a:pt x="4806" y="1340"/>
                    <a:pt x="3901" y="412"/>
                    <a:pt x="2472" y="54"/>
                  </a:cubicBezTo>
                  <a:cubicBezTo>
                    <a:pt x="2320" y="18"/>
                    <a:pt x="2171" y="0"/>
                    <a:pt x="2026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240" name="Google Shape;3240;p93"/>
            <p:cNvSpPr/>
            <p:nvPr/>
          </p:nvSpPr>
          <p:spPr>
            <a:xfrm>
              <a:off x="6873301" y="3460045"/>
              <a:ext cx="236939" cy="186690"/>
            </a:xfrm>
            <a:custGeom>
              <a:avLst/>
              <a:gdLst/>
              <a:ahLst/>
              <a:cxnLst/>
              <a:rect l="l" t="t" r="r" b="b"/>
              <a:pathLst>
                <a:path w="7455" h="5874" extrusionOk="0">
                  <a:moveTo>
                    <a:pt x="3176" y="1"/>
                  </a:moveTo>
                  <a:cubicBezTo>
                    <a:pt x="2331" y="1"/>
                    <a:pt x="1547" y="476"/>
                    <a:pt x="882" y="1434"/>
                  </a:cubicBezTo>
                  <a:cubicBezTo>
                    <a:pt x="1" y="2648"/>
                    <a:pt x="239" y="3982"/>
                    <a:pt x="1501" y="4815"/>
                  </a:cubicBezTo>
                  <a:cubicBezTo>
                    <a:pt x="2644" y="5577"/>
                    <a:pt x="3954" y="5815"/>
                    <a:pt x="5311" y="5863"/>
                  </a:cubicBezTo>
                  <a:cubicBezTo>
                    <a:pt x="5438" y="5863"/>
                    <a:pt x="5565" y="5874"/>
                    <a:pt x="5685" y="5874"/>
                  </a:cubicBezTo>
                  <a:cubicBezTo>
                    <a:pt x="5745" y="5874"/>
                    <a:pt x="5804" y="5871"/>
                    <a:pt x="5859" y="5863"/>
                  </a:cubicBezTo>
                  <a:cubicBezTo>
                    <a:pt x="7026" y="5768"/>
                    <a:pt x="7455" y="5268"/>
                    <a:pt x="7336" y="4101"/>
                  </a:cubicBezTo>
                  <a:cubicBezTo>
                    <a:pt x="7288" y="3863"/>
                    <a:pt x="7217" y="3601"/>
                    <a:pt x="7121" y="3363"/>
                  </a:cubicBezTo>
                  <a:cubicBezTo>
                    <a:pt x="6764" y="2338"/>
                    <a:pt x="6074" y="1576"/>
                    <a:pt x="5264" y="886"/>
                  </a:cubicBezTo>
                  <a:cubicBezTo>
                    <a:pt x="4549" y="297"/>
                    <a:pt x="3844" y="1"/>
                    <a:pt x="3176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241" name="Google Shape;3241;p93"/>
            <p:cNvSpPr/>
            <p:nvPr/>
          </p:nvSpPr>
          <p:spPr>
            <a:xfrm>
              <a:off x="6360141" y="3860981"/>
              <a:ext cx="180938" cy="171816"/>
            </a:xfrm>
            <a:custGeom>
              <a:avLst/>
              <a:gdLst/>
              <a:ahLst/>
              <a:cxnLst/>
              <a:rect l="l" t="t" r="r" b="b"/>
              <a:pathLst>
                <a:path w="5693" h="5406" extrusionOk="0">
                  <a:moveTo>
                    <a:pt x="2939" y="1"/>
                  </a:moveTo>
                  <a:cubicBezTo>
                    <a:pt x="2400" y="1"/>
                    <a:pt x="1842" y="186"/>
                    <a:pt x="1310" y="559"/>
                  </a:cubicBezTo>
                  <a:cubicBezTo>
                    <a:pt x="310" y="1250"/>
                    <a:pt x="1" y="2393"/>
                    <a:pt x="477" y="3512"/>
                  </a:cubicBezTo>
                  <a:cubicBezTo>
                    <a:pt x="943" y="4665"/>
                    <a:pt x="2131" y="5406"/>
                    <a:pt x="3447" y="5406"/>
                  </a:cubicBezTo>
                  <a:cubicBezTo>
                    <a:pt x="3544" y="5406"/>
                    <a:pt x="3641" y="5402"/>
                    <a:pt x="3739" y="5393"/>
                  </a:cubicBezTo>
                  <a:cubicBezTo>
                    <a:pt x="5049" y="5298"/>
                    <a:pt x="5692" y="4607"/>
                    <a:pt x="5692" y="3298"/>
                  </a:cubicBezTo>
                  <a:cubicBezTo>
                    <a:pt x="5692" y="2321"/>
                    <a:pt x="5287" y="1321"/>
                    <a:pt x="4597" y="678"/>
                  </a:cubicBezTo>
                  <a:cubicBezTo>
                    <a:pt x="4109" y="228"/>
                    <a:pt x="3535" y="1"/>
                    <a:pt x="2939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242" name="Google Shape;3242;p93"/>
            <p:cNvSpPr/>
            <p:nvPr/>
          </p:nvSpPr>
          <p:spPr>
            <a:xfrm>
              <a:off x="6799121" y="3820808"/>
              <a:ext cx="156720" cy="160819"/>
            </a:xfrm>
            <a:custGeom>
              <a:avLst/>
              <a:gdLst/>
              <a:ahLst/>
              <a:cxnLst/>
              <a:rect l="l" t="t" r="r" b="b"/>
              <a:pathLst>
                <a:path w="4931" h="5060" extrusionOk="0">
                  <a:moveTo>
                    <a:pt x="2551" y="0"/>
                  </a:moveTo>
                  <a:cubicBezTo>
                    <a:pt x="2088" y="0"/>
                    <a:pt x="1601" y="147"/>
                    <a:pt x="1144" y="442"/>
                  </a:cubicBezTo>
                  <a:cubicBezTo>
                    <a:pt x="215" y="1013"/>
                    <a:pt x="1" y="1894"/>
                    <a:pt x="525" y="2966"/>
                  </a:cubicBezTo>
                  <a:cubicBezTo>
                    <a:pt x="954" y="3895"/>
                    <a:pt x="1692" y="4490"/>
                    <a:pt x="2621" y="4895"/>
                  </a:cubicBezTo>
                  <a:cubicBezTo>
                    <a:pt x="2887" y="5005"/>
                    <a:pt x="3137" y="5059"/>
                    <a:pt x="3368" y="5059"/>
                  </a:cubicBezTo>
                  <a:cubicBezTo>
                    <a:pt x="3986" y="5059"/>
                    <a:pt x="4469" y="4677"/>
                    <a:pt x="4764" y="3966"/>
                  </a:cubicBezTo>
                  <a:cubicBezTo>
                    <a:pt x="4883" y="3633"/>
                    <a:pt x="4907" y="3300"/>
                    <a:pt x="4907" y="2966"/>
                  </a:cubicBezTo>
                  <a:cubicBezTo>
                    <a:pt x="4931" y="2156"/>
                    <a:pt x="4597" y="1442"/>
                    <a:pt x="4145" y="799"/>
                  </a:cubicBezTo>
                  <a:cubicBezTo>
                    <a:pt x="3749" y="266"/>
                    <a:pt x="3172" y="0"/>
                    <a:pt x="2551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grpSp>
        <p:nvGrpSpPr>
          <p:cNvPr id="3243" name="Google Shape;3243;p93"/>
          <p:cNvGrpSpPr/>
          <p:nvPr/>
        </p:nvGrpSpPr>
        <p:grpSpPr>
          <a:xfrm>
            <a:off x="7445135" y="40744"/>
            <a:ext cx="1624825" cy="1376466"/>
            <a:chOff x="5806500" y="2591150"/>
            <a:chExt cx="1404950" cy="1190200"/>
          </a:xfrm>
        </p:grpSpPr>
        <p:sp>
          <p:nvSpPr>
            <p:cNvPr id="3244" name="Google Shape;3244;p93"/>
            <p:cNvSpPr/>
            <p:nvPr/>
          </p:nvSpPr>
          <p:spPr>
            <a:xfrm>
              <a:off x="6178275" y="3511600"/>
              <a:ext cx="141600" cy="269750"/>
            </a:xfrm>
            <a:custGeom>
              <a:avLst/>
              <a:gdLst/>
              <a:ahLst/>
              <a:cxnLst/>
              <a:rect l="l" t="t" r="r" b="b"/>
              <a:pathLst>
                <a:path w="5664" h="10790" extrusionOk="0">
                  <a:moveTo>
                    <a:pt x="5358" y="1"/>
                  </a:moveTo>
                  <a:cubicBezTo>
                    <a:pt x="5279" y="1"/>
                    <a:pt x="5199" y="34"/>
                    <a:pt x="5152" y="110"/>
                  </a:cubicBezTo>
                  <a:cubicBezTo>
                    <a:pt x="4184" y="1590"/>
                    <a:pt x="3683" y="3373"/>
                    <a:pt x="3473" y="5110"/>
                  </a:cubicBezTo>
                  <a:cubicBezTo>
                    <a:pt x="3345" y="6077"/>
                    <a:pt x="3334" y="7056"/>
                    <a:pt x="3427" y="8035"/>
                  </a:cubicBezTo>
                  <a:cubicBezTo>
                    <a:pt x="3438" y="8210"/>
                    <a:pt x="3450" y="8396"/>
                    <a:pt x="3462" y="8583"/>
                  </a:cubicBezTo>
                  <a:cubicBezTo>
                    <a:pt x="3020" y="8212"/>
                    <a:pt x="2403" y="7996"/>
                    <a:pt x="1819" y="7996"/>
                  </a:cubicBezTo>
                  <a:cubicBezTo>
                    <a:pt x="1065" y="7996"/>
                    <a:pt x="366" y="8357"/>
                    <a:pt x="175" y="9212"/>
                  </a:cubicBezTo>
                  <a:cubicBezTo>
                    <a:pt x="0" y="10016"/>
                    <a:pt x="630" y="10576"/>
                    <a:pt x="1364" y="10715"/>
                  </a:cubicBezTo>
                  <a:cubicBezTo>
                    <a:pt x="1617" y="10766"/>
                    <a:pt x="1877" y="10790"/>
                    <a:pt x="2138" y="10790"/>
                  </a:cubicBezTo>
                  <a:cubicBezTo>
                    <a:pt x="2971" y="10790"/>
                    <a:pt x="3816" y="10544"/>
                    <a:pt x="4499" y="10109"/>
                  </a:cubicBezTo>
                  <a:cubicBezTo>
                    <a:pt x="4720" y="9970"/>
                    <a:pt x="4662" y="9655"/>
                    <a:pt x="4464" y="9550"/>
                  </a:cubicBezTo>
                  <a:cubicBezTo>
                    <a:pt x="4534" y="8944"/>
                    <a:pt x="4301" y="8268"/>
                    <a:pt x="4254" y="7674"/>
                  </a:cubicBezTo>
                  <a:cubicBezTo>
                    <a:pt x="4196" y="6881"/>
                    <a:pt x="4208" y="6089"/>
                    <a:pt x="4277" y="5296"/>
                  </a:cubicBezTo>
                  <a:cubicBezTo>
                    <a:pt x="4441" y="3537"/>
                    <a:pt x="4988" y="1940"/>
                    <a:pt x="5594" y="308"/>
                  </a:cubicBezTo>
                  <a:cubicBezTo>
                    <a:pt x="5663" y="124"/>
                    <a:pt x="5511" y="1"/>
                    <a:pt x="535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245" name="Google Shape;3245;p93"/>
            <p:cNvSpPr/>
            <p:nvPr/>
          </p:nvSpPr>
          <p:spPr>
            <a:xfrm>
              <a:off x="6579250" y="3508975"/>
              <a:ext cx="150575" cy="266700"/>
            </a:xfrm>
            <a:custGeom>
              <a:avLst/>
              <a:gdLst/>
              <a:ahLst/>
              <a:cxnLst/>
              <a:rect l="l" t="t" r="r" b="b"/>
              <a:pathLst>
                <a:path w="6023" h="10668" extrusionOk="0">
                  <a:moveTo>
                    <a:pt x="319" y="0"/>
                  </a:moveTo>
                  <a:cubicBezTo>
                    <a:pt x="160" y="0"/>
                    <a:pt x="1" y="128"/>
                    <a:pt x="79" y="308"/>
                  </a:cubicBezTo>
                  <a:cubicBezTo>
                    <a:pt x="743" y="1928"/>
                    <a:pt x="1350" y="3502"/>
                    <a:pt x="1571" y="5250"/>
                  </a:cubicBezTo>
                  <a:cubicBezTo>
                    <a:pt x="1664" y="6031"/>
                    <a:pt x="1711" y="6835"/>
                    <a:pt x="1676" y="7627"/>
                  </a:cubicBezTo>
                  <a:cubicBezTo>
                    <a:pt x="1653" y="8222"/>
                    <a:pt x="1443" y="8909"/>
                    <a:pt x="1536" y="9515"/>
                  </a:cubicBezTo>
                  <a:cubicBezTo>
                    <a:pt x="1338" y="9620"/>
                    <a:pt x="1291" y="9935"/>
                    <a:pt x="1524" y="10075"/>
                  </a:cubicBezTo>
                  <a:cubicBezTo>
                    <a:pt x="2182" y="10457"/>
                    <a:pt x="2976" y="10668"/>
                    <a:pt x="3758" y="10668"/>
                  </a:cubicBezTo>
                  <a:cubicBezTo>
                    <a:pt x="4071" y="10668"/>
                    <a:pt x="4383" y="10634"/>
                    <a:pt x="4683" y="10564"/>
                  </a:cubicBezTo>
                  <a:cubicBezTo>
                    <a:pt x="5417" y="10401"/>
                    <a:pt x="6023" y="9818"/>
                    <a:pt x="5813" y="9014"/>
                  </a:cubicBezTo>
                  <a:cubicBezTo>
                    <a:pt x="5598" y="8197"/>
                    <a:pt x="4932" y="7855"/>
                    <a:pt x="4210" y="7855"/>
                  </a:cubicBezTo>
                  <a:cubicBezTo>
                    <a:pt x="3602" y="7855"/>
                    <a:pt x="2956" y="8097"/>
                    <a:pt x="2503" y="8501"/>
                  </a:cubicBezTo>
                  <a:cubicBezTo>
                    <a:pt x="2515" y="8315"/>
                    <a:pt x="2515" y="8140"/>
                    <a:pt x="2527" y="7954"/>
                  </a:cubicBezTo>
                  <a:cubicBezTo>
                    <a:pt x="2585" y="6986"/>
                    <a:pt x="2527" y="6007"/>
                    <a:pt x="2375" y="5040"/>
                  </a:cubicBezTo>
                  <a:cubicBezTo>
                    <a:pt x="2107" y="3304"/>
                    <a:pt x="1536" y="1544"/>
                    <a:pt x="522" y="99"/>
                  </a:cubicBezTo>
                  <a:cubicBezTo>
                    <a:pt x="473" y="30"/>
                    <a:pt x="396" y="0"/>
                    <a:pt x="31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246" name="Google Shape;3246;p93"/>
            <p:cNvSpPr/>
            <p:nvPr/>
          </p:nvSpPr>
          <p:spPr>
            <a:xfrm>
              <a:off x="5834325" y="2628600"/>
              <a:ext cx="180500" cy="280175"/>
            </a:xfrm>
            <a:custGeom>
              <a:avLst/>
              <a:gdLst/>
              <a:ahLst/>
              <a:cxnLst/>
              <a:rect l="l" t="t" r="r" b="b"/>
              <a:pathLst>
                <a:path w="7220" h="11207" extrusionOk="0">
                  <a:moveTo>
                    <a:pt x="3026" y="0"/>
                  </a:moveTo>
                  <a:cubicBezTo>
                    <a:pt x="2810" y="0"/>
                    <a:pt x="2599" y="143"/>
                    <a:pt x="2594" y="433"/>
                  </a:cubicBezTo>
                  <a:lnTo>
                    <a:pt x="2582" y="1179"/>
                  </a:lnTo>
                  <a:cubicBezTo>
                    <a:pt x="2535" y="1074"/>
                    <a:pt x="2489" y="946"/>
                    <a:pt x="2454" y="829"/>
                  </a:cubicBezTo>
                  <a:cubicBezTo>
                    <a:pt x="2393" y="609"/>
                    <a:pt x="2222" y="513"/>
                    <a:pt x="2047" y="513"/>
                  </a:cubicBezTo>
                  <a:cubicBezTo>
                    <a:pt x="1787" y="513"/>
                    <a:pt x="1519" y="727"/>
                    <a:pt x="1603" y="1062"/>
                  </a:cubicBezTo>
                  <a:lnTo>
                    <a:pt x="1848" y="1948"/>
                  </a:lnTo>
                  <a:cubicBezTo>
                    <a:pt x="1521" y="1750"/>
                    <a:pt x="1207" y="1563"/>
                    <a:pt x="880" y="1365"/>
                  </a:cubicBezTo>
                  <a:cubicBezTo>
                    <a:pt x="811" y="1324"/>
                    <a:pt x="738" y="1305"/>
                    <a:pt x="668" y="1305"/>
                  </a:cubicBezTo>
                  <a:cubicBezTo>
                    <a:pt x="307" y="1305"/>
                    <a:pt x="1" y="1793"/>
                    <a:pt x="333" y="2076"/>
                  </a:cubicBezTo>
                  <a:cubicBezTo>
                    <a:pt x="939" y="2577"/>
                    <a:pt x="1603" y="3137"/>
                    <a:pt x="2361" y="3370"/>
                  </a:cubicBezTo>
                  <a:cubicBezTo>
                    <a:pt x="1941" y="6376"/>
                    <a:pt x="3852" y="9558"/>
                    <a:pt x="6311" y="11131"/>
                  </a:cubicBezTo>
                  <a:cubicBezTo>
                    <a:pt x="6394" y="11184"/>
                    <a:pt x="6476" y="11207"/>
                    <a:pt x="6553" y="11207"/>
                  </a:cubicBezTo>
                  <a:cubicBezTo>
                    <a:pt x="6953" y="11207"/>
                    <a:pt x="7219" y="10589"/>
                    <a:pt x="6789" y="10316"/>
                  </a:cubicBezTo>
                  <a:cubicBezTo>
                    <a:pt x="4085" y="8591"/>
                    <a:pt x="3141" y="5829"/>
                    <a:pt x="3071" y="2799"/>
                  </a:cubicBezTo>
                  <a:cubicBezTo>
                    <a:pt x="3246" y="2764"/>
                    <a:pt x="3409" y="2601"/>
                    <a:pt x="3444" y="2414"/>
                  </a:cubicBezTo>
                  <a:cubicBezTo>
                    <a:pt x="3677" y="2204"/>
                    <a:pt x="3922" y="2030"/>
                    <a:pt x="4202" y="1878"/>
                  </a:cubicBezTo>
                  <a:cubicBezTo>
                    <a:pt x="4538" y="1672"/>
                    <a:pt x="4350" y="1205"/>
                    <a:pt x="4004" y="1205"/>
                  </a:cubicBezTo>
                  <a:cubicBezTo>
                    <a:pt x="3978" y="1205"/>
                    <a:pt x="3950" y="1208"/>
                    <a:pt x="3922" y="1214"/>
                  </a:cubicBezTo>
                  <a:cubicBezTo>
                    <a:pt x="3771" y="1249"/>
                    <a:pt x="3631" y="1295"/>
                    <a:pt x="3491" y="1354"/>
                  </a:cubicBezTo>
                  <a:cubicBezTo>
                    <a:pt x="3503" y="1051"/>
                    <a:pt x="3514" y="736"/>
                    <a:pt x="3491" y="433"/>
                  </a:cubicBezTo>
                  <a:cubicBezTo>
                    <a:pt x="3468" y="146"/>
                    <a:pt x="3244" y="0"/>
                    <a:pt x="302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247" name="Google Shape;3247;p93"/>
            <p:cNvSpPr/>
            <p:nvPr/>
          </p:nvSpPr>
          <p:spPr>
            <a:xfrm>
              <a:off x="6901425" y="2591150"/>
              <a:ext cx="171400" cy="266975"/>
            </a:xfrm>
            <a:custGeom>
              <a:avLst/>
              <a:gdLst/>
              <a:ahLst/>
              <a:cxnLst/>
              <a:rect l="l" t="t" r="r" b="b"/>
              <a:pathLst>
                <a:path w="6856" h="10679" extrusionOk="0">
                  <a:moveTo>
                    <a:pt x="5541" y="0"/>
                  </a:moveTo>
                  <a:cubicBezTo>
                    <a:pt x="5372" y="0"/>
                    <a:pt x="5205" y="91"/>
                    <a:pt x="5140" y="299"/>
                  </a:cubicBezTo>
                  <a:cubicBezTo>
                    <a:pt x="5023" y="649"/>
                    <a:pt x="4872" y="964"/>
                    <a:pt x="4709" y="1290"/>
                  </a:cubicBezTo>
                  <a:cubicBezTo>
                    <a:pt x="4639" y="1022"/>
                    <a:pt x="4580" y="765"/>
                    <a:pt x="4557" y="497"/>
                  </a:cubicBezTo>
                  <a:cubicBezTo>
                    <a:pt x="4533" y="227"/>
                    <a:pt x="4313" y="87"/>
                    <a:pt x="4103" y="87"/>
                  </a:cubicBezTo>
                  <a:cubicBezTo>
                    <a:pt x="3897" y="87"/>
                    <a:pt x="3700" y="221"/>
                    <a:pt x="3706" y="497"/>
                  </a:cubicBezTo>
                  <a:cubicBezTo>
                    <a:pt x="3718" y="870"/>
                    <a:pt x="3718" y="1232"/>
                    <a:pt x="3741" y="1593"/>
                  </a:cubicBezTo>
                  <a:cubicBezTo>
                    <a:pt x="3496" y="1360"/>
                    <a:pt x="3240" y="1127"/>
                    <a:pt x="2995" y="882"/>
                  </a:cubicBezTo>
                  <a:cubicBezTo>
                    <a:pt x="2946" y="836"/>
                    <a:pt x="2890" y="816"/>
                    <a:pt x="2834" y="816"/>
                  </a:cubicBezTo>
                  <a:cubicBezTo>
                    <a:pt x="2665" y="816"/>
                    <a:pt x="2505" y="1001"/>
                    <a:pt x="2611" y="1185"/>
                  </a:cubicBezTo>
                  <a:cubicBezTo>
                    <a:pt x="2984" y="1873"/>
                    <a:pt x="3520" y="2455"/>
                    <a:pt x="4056" y="3026"/>
                  </a:cubicBezTo>
                  <a:cubicBezTo>
                    <a:pt x="4056" y="3026"/>
                    <a:pt x="4056" y="3038"/>
                    <a:pt x="4056" y="3038"/>
                  </a:cubicBezTo>
                  <a:cubicBezTo>
                    <a:pt x="3811" y="4355"/>
                    <a:pt x="3590" y="5614"/>
                    <a:pt x="2937" y="6849"/>
                  </a:cubicBezTo>
                  <a:cubicBezTo>
                    <a:pt x="2319" y="8003"/>
                    <a:pt x="1305" y="9343"/>
                    <a:pt x="210" y="10065"/>
                  </a:cubicBezTo>
                  <a:cubicBezTo>
                    <a:pt x="24" y="10194"/>
                    <a:pt x="0" y="10462"/>
                    <a:pt x="210" y="10578"/>
                  </a:cubicBezTo>
                  <a:cubicBezTo>
                    <a:pt x="327" y="10647"/>
                    <a:pt x="450" y="10678"/>
                    <a:pt x="579" y="10678"/>
                  </a:cubicBezTo>
                  <a:cubicBezTo>
                    <a:pt x="1671" y="10678"/>
                    <a:pt x="3111" y="8423"/>
                    <a:pt x="3496" y="7735"/>
                  </a:cubicBezTo>
                  <a:cubicBezTo>
                    <a:pt x="4196" y="6523"/>
                    <a:pt x="4732" y="5008"/>
                    <a:pt x="4674" y="3562"/>
                  </a:cubicBezTo>
                  <a:cubicBezTo>
                    <a:pt x="4755" y="3562"/>
                    <a:pt x="4837" y="3551"/>
                    <a:pt x="4918" y="3504"/>
                  </a:cubicBezTo>
                  <a:cubicBezTo>
                    <a:pt x="4977" y="3481"/>
                    <a:pt x="5035" y="3434"/>
                    <a:pt x="5093" y="3376"/>
                  </a:cubicBezTo>
                  <a:cubicBezTo>
                    <a:pt x="5466" y="3131"/>
                    <a:pt x="6025" y="3003"/>
                    <a:pt x="6410" y="2805"/>
                  </a:cubicBezTo>
                  <a:cubicBezTo>
                    <a:pt x="6855" y="2572"/>
                    <a:pt x="6571" y="1980"/>
                    <a:pt x="6153" y="1980"/>
                  </a:cubicBezTo>
                  <a:cubicBezTo>
                    <a:pt x="6090" y="1980"/>
                    <a:pt x="6023" y="1993"/>
                    <a:pt x="5956" y="2024"/>
                  </a:cubicBezTo>
                  <a:cubicBezTo>
                    <a:pt x="5804" y="2094"/>
                    <a:pt x="5652" y="2141"/>
                    <a:pt x="5501" y="2187"/>
                  </a:cubicBezTo>
                  <a:cubicBezTo>
                    <a:pt x="5652" y="1640"/>
                    <a:pt x="5816" y="1080"/>
                    <a:pt x="5967" y="532"/>
                  </a:cubicBezTo>
                  <a:cubicBezTo>
                    <a:pt x="6058" y="209"/>
                    <a:pt x="5798" y="0"/>
                    <a:pt x="55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248" name="Google Shape;3248;p93"/>
            <p:cNvSpPr/>
            <p:nvPr/>
          </p:nvSpPr>
          <p:spPr>
            <a:xfrm>
              <a:off x="5875550" y="3399550"/>
              <a:ext cx="49450" cy="9950"/>
            </a:xfrm>
            <a:custGeom>
              <a:avLst/>
              <a:gdLst/>
              <a:ahLst/>
              <a:cxnLst/>
              <a:rect l="l" t="t" r="r" b="b"/>
              <a:pathLst>
                <a:path w="1978" h="398" extrusionOk="0">
                  <a:moveTo>
                    <a:pt x="106" y="0"/>
                  </a:moveTo>
                  <a:cubicBezTo>
                    <a:pt x="24" y="0"/>
                    <a:pt x="1" y="105"/>
                    <a:pt x="59" y="140"/>
                  </a:cubicBezTo>
                  <a:cubicBezTo>
                    <a:pt x="338" y="329"/>
                    <a:pt x="700" y="397"/>
                    <a:pt x="1063" y="397"/>
                  </a:cubicBezTo>
                  <a:cubicBezTo>
                    <a:pt x="1352" y="397"/>
                    <a:pt x="1641" y="354"/>
                    <a:pt x="1889" y="292"/>
                  </a:cubicBezTo>
                  <a:cubicBezTo>
                    <a:pt x="1978" y="270"/>
                    <a:pt x="1939" y="151"/>
                    <a:pt x="1854" y="151"/>
                  </a:cubicBezTo>
                  <a:cubicBezTo>
                    <a:pt x="1850" y="151"/>
                    <a:pt x="1846" y="151"/>
                    <a:pt x="1842" y="152"/>
                  </a:cubicBezTo>
                  <a:cubicBezTo>
                    <a:pt x="1679" y="175"/>
                    <a:pt x="1516" y="187"/>
                    <a:pt x="1353" y="187"/>
                  </a:cubicBezTo>
                  <a:cubicBezTo>
                    <a:pt x="1189" y="187"/>
                    <a:pt x="1026" y="175"/>
                    <a:pt x="863" y="152"/>
                  </a:cubicBezTo>
                  <a:cubicBezTo>
                    <a:pt x="607" y="117"/>
                    <a:pt x="362" y="35"/>
                    <a:pt x="10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249" name="Google Shape;3249;p93"/>
            <p:cNvSpPr/>
            <p:nvPr/>
          </p:nvSpPr>
          <p:spPr>
            <a:xfrm>
              <a:off x="5875275" y="3273100"/>
              <a:ext cx="33325" cy="10325"/>
            </a:xfrm>
            <a:custGeom>
              <a:avLst/>
              <a:gdLst/>
              <a:ahLst/>
              <a:cxnLst/>
              <a:rect l="l" t="t" r="r" b="b"/>
              <a:pathLst>
                <a:path w="1333" h="413" extrusionOk="0">
                  <a:moveTo>
                    <a:pt x="114" y="1"/>
                  </a:moveTo>
                  <a:cubicBezTo>
                    <a:pt x="54" y="1"/>
                    <a:pt x="0" y="83"/>
                    <a:pt x="58" y="140"/>
                  </a:cubicBezTo>
                  <a:cubicBezTo>
                    <a:pt x="250" y="332"/>
                    <a:pt x="517" y="412"/>
                    <a:pt x="785" y="412"/>
                  </a:cubicBezTo>
                  <a:cubicBezTo>
                    <a:pt x="940" y="412"/>
                    <a:pt x="1094" y="386"/>
                    <a:pt x="1235" y="339"/>
                  </a:cubicBezTo>
                  <a:cubicBezTo>
                    <a:pt x="1333" y="306"/>
                    <a:pt x="1310" y="173"/>
                    <a:pt x="1222" y="173"/>
                  </a:cubicBezTo>
                  <a:cubicBezTo>
                    <a:pt x="1215" y="173"/>
                    <a:pt x="1208" y="174"/>
                    <a:pt x="1200" y="175"/>
                  </a:cubicBezTo>
                  <a:cubicBezTo>
                    <a:pt x="1095" y="201"/>
                    <a:pt x="995" y="212"/>
                    <a:pt x="899" y="212"/>
                  </a:cubicBezTo>
                  <a:cubicBezTo>
                    <a:pt x="641" y="212"/>
                    <a:pt x="406" y="131"/>
                    <a:pt x="152" y="12"/>
                  </a:cubicBezTo>
                  <a:cubicBezTo>
                    <a:pt x="139" y="4"/>
                    <a:pt x="127" y="1"/>
                    <a:pt x="11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250" name="Google Shape;3250;p93"/>
            <p:cNvSpPr/>
            <p:nvPr/>
          </p:nvSpPr>
          <p:spPr>
            <a:xfrm>
              <a:off x="5903325" y="3115450"/>
              <a:ext cx="37925" cy="9700"/>
            </a:xfrm>
            <a:custGeom>
              <a:avLst/>
              <a:gdLst/>
              <a:ahLst/>
              <a:cxnLst/>
              <a:rect l="l" t="t" r="r" b="b"/>
              <a:pathLst>
                <a:path w="1517" h="388" extrusionOk="0">
                  <a:moveTo>
                    <a:pt x="89" y="0"/>
                  </a:moveTo>
                  <a:cubicBezTo>
                    <a:pt x="37" y="0"/>
                    <a:pt x="0" y="63"/>
                    <a:pt x="43" y="107"/>
                  </a:cubicBezTo>
                  <a:cubicBezTo>
                    <a:pt x="224" y="314"/>
                    <a:pt x="517" y="387"/>
                    <a:pt x="813" y="387"/>
                  </a:cubicBezTo>
                  <a:cubicBezTo>
                    <a:pt x="1032" y="387"/>
                    <a:pt x="1252" y="348"/>
                    <a:pt x="1430" y="293"/>
                  </a:cubicBezTo>
                  <a:cubicBezTo>
                    <a:pt x="1516" y="272"/>
                    <a:pt x="1483" y="151"/>
                    <a:pt x="1404" y="151"/>
                  </a:cubicBezTo>
                  <a:cubicBezTo>
                    <a:pt x="1398" y="151"/>
                    <a:pt x="1391" y="151"/>
                    <a:pt x="1384" y="153"/>
                  </a:cubicBezTo>
                  <a:cubicBezTo>
                    <a:pt x="1259" y="179"/>
                    <a:pt x="1124" y="195"/>
                    <a:pt x="988" y="195"/>
                  </a:cubicBezTo>
                  <a:cubicBezTo>
                    <a:pt x="882" y="195"/>
                    <a:pt x="775" y="185"/>
                    <a:pt x="673" y="165"/>
                  </a:cubicBezTo>
                  <a:cubicBezTo>
                    <a:pt x="475" y="130"/>
                    <a:pt x="300" y="37"/>
                    <a:pt x="102" y="2"/>
                  </a:cubicBezTo>
                  <a:cubicBezTo>
                    <a:pt x="97" y="1"/>
                    <a:pt x="93" y="0"/>
                    <a:pt x="8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251" name="Google Shape;3251;p93"/>
            <p:cNvSpPr/>
            <p:nvPr/>
          </p:nvSpPr>
          <p:spPr>
            <a:xfrm>
              <a:off x="5835050" y="2620875"/>
              <a:ext cx="1353950" cy="946525"/>
            </a:xfrm>
            <a:custGeom>
              <a:avLst/>
              <a:gdLst/>
              <a:ahLst/>
              <a:cxnLst/>
              <a:rect l="l" t="t" r="r" b="b"/>
              <a:pathLst>
                <a:path w="54158" h="37861" extrusionOk="0">
                  <a:moveTo>
                    <a:pt x="26334" y="12008"/>
                  </a:moveTo>
                  <a:cubicBezTo>
                    <a:pt x="40873" y="12008"/>
                    <a:pt x="39509" y="27581"/>
                    <a:pt x="39509" y="27581"/>
                  </a:cubicBezTo>
                  <a:lnTo>
                    <a:pt x="12646" y="27581"/>
                  </a:lnTo>
                  <a:cubicBezTo>
                    <a:pt x="12646" y="27581"/>
                    <a:pt x="11049" y="12268"/>
                    <a:pt x="25978" y="12011"/>
                  </a:cubicBezTo>
                  <a:cubicBezTo>
                    <a:pt x="26098" y="12009"/>
                    <a:pt x="26217" y="12008"/>
                    <a:pt x="26334" y="12008"/>
                  </a:cubicBezTo>
                  <a:close/>
                  <a:moveTo>
                    <a:pt x="26670" y="0"/>
                  </a:moveTo>
                  <a:cubicBezTo>
                    <a:pt x="16102" y="0"/>
                    <a:pt x="6822" y="8293"/>
                    <a:pt x="4185" y="15181"/>
                  </a:cubicBezTo>
                  <a:cubicBezTo>
                    <a:pt x="1" y="26055"/>
                    <a:pt x="1154" y="33303"/>
                    <a:pt x="1970" y="37860"/>
                  </a:cubicBezTo>
                  <a:lnTo>
                    <a:pt x="50883" y="37581"/>
                  </a:lnTo>
                  <a:cubicBezTo>
                    <a:pt x="50883" y="37581"/>
                    <a:pt x="54158" y="15240"/>
                    <a:pt x="39217" y="4296"/>
                  </a:cubicBezTo>
                  <a:cubicBezTo>
                    <a:pt x="35049" y="1244"/>
                    <a:pt x="30763" y="0"/>
                    <a:pt x="26670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252" name="Google Shape;3252;p93"/>
            <p:cNvSpPr/>
            <p:nvPr/>
          </p:nvSpPr>
          <p:spPr>
            <a:xfrm>
              <a:off x="6107775" y="2951450"/>
              <a:ext cx="224075" cy="358100"/>
            </a:xfrm>
            <a:custGeom>
              <a:avLst/>
              <a:gdLst/>
              <a:ahLst/>
              <a:cxnLst/>
              <a:rect l="l" t="t" r="r" b="b"/>
              <a:pathLst>
                <a:path w="8963" h="14324" extrusionOk="0">
                  <a:moveTo>
                    <a:pt x="8962" y="0"/>
                  </a:moveTo>
                  <a:cubicBezTo>
                    <a:pt x="8088" y="164"/>
                    <a:pt x="7226" y="385"/>
                    <a:pt x="6387" y="700"/>
                  </a:cubicBezTo>
                  <a:cubicBezTo>
                    <a:pt x="4487" y="1411"/>
                    <a:pt x="3182" y="2576"/>
                    <a:pt x="2191" y="4301"/>
                  </a:cubicBezTo>
                  <a:cubicBezTo>
                    <a:pt x="1142" y="6119"/>
                    <a:pt x="315" y="8240"/>
                    <a:pt x="128" y="10349"/>
                  </a:cubicBezTo>
                  <a:cubicBezTo>
                    <a:pt x="0" y="11748"/>
                    <a:pt x="117" y="13519"/>
                    <a:pt x="1387" y="14323"/>
                  </a:cubicBezTo>
                  <a:cubicBezTo>
                    <a:pt x="1492" y="14277"/>
                    <a:pt x="1608" y="14242"/>
                    <a:pt x="1725" y="14218"/>
                  </a:cubicBezTo>
                  <a:cubicBezTo>
                    <a:pt x="1632" y="12937"/>
                    <a:pt x="1189" y="3415"/>
                    <a:pt x="8962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253" name="Google Shape;3253;p93"/>
            <p:cNvSpPr/>
            <p:nvPr/>
          </p:nvSpPr>
          <p:spPr>
            <a:xfrm>
              <a:off x="5869425" y="2620925"/>
              <a:ext cx="1319575" cy="946475"/>
            </a:xfrm>
            <a:custGeom>
              <a:avLst/>
              <a:gdLst/>
              <a:ahLst/>
              <a:cxnLst/>
              <a:rect l="l" t="t" r="r" b="b"/>
              <a:pathLst>
                <a:path w="52783" h="37859" extrusionOk="0">
                  <a:moveTo>
                    <a:pt x="25315" y="1"/>
                  </a:moveTo>
                  <a:cubicBezTo>
                    <a:pt x="24889" y="1"/>
                    <a:pt x="24465" y="14"/>
                    <a:pt x="24044" y="41"/>
                  </a:cubicBezTo>
                  <a:cubicBezTo>
                    <a:pt x="24964" y="297"/>
                    <a:pt x="25885" y="612"/>
                    <a:pt x="26771" y="973"/>
                  </a:cubicBezTo>
                  <a:cubicBezTo>
                    <a:pt x="38821" y="5844"/>
                    <a:pt x="47818" y="18874"/>
                    <a:pt x="47061" y="32031"/>
                  </a:cubicBezTo>
                  <a:cubicBezTo>
                    <a:pt x="47014" y="32847"/>
                    <a:pt x="46420" y="33488"/>
                    <a:pt x="45581" y="33500"/>
                  </a:cubicBezTo>
                  <a:cubicBezTo>
                    <a:pt x="41292" y="33593"/>
                    <a:pt x="36991" y="33628"/>
                    <a:pt x="32703" y="33628"/>
                  </a:cubicBezTo>
                  <a:cubicBezTo>
                    <a:pt x="25209" y="33628"/>
                    <a:pt x="17715" y="33535"/>
                    <a:pt x="10233" y="33511"/>
                  </a:cubicBezTo>
                  <a:cubicBezTo>
                    <a:pt x="10125" y="33511"/>
                    <a:pt x="10016" y="33511"/>
                    <a:pt x="9908" y="33511"/>
                  </a:cubicBezTo>
                  <a:cubicBezTo>
                    <a:pt x="6602" y="33511"/>
                    <a:pt x="3296" y="33680"/>
                    <a:pt x="1" y="33838"/>
                  </a:cubicBezTo>
                  <a:cubicBezTo>
                    <a:pt x="152" y="35364"/>
                    <a:pt x="386" y="36693"/>
                    <a:pt x="595" y="37858"/>
                  </a:cubicBezTo>
                  <a:lnTo>
                    <a:pt x="49508" y="37579"/>
                  </a:lnTo>
                  <a:cubicBezTo>
                    <a:pt x="49508" y="37579"/>
                    <a:pt x="52783" y="15238"/>
                    <a:pt x="37842" y="4294"/>
                  </a:cubicBezTo>
                  <a:cubicBezTo>
                    <a:pt x="33684" y="1244"/>
                    <a:pt x="29402" y="1"/>
                    <a:pt x="25315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254" name="Google Shape;3254;p93"/>
            <p:cNvSpPr/>
            <p:nvPr/>
          </p:nvSpPr>
          <p:spPr>
            <a:xfrm>
              <a:off x="5868925" y="2626575"/>
              <a:ext cx="1213275" cy="919250"/>
            </a:xfrm>
            <a:custGeom>
              <a:avLst/>
              <a:gdLst/>
              <a:ahLst/>
              <a:cxnLst/>
              <a:rect l="l" t="t" r="r" b="b"/>
              <a:pathLst>
                <a:path w="48531" h="36770" extrusionOk="0">
                  <a:moveTo>
                    <a:pt x="24881" y="0"/>
                  </a:moveTo>
                  <a:cubicBezTo>
                    <a:pt x="24795" y="0"/>
                    <a:pt x="24755" y="142"/>
                    <a:pt x="24856" y="164"/>
                  </a:cubicBezTo>
                  <a:cubicBezTo>
                    <a:pt x="31522" y="1877"/>
                    <a:pt x="37536" y="5851"/>
                    <a:pt x="41487" y="11527"/>
                  </a:cubicBezTo>
                  <a:cubicBezTo>
                    <a:pt x="45740" y="17634"/>
                    <a:pt x="47349" y="25360"/>
                    <a:pt x="46043" y="32668"/>
                  </a:cubicBezTo>
                  <a:cubicBezTo>
                    <a:pt x="46043" y="32726"/>
                    <a:pt x="46055" y="32772"/>
                    <a:pt x="46078" y="32807"/>
                  </a:cubicBezTo>
                  <a:cubicBezTo>
                    <a:pt x="46050" y="32779"/>
                    <a:pt x="46021" y="32758"/>
                    <a:pt x="45973" y="32758"/>
                  </a:cubicBezTo>
                  <a:cubicBezTo>
                    <a:pt x="45962" y="32758"/>
                    <a:pt x="45951" y="32759"/>
                    <a:pt x="45939" y="32761"/>
                  </a:cubicBezTo>
                  <a:cubicBezTo>
                    <a:pt x="41054" y="33197"/>
                    <a:pt x="36161" y="33310"/>
                    <a:pt x="31264" y="33310"/>
                  </a:cubicBezTo>
                  <a:cubicBezTo>
                    <a:pt x="28449" y="33310"/>
                    <a:pt x="25633" y="33273"/>
                    <a:pt x="22817" y="33239"/>
                  </a:cubicBezTo>
                  <a:cubicBezTo>
                    <a:pt x="20623" y="33205"/>
                    <a:pt x="18429" y="33179"/>
                    <a:pt x="16236" y="33179"/>
                  </a:cubicBezTo>
                  <a:cubicBezTo>
                    <a:pt x="14642" y="33179"/>
                    <a:pt x="13048" y="33193"/>
                    <a:pt x="11454" y="33227"/>
                  </a:cubicBezTo>
                  <a:cubicBezTo>
                    <a:pt x="7701" y="33309"/>
                    <a:pt x="3820" y="33355"/>
                    <a:pt x="114" y="34008"/>
                  </a:cubicBezTo>
                  <a:cubicBezTo>
                    <a:pt x="1" y="34019"/>
                    <a:pt x="20" y="34206"/>
                    <a:pt x="128" y="34206"/>
                  </a:cubicBezTo>
                  <a:cubicBezTo>
                    <a:pt x="131" y="34206"/>
                    <a:pt x="134" y="34206"/>
                    <a:pt x="137" y="34206"/>
                  </a:cubicBezTo>
                  <a:cubicBezTo>
                    <a:pt x="3913" y="34031"/>
                    <a:pt x="7666" y="33658"/>
                    <a:pt x="11454" y="33588"/>
                  </a:cubicBezTo>
                  <a:cubicBezTo>
                    <a:pt x="12942" y="33557"/>
                    <a:pt x="14431" y="33544"/>
                    <a:pt x="15919" y="33544"/>
                  </a:cubicBezTo>
                  <a:cubicBezTo>
                    <a:pt x="18288" y="33544"/>
                    <a:pt x="20657" y="33576"/>
                    <a:pt x="23026" y="33612"/>
                  </a:cubicBezTo>
                  <a:cubicBezTo>
                    <a:pt x="25976" y="33652"/>
                    <a:pt x="28927" y="33700"/>
                    <a:pt x="31876" y="33700"/>
                  </a:cubicBezTo>
                  <a:cubicBezTo>
                    <a:pt x="36560" y="33700"/>
                    <a:pt x="41241" y="33580"/>
                    <a:pt x="45904" y="33122"/>
                  </a:cubicBezTo>
                  <a:cubicBezTo>
                    <a:pt x="45904" y="33169"/>
                    <a:pt x="45915" y="33204"/>
                    <a:pt x="45939" y="33250"/>
                  </a:cubicBezTo>
                  <a:cubicBezTo>
                    <a:pt x="46859" y="34322"/>
                    <a:pt x="47628" y="35488"/>
                    <a:pt x="48304" y="36712"/>
                  </a:cubicBezTo>
                  <a:cubicBezTo>
                    <a:pt x="48327" y="36753"/>
                    <a:pt x="48360" y="36770"/>
                    <a:pt x="48393" y="36770"/>
                  </a:cubicBezTo>
                  <a:cubicBezTo>
                    <a:pt x="48463" y="36770"/>
                    <a:pt x="48530" y="36694"/>
                    <a:pt x="48491" y="36607"/>
                  </a:cubicBezTo>
                  <a:cubicBezTo>
                    <a:pt x="47873" y="35313"/>
                    <a:pt x="47081" y="34136"/>
                    <a:pt x="46148" y="33041"/>
                  </a:cubicBezTo>
                  <a:cubicBezTo>
                    <a:pt x="46137" y="33017"/>
                    <a:pt x="46113" y="33006"/>
                    <a:pt x="46102" y="32994"/>
                  </a:cubicBezTo>
                  <a:cubicBezTo>
                    <a:pt x="46125" y="32947"/>
                    <a:pt x="46113" y="32877"/>
                    <a:pt x="46090" y="32831"/>
                  </a:cubicBezTo>
                  <a:lnTo>
                    <a:pt x="46090" y="32831"/>
                  </a:lnTo>
                  <a:cubicBezTo>
                    <a:pt x="46133" y="32879"/>
                    <a:pt x="46197" y="32907"/>
                    <a:pt x="46258" y="32907"/>
                  </a:cubicBezTo>
                  <a:cubicBezTo>
                    <a:pt x="46331" y="32907"/>
                    <a:pt x="46397" y="32867"/>
                    <a:pt x="46416" y="32772"/>
                  </a:cubicBezTo>
                  <a:cubicBezTo>
                    <a:pt x="48479" y="21363"/>
                    <a:pt x="43340" y="9616"/>
                    <a:pt x="33480" y="3497"/>
                  </a:cubicBezTo>
                  <a:cubicBezTo>
                    <a:pt x="30835" y="1854"/>
                    <a:pt x="27933" y="677"/>
                    <a:pt x="24891" y="1"/>
                  </a:cubicBezTo>
                  <a:cubicBezTo>
                    <a:pt x="24888" y="1"/>
                    <a:pt x="24884" y="0"/>
                    <a:pt x="2488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255" name="Google Shape;3255;p93"/>
            <p:cNvSpPr/>
            <p:nvPr/>
          </p:nvSpPr>
          <p:spPr>
            <a:xfrm>
              <a:off x="6093500" y="2927150"/>
              <a:ext cx="273600" cy="372250"/>
            </a:xfrm>
            <a:custGeom>
              <a:avLst/>
              <a:gdLst/>
              <a:ahLst/>
              <a:cxnLst/>
              <a:rect l="l" t="t" r="r" b="b"/>
              <a:pathLst>
                <a:path w="10944" h="14890" extrusionOk="0">
                  <a:moveTo>
                    <a:pt x="10603" y="0"/>
                  </a:moveTo>
                  <a:cubicBezTo>
                    <a:pt x="6929" y="0"/>
                    <a:pt x="3599" y="2887"/>
                    <a:pt x="1993" y="5995"/>
                  </a:cubicBezTo>
                  <a:cubicBezTo>
                    <a:pt x="1061" y="7802"/>
                    <a:pt x="548" y="9806"/>
                    <a:pt x="396" y="11834"/>
                  </a:cubicBezTo>
                  <a:cubicBezTo>
                    <a:pt x="328" y="12727"/>
                    <a:pt x="191" y="14890"/>
                    <a:pt x="1577" y="14890"/>
                  </a:cubicBezTo>
                  <a:cubicBezTo>
                    <a:pt x="1603" y="14890"/>
                    <a:pt x="1629" y="14889"/>
                    <a:pt x="1655" y="14887"/>
                  </a:cubicBezTo>
                  <a:cubicBezTo>
                    <a:pt x="1806" y="14876"/>
                    <a:pt x="1865" y="14631"/>
                    <a:pt x="1690" y="14608"/>
                  </a:cubicBezTo>
                  <a:cubicBezTo>
                    <a:pt x="0" y="14305"/>
                    <a:pt x="839" y="10739"/>
                    <a:pt x="1061" y="9713"/>
                  </a:cubicBezTo>
                  <a:cubicBezTo>
                    <a:pt x="1422" y="8012"/>
                    <a:pt x="2074" y="6368"/>
                    <a:pt x="3042" y="4923"/>
                  </a:cubicBezTo>
                  <a:cubicBezTo>
                    <a:pt x="4906" y="2138"/>
                    <a:pt x="7645" y="693"/>
                    <a:pt x="10873" y="133"/>
                  </a:cubicBezTo>
                  <a:cubicBezTo>
                    <a:pt x="10943" y="122"/>
                    <a:pt x="10932" y="5"/>
                    <a:pt x="10862" y="5"/>
                  </a:cubicBezTo>
                  <a:cubicBezTo>
                    <a:pt x="10775" y="2"/>
                    <a:pt x="10689" y="0"/>
                    <a:pt x="1060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256" name="Google Shape;3256;p93"/>
            <p:cNvSpPr/>
            <p:nvPr/>
          </p:nvSpPr>
          <p:spPr>
            <a:xfrm>
              <a:off x="5946300" y="2988250"/>
              <a:ext cx="39075" cy="20850"/>
            </a:xfrm>
            <a:custGeom>
              <a:avLst/>
              <a:gdLst/>
              <a:ahLst/>
              <a:cxnLst/>
              <a:rect l="l" t="t" r="r" b="b"/>
              <a:pathLst>
                <a:path w="1563" h="834" extrusionOk="0">
                  <a:moveTo>
                    <a:pt x="118" y="0"/>
                  </a:moveTo>
                  <a:cubicBezTo>
                    <a:pt x="37" y="0"/>
                    <a:pt x="1" y="132"/>
                    <a:pt x="73" y="183"/>
                  </a:cubicBezTo>
                  <a:cubicBezTo>
                    <a:pt x="480" y="440"/>
                    <a:pt x="958" y="638"/>
                    <a:pt x="1389" y="824"/>
                  </a:cubicBezTo>
                  <a:cubicBezTo>
                    <a:pt x="1404" y="831"/>
                    <a:pt x="1418" y="834"/>
                    <a:pt x="1432" y="834"/>
                  </a:cubicBezTo>
                  <a:cubicBezTo>
                    <a:pt x="1514" y="834"/>
                    <a:pt x="1563" y="725"/>
                    <a:pt x="1483" y="684"/>
                  </a:cubicBezTo>
                  <a:cubicBezTo>
                    <a:pt x="1052" y="440"/>
                    <a:pt x="609" y="172"/>
                    <a:pt x="154" y="9"/>
                  </a:cubicBezTo>
                  <a:cubicBezTo>
                    <a:pt x="141" y="3"/>
                    <a:pt x="129" y="0"/>
                    <a:pt x="118" y="0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257" name="Google Shape;3257;p93"/>
            <p:cNvSpPr/>
            <p:nvPr/>
          </p:nvSpPr>
          <p:spPr>
            <a:xfrm>
              <a:off x="6017775" y="2862525"/>
              <a:ext cx="38175" cy="25975"/>
            </a:xfrm>
            <a:custGeom>
              <a:avLst/>
              <a:gdLst/>
              <a:ahLst/>
              <a:cxnLst/>
              <a:rect l="l" t="t" r="r" b="b"/>
              <a:pathLst>
                <a:path w="1527" h="1039" extrusionOk="0">
                  <a:moveTo>
                    <a:pt x="113" y="1"/>
                  </a:moveTo>
                  <a:cubicBezTo>
                    <a:pt x="38" y="1"/>
                    <a:pt x="1" y="108"/>
                    <a:pt x="69" y="166"/>
                  </a:cubicBezTo>
                  <a:cubicBezTo>
                    <a:pt x="488" y="469"/>
                    <a:pt x="943" y="749"/>
                    <a:pt x="1386" y="1029"/>
                  </a:cubicBezTo>
                  <a:cubicBezTo>
                    <a:pt x="1398" y="1035"/>
                    <a:pt x="1410" y="1039"/>
                    <a:pt x="1421" y="1039"/>
                  </a:cubicBezTo>
                  <a:cubicBezTo>
                    <a:pt x="1485" y="1039"/>
                    <a:pt x="1527" y="940"/>
                    <a:pt x="1467" y="900"/>
                  </a:cubicBezTo>
                  <a:cubicBezTo>
                    <a:pt x="1036" y="597"/>
                    <a:pt x="605" y="283"/>
                    <a:pt x="162" y="15"/>
                  </a:cubicBezTo>
                  <a:cubicBezTo>
                    <a:pt x="145" y="5"/>
                    <a:pt x="128" y="1"/>
                    <a:pt x="113" y="1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258" name="Google Shape;3258;p93"/>
            <p:cNvSpPr/>
            <p:nvPr/>
          </p:nvSpPr>
          <p:spPr>
            <a:xfrm>
              <a:off x="6105500" y="2785975"/>
              <a:ext cx="31775" cy="37200"/>
            </a:xfrm>
            <a:custGeom>
              <a:avLst/>
              <a:gdLst/>
              <a:ahLst/>
              <a:cxnLst/>
              <a:rect l="l" t="t" r="r" b="b"/>
              <a:pathLst>
                <a:path w="1271" h="1488" extrusionOk="0">
                  <a:moveTo>
                    <a:pt x="119" y="0"/>
                  </a:moveTo>
                  <a:cubicBezTo>
                    <a:pt x="62" y="0"/>
                    <a:pt x="1" y="64"/>
                    <a:pt x="33" y="128"/>
                  </a:cubicBezTo>
                  <a:cubicBezTo>
                    <a:pt x="313" y="664"/>
                    <a:pt x="674" y="1119"/>
                    <a:pt x="1152" y="1480"/>
                  </a:cubicBezTo>
                  <a:cubicBezTo>
                    <a:pt x="1160" y="1485"/>
                    <a:pt x="1170" y="1488"/>
                    <a:pt x="1179" y="1488"/>
                  </a:cubicBezTo>
                  <a:cubicBezTo>
                    <a:pt x="1228" y="1488"/>
                    <a:pt x="1271" y="1415"/>
                    <a:pt x="1222" y="1375"/>
                  </a:cubicBezTo>
                  <a:cubicBezTo>
                    <a:pt x="790" y="1002"/>
                    <a:pt x="429" y="559"/>
                    <a:pt x="184" y="47"/>
                  </a:cubicBezTo>
                  <a:cubicBezTo>
                    <a:pt x="170" y="14"/>
                    <a:pt x="145" y="0"/>
                    <a:pt x="119" y="0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259" name="Google Shape;3259;p93"/>
            <p:cNvSpPr/>
            <p:nvPr/>
          </p:nvSpPr>
          <p:spPr>
            <a:xfrm>
              <a:off x="6225650" y="2703850"/>
              <a:ext cx="20925" cy="42700"/>
            </a:xfrm>
            <a:custGeom>
              <a:avLst/>
              <a:gdLst/>
              <a:ahLst/>
              <a:cxnLst/>
              <a:rect l="l" t="t" r="r" b="b"/>
              <a:pathLst>
                <a:path w="837" h="1708" extrusionOk="0">
                  <a:moveTo>
                    <a:pt x="112" y="1"/>
                  </a:moveTo>
                  <a:cubicBezTo>
                    <a:pt x="56" y="1"/>
                    <a:pt x="1" y="46"/>
                    <a:pt x="28" y="115"/>
                  </a:cubicBezTo>
                  <a:cubicBezTo>
                    <a:pt x="238" y="639"/>
                    <a:pt x="460" y="1152"/>
                    <a:pt x="681" y="1677"/>
                  </a:cubicBezTo>
                  <a:cubicBezTo>
                    <a:pt x="692" y="1699"/>
                    <a:pt x="712" y="1708"/>
                    <a:pt x="734" y="1708"/>
                  </a:cubicBezTo>
                  <a:cubicBezTo>
                    <a:pt x="781" y="1708"/>
                    <a:pt x="837" y="1663"/>
                    <a:pt x="821" y="1607"/>
                  </a:cubicBezTo>
                  <a:cubicBezTo>
                    <a:pt x="623" y="1094"/>
                    <a:pt x="413" y="581"/>
                    <a:pt x="203" y="68"/>
                  </a:cubicBezTo>
                  <a:cubicBezTo>
                    <a:pt x="189" y="21"/>
                    <a:pt x="150" y="1"/>
                    <a:pt x="112" y="1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260" name="Google Shape;3260;p93"/>
            <p:cNvSpPr/>
            <p:nvPr/>
          </p:nvSpPr>
          <p:spPr>
            <a:xfrm>
              <a:off x="6360650" y="2649175"/>
              <a:ext cx="11750" cy="53450"/>
            </a:xfrm>
            <a:custGeom>
              <a:avLst/>
              <a:gdLst/>
              <a:ahLst/>
              <a:cxnLst/>
              <a:rect l="l" t="t" r="r" b="b"/>
              <a:pathLst>
                <a:path w="470" h="2138" extrusionOk="0">
                  <a:moveTo>
                    <a:pt x="173" y="1"/>
                  </a:moveTo>
                  <a:cubicBezTo>
                    <a:pt x="127" y="1"/>
                    <a:pt x="81" y="31"/>
                    <a:pt x="71" y="99"/>
                  </a:cubicBezTo>
                  <a:cubicBezTo>
                    <a:pt x="1" y="787"/>
                    <a:pt x="71" y="1440"/>
                    <a:pt x="304" y="2092"/>
                  </a:cubicBezTo>
                  <a:cubicBezTo>
                    <a:pt x="318" y="2124"/>
                    <a:pt x="347" y="2138"/>
                    <a:pt x="376" y="2138"/>
                  </a:cubicBezTo>
                  <a:cubicBezTo>
                    <a:pt x="423" y="2138"/>
                    <a:pt x="470" y="2103"/>
                    <a:pt x="455" y="2046"/>
                  </a:cubicBezTo>
                  <a:cubicBezTo>
                    <a:pt x="246" y="1428"/>
                    <a:pt x="176" y="775"/>
                    <a:pt x="269" y="123"/>
                  </a:cubicBezTo>
                  <a:cubicBezTo>
                    <a:pt x="282" y="46"/>
                    <a:pt x="228" y="1"/>
                    <a:pt x="173" y="1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261" name="Google Shape;3261;p93"/>
            <p:cNvSpPr/>
            <p:nvPr/>
          </p:nvSpPr>
          <p:spPr>
            <a:xfrm>
              <a:off x="6515525" y="2643825"/>
              <a:ext cx="12700" cy="58825"/>
            </a:xfrm>
            <a:custGeom>
              <a:avLst/>
              <a:gdLst/>
              <a:ahLst/>
              <a:cxnLst/>
              <a:rect l="l" t="t" r="r" b="b"/>
              <a:pathLst>
                <a:path w="508" h="2353" extrusionOk="0">
                  <a:moveTo>
                    <a:pt x="432" y="1"/>
                  </a:moveTo>
                  <a:cubicBezTo>
                    <a:pt x="409" y="1"/>
                    <a:pt x="388" y="11"/>
                    <a:pt x="379" y="34"/>
                  </a:cubicBezTo>
                  <a:cubicBezTo>
                    <a:pt x="76" y="698"/>
                    <a:pt x="29" y="1560"/>
                    <a:pt x="6" y="2283"/>
                  </a:cubicBezTo>
                  <a:cubicBezTo>
                    <a:pt x="0" y="2330"/>
                    <a:pt x="35" y="2353"/>
                    <a:pt x="73" y="2353"/>
                  </a:cubicBezTo>
                  <a:cubicBezTo>
                    <a:pt x="111" y="2353"/>
                    <a:pt x="152" y="2330"/>
                    <a:pt x="157" y="2283"/>
                  </a:cubicBezTo>
                  <a:cubicBezTo>
                    <a:pt x="227" y="1537"/>
                    <a:pt x="449" y="803"/>
                    <a:pt x="507" y="69"/>
                  </a:cubicBezTo>
                  <a:cubicBezTo>
                    <a:pt x="507" y="26"/>
                    <a:pt x="468" y="1"/>
                    <a:pt x="432" y="1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262" name="Google Shape;3262;p93"/>
            <p:cNvSpPr/>
            <p:nvPr/>
          </p:nvSpPr>
          <p:spPr>
            <a:xfrm>
              <a:off x="6645800" y="2703625"/>
              <a:ext cx="21875" cy="42125"/>
            </a:xfrm>
            <a:custGeom>
              <a:avLst/>
              <a:gdLst/>
              <a:ahLst/>
              <a:cxnLst/>
              <a:rect l="l" t="t" r="r" b="b"/>
              <a:pathLst>
                <a:path w="875" h="1685" extrusionOk="0">
                  <a:moveTo>
                    <a:pt x="751" y="1"/>
                  </a:moveTo>
                  <a:cubicBezTo>
                    <a:pt x="723" y="1"/>
                    <a:pt x="696" y="16"/>
                    <a:pt x="680" y="54"/>
                  </a:cubicBezTo>
                  <a:cubicBezTo>
                    <a:pt x="459" y="567"/>
                    <a:pt x="226" y="1080"/>
                    <a:pt x="16" y="1592"/>
                  </a:cubicBezTo>
                  <a:cubicBezTo>
                    <a:pt x="1" y="1646"/>
                    <a:pt x="46" y="1685"/>
                    <a:pt x="89" y="1685"/>
                  </a:cubicBezTo>
                  <a:cubicBezTo>
                    <a:pt x="111" y="1685"/>
                    <a:pt x="132" y="1675"/>
                    <a:pt x="144" y="1651"/>
                  </a:cubicBezTo>
                  <a:cubicBezTo>
                    <a:pt x="389" y="1150"/>
                    <a:pt x="610" y="648"/>
                    <a:pt x="844" y="147"/>
                  </a:cubicBezTo>
                  <a:cubicBezTo>
                    <a:pt x="875" y="69"/>
                    <a:pt x="811" y="1"/>
                    <a:pt x="751" y="1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263" name="Google Shape;3263;p93"/>
            <p:cNvSpPr/>
            <p:nvPr/>
          </p:nvSpPr>
          <p:spPr>
            <a:xfrm>
              <a:off x="6750775" y="2797175"/>
              <a:ext cx="31725" cy="36225"/>
            </a:xfrm>
            <a:custGeom>
              <a:avLst/>
              <a:gdLst/>
              <a:ahLst/>
              <a:cxnLst/>
              <a:rect l="l" t="t" r="r" b="b"/>
              <a:pathLst>
                <a:path w="1269" h="1449" extrusionOk="0">
                  <a:moveTo>
                    <a:pt x="1170" y="0"/>
                  </a:moveTo>
                  <a:cubicBezTo>
                    <a:pt x="1153" y="0"/>
                    <a:pt x="1135" y="9"/>
                    <a:pt x="1120" y="30"/>
                  </a:cubicBezTo>
                  <a:cubicBezTo>
                    <a:pt x="758" y="461"/>
                    <a:pt x="397" y="904"/>
                    <a:pt x="36" y="1347"/>
                  </a:cubicBezTo>
                  <a:cubicBezTo>
                    <a:pt x="1" y="1391"/>
                    <a:pt x="39" y="1448"/>
                    <a:pt x="80" y="1448"/>
                  </a:cubicBezTo>
                  <a:cubicBezTo>
                    <a:pt x="93" y="1448"/>
                    <a:pt x="106" y="1442"/>
                    <a:pt x="118" y="1428"/>
                  </a:cubicBezTo>
                  <a:cubicBezTo>
                    <a:pt x="490" y="997"/>
                    <a:pt x="863" y="566"/>
                    <a:pt x="1225" y="135"/>
                  </a:cubicBezTo>
                  <a:cubicBezTo>
                    <a:pt x="1268" y="74"/>
                    <a:pt x="1221" y="0"/>
                    <a:pt x="1170" y="0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264" name="Google Shape;3264;p93"/>
            <p:cNvSpPr/>
            <p:nvPr/>
          </p:nvSpPr>
          <p:spPr>
            <a:xfrm>
              <a:off x="6848675" y="2911350"/>
              <a:ext cx="37100" cy="25825"/>
            </a:xfrm>
            <a:custGeom>
              <a:avLst/>
              <a:gdLst/>
              <a:ahLst/>
              <a:cxnLst/>
              <a:rect l="l" t="t" r="r" b="b"/>
              <a:pathLst>
                <a:path w="1484" h="1033" extrusionOk="0">
                  <a:moveTo>
                    <a:pt x="1380" y="0"/>
                  </a:moveTo>
                  <a:cubicBezTo>
                    <a:pt x="1371" y="0"/>
                    <a:pt x="1362" y="3"/>
                    <a:pt x="1353" y="8"/>
                  </a:cubicBezTo>
                  <a:cubicBezTo>
                    <a:pt x="898" y="276"/>
                    <a:pt x="479" y="602"/>
                    <a:pt x="59" y="905"/>
                  </a:cubicBezTo>
                  <a:cubicBezTo>
                    <a:pt x="0" y="944"/>
                    <a:pt x="32" y="1033"/>
                    <a:pt x="85" y="1033"/>
                  </a:cubicBezTo>
                  <a:cubicBezTo>
                    <a:pt x="95" y="1033"/>
                    <a:pt x="106" y="1029"/>
                    <a:pt x="117" y="1022"/>
                  </a:cubicBezTo>
                  <a:cubicBezTo>
                    <a:pt x="560" y="719"/>
                    <a:pt x="1015" y="439"/>
                    <a:pt x="1434" y="113"/>
                  </a:cubicBezTo>
                  <a:cubicBezTo>
                    <a:pt x="1484" y="73"/>
                    <a:pt x="1433" y="0"/>
                    <a:pt x="1380" y="0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265" name="Google Shape;3265;p93"/>
            <p:cNvSpPr/>
            <p:nvPr/>
          </p:nvSpPr>
          <p:spPr>
            <a:xfrm>
              <a:off x="6919800" y="3037875"/>
              <a:ext cx="47900" cy="25725"/>
            </a:xfrm>
            <a:custGeom>
              <a:avLst/>
              <a:gdLst/>
              <a:ahLst/>
              <a:cxnLst/>
              <a:rect l="l" t="t" r="r" b="b"/>
              <a:pathLst>
                <a:path w="1916" h="1029" extrusionOk="0">
                  <a:moveTo>
                    <a:pt x="1841" y="0"/>
                  </a:moveTo>
                  <a:cubicBezTo>
                    <a:pt x="1833" y="0"/>
                    <a:pt x="1826" y="2"/>
                    <a:pt x="1817" y="5"/>
                  </a:cubicBezTo>
                  <a:cubicBezTo>
                    <a:pt x="1526" y="75"/>
                    <a:pt x="1258" y="261"/>
                    <a:pt x="990" y="413"/>
                  </a:cubicBezTo>
                  <a:cubicBezTo>
                    <a:pt x="687" y="576"/>
                    <a:pt x="372" y="739"/>
                    <a:pt x="69" y="902"/>
                  </a:cubicBezTo>
                  <a:cubicBezTo>
                    <a:pt x="0" y="932"/>
                    <a:pt x="40" y="1029"/>
                    <a:pt x="104" y="1029"/>
                  </a:cubicBezTo>
                  <a:cubicBezTo>
                    <a:pt x="115" y="1029"/>
                    <a:pt x="127" y="1026"/>
                    <a:pt x="139" y="1019"/>
                  </a:cubicBezTo>
                  <a:cubicBezTo>
                    <a:pt x="454" y="855"/>
                    <a:pt x="757" y="704"/>
                    <a:pt x="1072" y="541"/>
                  </a:cubicBezTo>
                  <a:cubicBezTo>
                    <a:pt x="1340" y="401"/>
                    <a:pt x="1643" y="284"/>
                    <a:pt x="1876" y="86"/>
                  </a:cubicBezTo>
                  <a:cubicBezTo>
                    <a:pt x="1916" y="56"/>
                    <a:pt x="1887" y="0"/>
                    <a:pt x="1841" y="0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266" name="Google Shape;3266;p93"/>
            <p:cNvSpPr/>
            <p:nvPr/>
          </p:nvSpPr>
          <p:spPr>
            <a:xfrm>
              <a:off x="6963000" y="3141100"/>
              <a:ext cx="44400" cy="10550"/>
            </a:xfrm>
            <a:custGeom>
              <a:avLst/>
              <a:gdLst/>
              <a:ahLst/>
              <a:cxnLst/>
              <a:rect l="l" t="t" r="r" b="b"/>
              <a:pathLst>
                <a:path w="1776" h="422" extrusionOk="0">
                  <a:moveTo>
                    <a:pt x="1638" y="1"/>
                  </a:moveTo>
                  <a:cubicBezTo>
                    <a:pt x="1635" y="1"/>
                    <a:pt x="1631" y="1"/>
                    <a:pt x="1628" y="1"/>
                  </a:cubicBezTo>
                  <a:cubicBezTo>
                    <a:pt x="1115" y="83"/>
                    <a:pt x="602" y="176"/>
                    <a:pt x="101" y="269"/>
                  </a:cubicBezTo>
                  <a:cubicBezTo>
                    <a:pt x="0" y="281"/>
                    <a:pt x="40" y="421"/>
                    <a:pt x="136" y="421"/>
                  </a:cubicBezTo>
                  <a:cubicBezTo>
                    <a:pt x="140" y="421"/>
                    <a:pt x="144" y="421"/>
                    <a:pt x="148" y="421"/>
                  </a:cubicBezTo>
                  <a:cubicBezTo>
                    <a:pt x="649" y="339"/>
                    <a:pt x="1162" y="269"/>
                    <a:pt x="1674" y="176"/>
                  </a:cubicBezTo>
                  <a:cubicBezTo>
                    <a:pt x="1776" y="165"/>
                    <a:pt x="1736" y="1"/>
                    <a:pt x="1638" y="1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267" name="Google Shape;3267;p93"/>
            <p:cNvSpPr/>
            <p:nvPr/>
          </p:nvSpPr>
          <p:spPr>
            <a:xfrm>
              <a:off x="6985625" y="3266250"/>
              <a:ext cx="41975" cy="5500"/>
            </a:xfrm>
            <a:custGeom>
              <a:avLst/>
              <a:gdLst/>
              <a:ahLst/>
              <a:cxnLst/>
              <a:rect l="l" t="t" r="r" b="b"/>
              <a:pathLst>
                <a:path w="1679" h="220" extrusionOk="0">
                  <a:moveTo>
                    <a:pt x="1051" y="0"/>
                  </a:moveTo>
                  <a:cubicBezTo>
                    <a:pt x="723" y="0"/>
                    <a:pt x="385" y="34"/>
                    <a:pt x="82" y="42"/>
                  </a:cubicBezTo>
                  <a:cubicBezTo>
                    <a:pt x="0" y="42"/>
                    <a:pt x="0" y="181"/>
                    <a:pt x="82" y="181"/>
                  </a:cubicBezTo>
                  <a:cubicBezTo>
                    <a:pt x="395" y="181"/>
                    <a:pt x="747" y="220"/>
                    <a:pt x="1084" y="220"/>
                  </a:cubicBezTo>
                  <a:cubicBezTo>
                    <a:pt x="1274" y="220"/>
                    <a:pt x="1460" y="207"/>
                    <a:pt x="1632" y="170"/>
                  </a:cubicBezTo>
                  <a:cubicBezTo>
                    <a:pt x="1678" y="146"/>
                    <a:pt x="1678" y="65"/>
                    <a:pt x="1632" y="53"/>
                  </a:cubicBezTo>
                  <a:cubicBezTo>
                    <a:pt x="1450" y="13"/>
                    <a:pt x="1252" y="0"/>
                    <a:pt x="1051" y="0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268" name="Google Shape;3268;p93"/>
            <p:cNvSpPr/>
            <p:nvPr/>
          </p:nvSpPr>
          <p:spPr>
            <a:xfrm>
              <a:off x="6985725" y="3360500"/>
              <a:ext cx="31375" cy="9375"/>
            </a:xfrm>
            <a:custGeom>
              <a:avLst/>
              <a:gdLst/>
              <a:ahLst/>
              <a:cxnLst/>
              <a:rect l="l" t="t" r="r" b="b"/>
              <a:pathLst>
                <a:path w="1255" h="375" extrusionOk="0">
                  <a:moveTo>
                    <a:pt x="1173" y="1"/>
                  </a:moveTo>
                  <a:cubicBezTo>
                    <a:pt x="812" y="1"/>
                    <a:pt x="416" y="164"/>
                    <a:pt x="78" y="246"/>
                  </a:cubicBezTo>
                  <a:cubicBezTo>
                    <a:pt x="0" y="268"/>
                    <a:pt x="28" y="375"/>
                    <a:pt x="91" y="375"/>
                  </a:cubicBezTo>
                  <a:cubicBezTo>
                    <a:pt x="95" y="375"/>
                    <a:pt x="98" y="374"/>
                    <a:pt x="101" y="374"/>
                  </a:cubicBezTo>
                  <a:cubicBezTo>
                    <a:pt x="462" y="304"/>
                    <a:pt x="882" y="269"/>
                    <a:pt x="1208" y="117"/>
                  </a:cubicBezTo>
                  <a:cubicBezTo>
                    <a:pt x="1255" y="82"/>
                    <a:pt x="1232" y="1"/>
                    <a:pt x="11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269" name="Google Shape;3269;p93"/>
            <p:cNvSpPr/>
            <p:nvPr/>
          </p:nvSpPr>
          <p:spPr>
            <a:xfrm>
              <a:off x="6319000" y="2840150"/>
              <a:ext cx="62950" cy="25950"/>
            </a:xfrm>
            <a:custGeom>
              <a:avLst/>
              <a:gdLst/>
              <a:ahLst/>
              <a:cxnLst/>
              <a:rect l="l" t="t" r="r" b="b"/>
              <a:pathLst>
                <a:path w="2518" h="1038" extrusionOk="0">
                  <a:moveTo>
                    <a:pt x="1259" y="1"/>
                  </a:moveTo>
                  <a:cubicBezTo>
                    <a:pt x="560" y="1"/>
                    <a:pt x="0" y="234"/>
                    <a:pt x="0" y="525"/>
                  </a:cubicBezTo>
                  <a:cubicBezTo>
                    <a:pt x="0" y="805"/>
                    <a:pt x="560" y="1038"/>
                    <a:pt x="1259" y="1038"/>
                  </a:cubicBezTo>
                  <a:cubicBezTo>
                    <a:pt x="1958" y="1038"/>
                    <a:pt x="2518" y="805"/>
                    <a:pt x="2518" y="525"/>
                  </a:cubicBezTo>
                  <a:cubicBezTo>
                    <a:pt x="2518" y="234"/>
                    <a:pt x="1958" y="1"/>
                    <a:pt x="1259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270" name="Google Shape;3270;p93"/>
            <p:cNvSpPr/>
            <p:nvPr/>
          </p:nvSpPr>
          <p:spPr>
            <a:xfrm>
              <a:off x="6424175" y="2798700"/>
              <a:ext cx="66175" cy="67450"/>
            </a:xfrm>
            <a:custGeom>
              <a:avLst/>
              <a:gdLst/>
              <a:ahLst/>
              <a:cxnLst/>
              <a:rect l="l" t="t" r="r" b="b"/>
              <a:pathLst>
                <a:path w="2647" h="2698" extrusionOk="0">
                  <a:moveTo>
                    <a:pt x="535" y="1"/>
                  </a:moveTo>
                  <a:cubicBezTo>
                    <a:pt x="490" y="1"/>
                    <a:pt x="443" y="33"/>
                    <a:pt x="432" y="97"/>
                  </a:cubicBezTo>
                  <a:cubicBezTo>
                    <a:pt x="339" y="878"/>
                    <a:pt x="1" y="2638"/>
                    <a:pt x="1283" y="2696"/>
                  </a:cubicBezTo>
                  <a:cubicBezTo>
                    <a:pt x="1299" y="2697"/>
                    <a:pt x="1315" y="2697"/>
                    <a:pt x="1331" y="2697"/>
                  </a:cubicBezTo>
                  <a:cubicBezTo>
                    <a:pt x="1755" y="2697"/>
                    <a:pt x="2141" y="2403"/>
                    <a:pt x="2343" y="2043"/>
                  </a:cubicBezTo>
                  <a:cubicBezTo>
                    <a:pt x="2646" y="1484"/>
                    <a:pt x="2530" y="808"/>
                    <a:pt x="2425" y="213"/>
                  </a:cubicBezTo>
                  <a:cubicBezTo>
                    <a:pt x="2410" y="137"/>
                    <a:pt x="2355" y="104"/>
                    <a:pt x="2297" y="104"/>
                  </a:cubicBezTo>
                  <a:cubicBezTo>
                    <a:pt x="2213" y="104"/>
                    <a:pt x="2124" y="173"/>
                    <a:pt x="2145" y="283"/>
                  </a:cubicBezTo>
                  <a:cubicBezTo>
                    <a:pt x="2227" y="750"/>
                    <a:pt x="2331" y="1286"/>
                    <a:pt x="2157" y="1752"/>
                  </a:cubicBezTo>
                  <a:cubicBezTo>
                    <a:pt x="2022" y="2092"/>
                    <a:pt x="1696" y="2405"/>
                    <a:pt x="1340" y="2405"/>
                  </a:cubicBezTo>
                  <a:cubicBezTo>
                    <a:pt x="1233" y="2405"/>
                    <a:pt x="1123" y="2376"/>
                    <a:pt x="1014" y="2311"/>
                  </a:cubicBezTo>
                  <a:cubicBezTo>
                    <a:pt x="269" y="1880"/>
                    <a:pt x="677" y="773"/>
                    <a:pt x="630" y="97"/>
                  </a:cubicBezTo>
                  <a:cubicBezTo>
                    <a:pt x="624" y="33"/>
                    <a:pt x="580" y="1"/>
                    <a:pt x="53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271" name="Google Shape;3271;p93"/>
            <p:cNvSpPr/>
            <p:nvPr/>
          </p:nvSpPr>
          <p:spPr>
            <a:xfrm>
              <a:off x="6326175" y="2736125"/>
              <a:ext cx="92500" cy="78600"/>
            </a:xfrm>
            <a:custGeom>
              <a:avLst/>
              <a:gdLst/>
              <a:ahLst/>
              <a:cxnLst/>
              <a:rect l="l" t="t" r="r" b="b"/>
              <a:pathLst>
                <a:path w="3700" h="3144" extrusionOk="0">
                  <a:moveTo>
                    <a:pt x="1564" y="1"/>
                  </a:moveTo>
                  <a:cubicBezTo>
                    <a:pt x="79" y="1"/>
                    <a:pt x="1" y="1893"/>
                    <a:pt x="168" y="3008"/>
                  </a:cubicBezTo>
                  <a:cubicBezTo>
                    <a:pt x="183" y="3101"/>
                    <a:pt x="266" y="3144"/>
                    <a:pt x="350" y="3144"/>
                  </a:cubicBezTo>
                  <a:cubicBezTo>
                    <a:pt x="454" y="3144"/>
                    <a:pt x="560" y="3078"/>
                    <a:pt x="541" y="2961"/>
                  </a:cubicBezTo>
                  <a:cubicBezTo>
                    <a:pt x="432" y="2077"/>
                    <a:pt x="343" y="385"/>
                    <a:pt x="1568" y="385"/>
                  </a:cubicBezTo>
                  <a:cubicBezTo>
                    <a:pt x="1650" y="385"/>
                    <a:pt x="1739" y="393"/>
                    <a:pt x="1834" y="409"/>
                  </a:cubicBezTo>
                  <a:cubicBezTo>
                    <a:pt x="3151" y="642"/>
                    <a:pt x="3233" y="2006"/>
                    <a:pt x="3338" y="3078"/>
                  </a:cubicBezTo>
                  <a:cubicBezTo>
                    <a:pt x="3338" y="3089"/>
                    <a:pt x="3347" y="3095"/>
                    <a:pt x="3357" y="3095"/>
                  </a:cubicBezTo>
                  <a:cubicBezTo>
                    <a:pt x="3367" y="3095"/>
                    <a:pt x="3379" y="3089"/>
                    <a:pt x="3384" y="3078"/>
                  </a:cubicBezTo>
                  <a:cubicBezTo>
                    <a:pt x="3699" y="1877"/>
                    <a:pt x="3210" y="164"/>
                    <a:pt x="1776" y="13"/>
                  </a:cubicBezTo>
                  <a:cubicBezTo>
                    <a:pt x="1702" y="5"/>
                    <a:pt x="1632" y="1"/>
                    <a:pt x="15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272" name="Google Shape;3272;p93"/>
            <p:cNvSpPr/>
            <p:nvPr/>
          </p:nvSpPr>
          <p:spPr>
            <a:xfrm>
              <a:off x="6537800" y="2840150"/>
              <a:ext cx="63250" cy="25950"/>
            </a:xfrm>
            <a:custGeom>
              <a:avLst/>
              <a:gdLst/>
              <a:ahLst/>
              <a:cxnLst/>
              <a:rect l="l" t="t" r="r" b="b"/>
              <a:pathLst>
                <a:path w="2530" h="1038" extrusionOk="0">
                  <a:moveTo>
                    <a:pt x="1271" y="1"/>
                  </a:moveTo>
                  <a:cubicBezTo>
                    <a:pt x="572" y="1"/>
                    <a:pt x="1" y="234"/>
                    <a:pt x="1" y="525"/>
                  </a:cubicBezTo>
                  <a:cubicBezTo>
                    <a:pt x="1" y="805"/>
                    <a:pt x="572" y="1038"/>
                    <a:pt x="1271" y="1038"/>
                  </a:cubicBezTo>
                  <a:cubicBezTo>
                    <a:pt x="1959" y="1038"/>
                    <a:pt x="2530" y="805"/>
                    <a:pt x="2530" y="525"/>
                  </a:cubicBezTo>
                  <a:cubicBezTo>
                    <a:pt x="2530" y="234"/>
                    <a:pt x="1959" y="1"/>
                    <a:pt x="127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273" name="Google Shape;3273;p93"/>
            <p:cNvSpPr/>
            <p:nvPr/>
          </p:nvSpPr>
          <p:spPr>
            <a:xfrm>
              <a:off x="6501100" y="2736125"/>
              <a:ext cx="92475" cy="78600"/>
            </a:xfrm>
            <a:custGeom>
              <a:avLst/>
              <a:gdLst/>
              <a:ahLst/>
              <a:cxnLst/>
              <a:rect l="l" t="t" r="r" b="b"/>
              <a:pathLst>
                <a:path w="3699" h="3144" extrusionOk="0">
                  <a:moveTo>
                    <a:pt x="2135" y="1"/>
                  </a:moveTo>
                  <a:cubicBezTo>
                    <a:pt x="2068" y="1"/>
                    <a:pt x="1997" y="5"/>
                    <a:pt x="1923" y="13"/>
                  </a:cubicBezTo>
                  <a:cubicBezTo>
                    <a:pt x="490" y="164"/>
                    <a:pt x="0" y="1877"/>
                    <a:pt x="315" y="3078"/>
                  </a:cubicBezTo>
                  <a:cubicBezTo>
                    <a:pt x="321" y="3089"/>
                    <a:pt x="332" y="3095"/>
                    <a:pt x="343" y="3095"/>
                  </a:cubicBezTo>
                  <a:cubicBezTo>
                    <a:pt x="353" y="3095"/>
                    <a:pt x="362" y="3089"/>
                    <a:pt x="362" y="3078"/>
                  </a:cubicBezTo>
                  <a:cubicBezTo>
                    <a:pt x="478" y="2006"/>
                    <a:pt x="548" y="642"/>
                    <a:pt x="1865" y="409"/>
                  </a:cubicBezTo>
                  <a:cubicBezTo>
                    <a:pt x="1960" y="393"/>
                    <a:pt x="2049" y="385"/>
                    <a:pt x="2132" y="385"/>
                  </a:cubicBezTo>
                  <a:cubicBezTo>
                    <a:pt x="3358" y="385"/>
                    <a:pt x="3279" y="2077"/>
                    <a:pt x="3159" y="2961"/>
                  </a:cubicBezTo>
                  <a:cubicBezTo>
                    <a:pt x="3146" y="3078"/>
                    <a:pt x="3251" y="3144"/>
                    <a:pt x="3354" y="3144"/>
                  </a:cubicBezTo>
                  <a:cubicBezTo>
                    <a:pt x="3436" y="3144"/>
                    <a:pt x="3516" y="3101"/>
                    <a:pt x="3532" y="3008"/>
                  </a:cubicBezTo>
                  <a:cubicBezTo>
                    <a:pt x="3699" y="1893"/>
                    <a:pt x="3621" y="1"/>
                    <a:pt x="213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274" name="Google Shape;3274;p93"/>
            <p:cNvSpPr/>
            <p:nvPr/>
          </p:nvSpPr>
          <p:spPr>
            <a:xfrm>
              <a:off x="7085550" y="2961450"/>
              <a:ext cx="125900" cy="506125"/>
            </a:xfrm>
            <a:custGeom>
              <a:avLst/>
              <a:gdLst/>
              <a:ahLst/>
              <a:cxnLst/>
              <a:rect l="l" t="t" r="r" b="b"/>
              <a:pathLst>
                <a:path w="5036" h="20245" extrusionOk="0">
                  <a:moveTo>
                    <a:pt x="72" y="0"/>
                  </a:moveTo>
                  <a:cubicBezTo>
                    <a:pt x="36" y="0"/>
                    <a:pt x="0" y="42"/>
                    <a:pt x="24" y="90"/>
                  </a:cubicBezTo>
                  <a:cubicBezTo>
                    <a:pt x="1422" y="3225"/>
                    <a:pt x="2483" y="6500"/>
                    <a:pt x="3136" y="9879"/>
                  </a:cubicBezTo>
                  <a:cubicBezTo>
                    <a:pt x="3788" y="13306"/>
                    <a:pt x="3777" y="16639"/>
                    <a:pt x="3893" y="20100"/>
                  </a:cubicBezTo>
                  <a:cubicBezTo>
                    <a:pt x="3899" y="20198"/>
                    <a:pt x="3967" y="20244"/>
                    <a:pt x="4037" y="20244"/>
                  </a:cubicBezTo>
                  <a:cubicBezTo>
                    <a:pt x="4109" y="20244"/>
                    <a:pt x="4184" y="20195"/>
                    <a:pt x="4196" y="20100"/>
                  </a:cubicBezTo>
                  <a:cubicBezTo>
                    <a:pt x="5035" y="13364"/>
                    <a:pt x="3031" y="6034"/>
                    <a:pt x="117" y="32"/>
                  </a:cubicBezTo>
                  <a:cubicBezTo>
                    <a:pt x="106" y="9"/>
                    <a:pt x="89" y="0"/>
                    <a:pt x="7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275" name="Google Shape;3275;p93"/>
            <p:cNvSpPr/>
            <p:nvPr/>
          </p:nvSpPr>
          <p:spPr>
            <a:xfrm>
              <a:off x="5806500" y="3037875"/>
              <a:ext cx="55875" cy="243700"/>
            </a:xfrm>
            <a:custGeom>
              <a:avLst/>
              <a:gdLst/>
              <a:ahLst/>
              <a:cxnLst/>
              <a:rect l="l" t="t" r="r" b="b"/>
              <a:pathLst>
                <a:path w="2235" h="9748" extrusionOk="0">
                  <a:moveTo>
                    <a:pt x="2056" y="1"/>
                  </a:moveTo>
                  <a:cubicBezTo>
                    <a:pt x="1998" y="1"/>
                    <a:pt x="1939" y="30"/>
                    <a:pt x="1912" y="98"/>
                  </a:cubicBezTo>
                  <a:cubicBezTo>
                    <a:pt x="653" y="3151"/>
                    <a:pt x="1" y="6368"/>
                    <a:pt x="175" y="9678"/>
                  </a:cubicBezTo>
                  <a:cubicBezTo>
                    <a:pt x="181" y="9724"/>
                    <a:pt x="219" y="9748"/>
                    <a:pt x="256" y="9748"/>
                  </a:cubicBezTo>
                  <a:cubicBezTo>
                    <a:pt x="292" y="9748"/>
                    <a:pt x="327" y="9724"/>
                    <a:pt x="327" y="9678"/>
                  </a:cubicBezTo>
                  <a:cubicBezTo>
                    <a:pt x="385" y="6368"/>
                    <a:pt x="933" y="3233"/>
                    <a:pt x="2192" y="180"/>
                  </a:cubicBezTo>
                  <a:cubicBezTo>
                    <a:pt x="2234" y="73"/>
                    <a:pt x="2147" y="1"/>
                    <a:pt x="2056" y="1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sp>
        <p:nvSpPr>
          <p:cNvPr id="88" name="Google Shape;3229;p93"/>
          <p:cNvSpPr txBox="1">
            <a:spLocks noGrp="1"/>
          </p:cNvSpPr>
          <p:nvPr>
            <p:ph type="title"/>
          </p:nvPr>
        </p:nvSpPr>
        <p:spPr>
          <a:xfrm>
            <a:off x="1616152" y="1135422"/>
            <a:ext cx="6442278" cy="550447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indent="0">
              <a:lnSpc>
                <a:spcPts val="5470"/>
              </a:lnSpc>
            </a:pPr>
            <a:r>
              <a:rPr lang="en-US" sz="2800" b="1" spc="-131" dirty="0">
                <a:solidFill>
                  <a:schemeClr val="bg2"/>
                </a:solidFill>
                <a:latin typeface="p22-mackinac-pro" pitchFamily="34" charset="0"/>
                <a:ea typeface="p22-mackinac-pro" pitchFamily="34" charset="-122"/>
                <a:cs typeface="p22-mackinac-pro" pitchFamily="34" charset="-120"/>
              </a:rPr>
              <a:t>Recording Data in Tables </a:t>
            </a:r>
            <a:r>
              <a:rPr lang="en-US" sz="2800" b="1" spc="-131" dirty="0" smtClean="0">
                <a:solidFill>
                  <a:schemeClr val="bg2"/>
                </a:solidFill>
                <a:latin typeface="p22-mackinac-pro" pitchFamily="34" charset="0"/>
                <a:ea typeface="p22-mackinac-pro" pitchFamily="34" charset="-122"/>
                <a:cs typeface="p22-mackinac-pro" pitchFamily="34" charset="-120"/>
              </a:rPr>
              <a:t>.</a:t>
            </a:r>
            <a:endParaRPr lang="en-US" sz="2800" dirty="0">
              <a:solidFill>
                <a:schemeClr val="bg2"/>
              </a:solidFill>
            </a:endParaRPr>
          </a:p>
        </p:txBody>
      </p:sp>
      <p:graphicFrame>
        <p:nvGraphicFramePr>
          <p:cNvPr id="51" name="Table 50"/>
          <p:cNvGraphicFramePr>
            <a:graphicFrameLocks noGrp="1"/>
          </p:cNvGraphicFramePr>
          <p:nvPr/>
        </p:nvGraphicFramePr>
        <p:xfrm>
          <a:off x="733022" y="1779662"/>
          <a:ext cx="7943434" cy="1523123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3910986"/>
                <a:gridCol w="4032448"/>
              </a:tblGrid>
              <a:tr h="880528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dirty="0">
                          <a:effectLst/>
                        </a:rPr>
                        <a:t>Independent variable </a:t>
                      </a:r>
                      <a:endParaRPr lang="en-US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dirty="0">
                          <a:effectLst/>
                        </a:rPr>
                        <a:t>Dependent variable</a:t>
                      </a:r>
                      <a:endParaRPr lang="en-US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</a:tr>
              <a:tr h="642595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u="none" strike="noStrike" dirty="0">
                          <a:effectLst/>
                        </a:rPr>
                        <a:t> </a:t>
                      </a:r>
                      <a:endParaRPr lang="en-US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u="none" strike="noStrike" dirty="0">
                          <a:effectLst/>
                        </a:rPr>
                        <a:t> </a:t>
                      </a:r>
                      <a:endParaRPr lang="en-US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</a:tr>
            </a:tbl>
          </a:graphicData>
        </a:graphic>
      </p:graphicFrame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1894" y="3435846"/>
            <a:ext cx="8236570" cy="154075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8" name="Google Shape;3228;p93"/>
          <p:cNvSpPr/>
          <p:nvPr/>
        </p:nvSpPr>
        <p:spPr>
          <a:xfrm>
            <a:off x="5825118" y="2089603"/>
            <a:ext cx="1074821" cy="1316272"/>
          </a:xfrm>
          <a:custGeom>
            <a:avLst/>
            <a:gdLst/>
            <a:ahLst/>
            <a:cxnLst/>
            <a:rect l="l" t="t" r="r" b="b"/>
            <a:pathLst>
              <a:path w="33818" h="41415" extrusionOk="0">
                <a:moveTo>
                  <a:pt x="25840" y="1"/>
                </a:moveTo>
                <a:lnTo>
                  <a:pt x="25840" y="1"/>
                </a:lnTo>
                <a:cubicBezTo>
                  <a:pt x="23244" y="4454"/>
                  <a:pt x="20958" y="8812"/>
                  <a:pt x="18362" y="13218"/>
                </a:cubicBezTo>
                <a:cubicBezTo>
                  <a:pt x="17171" y="10170"/>
                  <a:pt x="16099" y="7336"/>
                  <a:pt x="14980" y="4454"/>
                </a:cubicBezTo>
                <a:cubicBezTo>
                  <a:pt x="14623" y="4740"/>
                  <a:pt x="14671" y="5026"/>
                  <a:pt x="14623" y="5264"/>
                </a:cubicBezTo>
                <a:cubicBezTo>
                  <a:pt x="14051" y="8169"/>
                  <a:pt x="13504" y="11075"/>
                  <a:pt x="12932" y="13980"/>
                </a:cubicBezTo>
                <a:cubicBezTo>
                  <a:pt x="12815" y="14537"/>
                  <a:pt x="12770" y="14761"/>
                  <a:pt x="12541" y="14761"/>
                </a:cubicBezTo>
                <a:cubicBezTo>
                  <a:pt x="12398" y="14761"/>
                  <a:pt x="12184" y="14674"/>
                  <a:pt x="11837" y="14528"/>
                </a:cubicBezTo>
                <a:cubicBezTo>
                  <a:pt x="9503" y="13575"/>
                  <a:pt x="7145" y="12622"/>
                  <a:pt x="4788" y="11646"/>
                </a:cubicBezTo>
                <a:cubicBezTo>
                  <a:pt x="4508" y="11546"/>
                  <a:pt x="4244" y="11362"/>
                  <a:pt x="3928" y="11362"/>
                </a:cubicBezTo>
                <a:cubicBezTo>
                  <a:pt x="3867" y="11362"/>
                  <a:pt x="3805" y="11369"/>
                  <a:pt x="3740" y="11384"/>
                </a:cubicBezTo>
                <a:cubicBezTo>
                  <a:pt x="3763" y="11646"/>
                  <a:pt x="3930" y="11789"/>
                  <a:pt x="4073" y="11979"/>
                </a:cubicBezTo>
                <a:cubicBezTo>
                  <a:pt x="5740" y="14075"/>
                  <a:pt x="7407" y="16195"/>
                  <a:pt x="9074" y="18314"/>
                </a:cubicBezTo>
                <a:cubicBezTo>
                  <a:pt x="9717" y="19148"/>
                  <a:pt x="9717" y="19148"/>
                  <a:pt x="8931" y="19791"/>
                </a:cubicBezTo>
                <a:cubicBezTo>
                  <a:pt x="6240" y="22005"/>
                  <a:pt x="3525" y="24196"/>
                  <a:pt x="858" y="26411"/>
                </a:cubicBezTo>
                <a:cubicBezTo>
                  <a:pt x="549" y="26673"/>
                  <a:pt x="144" y="26840"/>
                  <a:pt x="1" y="27292"/>
                </a:cubicBezTo>
                <a:cubicBezTo>
                  <a:pt x="73" y="27314"/>
                  <a:pt x="143" y="27322"/>
                  <a:pt x="212" y="27322"/>
                </a:cubicBezTo>
                <a:cubicBezTo>
                  <a:pt x="369" y="27322"/>
                  <a:pt x="518" y="27278"/>
                  <a:pt x="668" y="27244"/>
                </a:cubicBezTo>
                <a:cubicBezTo>
                  <a:pt x="3930" y="26482"/>
                  <a:pt x="7169" y="25697"/>
                  <a:pt x="10408" y="24958"/>
                </a:cubicBezTo>
                <a:cubicBezTo>
                  <a:pt x="10651" y="24904"/>
                  <a:pt x="10830" y="24871"/>
                  <a:pt x="10960" y="24871"/>
                </a:cubicBezTo>
                <a:cubicBezTo>
                  <a:pt x="11286" y="24871"/>
                  <a:pt x="11289" y="25082"/>
                  <a:pt x="11170" y="25697"/>
                </a:cubicBezTo>
                <a:cubicBezTo>
                  <a:pt x="10479" y="29483"/>
                  <a:pt x="9789" y="33270"/>
                  <a:pt x="9098" y="37080"/>
                </a:cubicBezTo>
                <a:cubicBezTo>
                  <a:pt x="8836" y="38509"/>
                  <a:pt x="8598" y="39938"/>
                  <a:pt x="8336" y="41366"/>
                </a:cubicBezTo>
                <a:cubicBezTo>
                  <a:pt x="8431" y="41390"/>
                  <a:pt x="8503" y="41414"/>
                  <a:pt x="8574" y="41414"/>
                </a:cubicBezTo>
                <a:cubicBezTo>
                  <a:pt x="11289" y="37437"/>
                  <a:pt x="13980" y="33460"/>
                  <a:pt x="16790" y="29340"/>
                </a:cubicBezTo>
                <a:cubicBezTo>
                  <a:pt x="18671" y="33365"/>
                  <a:pt x="20457" y="37199"/>
                  <a:pt x="22267" y="41057"/>
                </a:cubicBezTo>
                <a:lnTo>
                  <a:pt x="22482" y="40985"/>
                </a:lnTo>
                <a:cubicBezTo>
                  <a:pt x="22482" y="36627"/>
                  <a:pt x="22339" y="32246"/>
                  <a:pt x="22053" y="27792"/>
                </a:cubicBezTo>
                <a:lnTo>
                  <a:pt x="22053" y="27792"/>
                </a:lnTo>
                <a:cubicBezTo>
                  <a:pt x="26078" y="28911"/>
                  <a:pt x="29936" y="30007"/>
                  <a:pt x="33817" y="31079"/>
                </a:cubicBezTo>
                <a:cubicBezTo>
                  <a:pt x="33698" y="30674"/>
                  <a:pt x="33484" y="30412"/>
                  <a:pt x="33270" y="30174"/>
                </a:cubicBezTo>
                <a:cubicBezTo>
                  <a:pt x="30698" y="27411"/>
                  <a:pt x="28102" y="24649"/>
                  <a:pt x="25530" y="21886"/>
                </a:cubicBezTo>
                <a:cubicBezTo>
                  <a:pt x="24839" y="21148"/>
                  <a:pt x="24720" y="21196"/>
                  <a:pt x="25554" y="20410"/>
                </a:cubicBezTo>
                <a:cubicBezTo>
                  <a:pt x="28126" y="18076"/>
                  <a:pt x="30674" y="15695"/>
                  <a:pt x="33246" y="13337"/>
                </a:cubicBezTo>
                <a:cubicBezTo>
                  <a:pt x="33389" y="13194"/>
                  <a:pt x="33651" y="13123"/>
                  <a:pt x="33460" y="12765"/>
                </a:cubicBezTo>
                <a:lnTo>
                  <a:pt x="33460" y="12765"/>
                </a:lnTo>
                <a:cubicBezTo>
                  <a:pt x="31936" y="13099"/>
                  <a:pt x="30412" y="13432"/>
                  <a:pt x="28888" y="13766"/>
                </a:cubicBezTo>
                <a:cubicBezTo>
                  <a:pt x="27126" y="14147"/>
                  <a:pt x="25363" y="14551"/>
                  <a:pt x="23625" y="14932"/>
                </a:cubicBezTo>
                <a:cubicBezTo>
                  <a:pt x="23444" y="14971"/>
                  <a:pt x="23306" y="14994"/>
                  <a:pt x="23204" y="14994"/>
                </a:cubicBezTo>
                <a:cubicBezTo>
                  <a:pt x="22931" y="14994"/>
                  <a:pt x="22912" y="14829"/>
                  <a:pt x="22982" y="14361"/>
                </a:cubicBezTo>
                <a:cubicBezTo>
                  <a:pt x="23006" y="14266"/>
                  <a:pt x="23029" y="14194"/>
                  <a:pt x="23029" y="14123"/>
                </a:cubicBezTo>
                <a:cubicBezTo>
                  <a:pt x="23815" y="10432"/>
                  <a:pt x="24601" y="6740"/>
                  <a:pt x="25363" y="3049"/>
                </a:cubicBezTo>
                <a:cubicBezTo>
                  <a:pt x="25530" y="2120"/>
                  <a:pt x="25863" y="1215"/>
                  <a:pt x="25840" y="1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3229" name="Google Shape;3229;p93"/>
          <p:cNvSpPr txBox="1">
            <a:spLocks noGrp="1"/>
          </p:cNvSpPr>
          <p:nvPr>
            <p:ph type="title"/>
          </p:nvPr>
        </p:nvSpPr>
        <p:spPr>
          <a:xfrm>
            <a:off x="825689" y="-20538"/>
            <a:ext cx="6442278" cy="969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4800" dirty="0" smtClean="0"/>
              <a:t>Scientific Method</a:t>
            </a:r>
            <a:endParaRPr sz="4800" dirty="0"/>
          </a:p>
        </p:txBody>
      </p:sp>
      <p:grpSp>
        <p:nvGrpSpPr>
          <p:cNvPr id="3232" name="Google Shape;3232;p93"/>
          <p:cNvGrpSpPr/>
          <p:nvPr/>
        </p:nvGrpSpPr>
        <p:grpSpPr>
          <a:xfrm>
            <a:off x="6681144" y="3616841"/>
            <a:ext cx="1495621" cy="1291831"/>
            <a:chOff x="5614619" y="2740966"/>
            <a:chExt cx="1495621" cy="1291831"/>
          </a:xfrm>
        </p:grpSpPr>
        <p:sp>
          <p:nvSpPr>
            <p:cNvPr id="3233" name="Google Shape;3233;p93"/>
            <p:cNvSpPr/>
            <p:nvPr/>
          </p:nvSpPr>
          <p:spPr>
            <a:xfrm>
              <a:off x="5614619" y="3232736"/>
              <a:ext cx="233570" cy="259568"/>
            </a:xfrm>
            <a:custGeom>
              <a:avLst/>
              <a:gdLst/>
              <a:ahLst/>
              <a:cxnLst/>
              <a:rect l="l" t="t" r="r" b="b"/>
              <a:pathLst>
                <a:path w="7349" h="8167" extrusionOk="0">
                  <a:moveTo>
                    <a:pt x="2648" y="0"/>
                  </a:moveTo>
                  <a:cubicBezTo>
                    <a:pt x="2113" y="0"/>
                    <a:pt x="1614" y="173"/>
                    <a:pt x="1262" y="512"/>
                  </a:cubicBezTo>
                  <a:cubicBezTo>
                    <a:pt x="453" y="1275"/>
                    <a:pt x="0" y="2275"/>
                    <a:pt x="96" y="3394"/>
                  </a:cubicBezTo>
                  <a:cubicBezTo>
                    <a:pt x="286" y="5466"/>
                    <a:pt x="1644" y="7442"/>
                    <a:pt x="3882" y="8038"/>
                  </a:cubicBezTo>
                  <a:cubicBezTo>
                    <a:pt x="4194" y="8124"/>
                    <a:pt x="4508" y="8167"/>
                    <a:pt x="4812" y="8167"/>
                  </a:cubicBezTo>
                  <a:cubicBezTo>
                    <a:pt x="6181" y="8167"/>
                    <a:pt x="7348" y="7306"/>
                    <a:pt x="7192" y="5728"/>
                  </a:cubicBezTo>
                  <a:cubicBezTo>
                    <a:pt x="7002" y="3513"/>
                    <a:pt x="6002" y="1751"/>
                    <a:pt x="4192" y="489"/>
                  </a:cubicBezTo>
                  <a:cubicBezTo>
                    <a:pt x="3712" y="161"/>
                    <a:pt x="3164" y="0"/>
                    <a:pt x="2648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234" name="Google Shape;3234;p93"/>
            <p:cNvSpPr/>
            <p:nvPr/>
          </p:nvSpPr>
          <p:spPr>
            <a:xfrm>
              <a:off x="5985489" y="3413038"/>
              <a:ext cx="243740" cy="219522"/>
            </a:xfrm>
            <a:custGeom>
              <a:avLst/>
              <a:gdLst/>
              <a:ahLst/>
              <a:cxnLst/>
              <a:rect l="l" t="t" r="r" b="b"/>
              <a:pathLst>
                <a:path w="7669" h="6907" extrusionOk="0">
                  <a:moveTo>
                    <a:pt x="2579" y="0"/>
                  </a:moveTo>
                  <a:cubicBezTo>
                    <a:pt x="1203" y="0"/>
                    <a:pt x="0" y="1093"/>
                    <a:pt x="0" y="2436"/>
                  </a:cubicBezTo>
                  <a:cubicBezTo>
                    <a:pt x="0" y="3151"/>
                    <a:pt x="215" y="3960"/>
                    <a:pt x="643" y="4675"/>
                  </a:cubicBezTo>
                  <a:cubicBezTo>
                    <a:pt x="1361" y="5791"/>
                    <a:pt x="2761" y="6906"/>
                    <a:pt x="4274" y="6906"/>
                  </a:cubicBezTo>
                  <a:cubicBezTo>
                    <a:pt x="4569" y="6906"/>
                    <a:pt x="4869" y="6864"/>
                    <a:pt x="5168" y="6770"/>
                  </a:cubicBezTo>
                  <a:cubicBezTo>
                    <a:pt x="6859" y="6247"/>
                    <a:pt x="7669" y="4794"/>
                    <a:pt x="6930" y="3198"/>
                  </a:cubicBezTo>
                  <a:cubicBezTo>
                    <a:pt x="6168" y="1627"/>
                    <a:pt x="4954" y="483"/>
                    <a:pt x="3215" y="79"/>
                  </a:cubicBezTo>
                  <a:cubicBezTo>
                    <a:pt x="3002" y="25"/>
                    <a:pt x="2789" y="0"/>
                    <a:pt x="2579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235" name="Google Shape;3235;p93"/>
            <p:cNvSpPr/>
            <p:nvPr/>
          </p:nvSpPr>
          <p:spPr>
            <a:xfrm>
              <a:off x="5884071" y="2740966"/>
              <a:ext cx="218759" cy="222064"/>
            </a:xfrm>
            <a:custGeom>
              <a:avLst/>
              <a:gdLst/>
              <a:ahLst/>
              <a:cxnLst/>
              <a:rect l="l" t="t" r="r" b="b"/>
              <a:pathLst>
                <a:path w="6883" h="6987" extrusionOk="0">
                  <a:moveTo>
                    <a:pt x="3502" y="0"/>
                  </a:moveTo>
                  <a:cubicBezTo>
                    <a:pt x="2862" y="0"/>
                    <a:pt x="2233" y="161"/>
                    <a:pt x="1643" y="482"/>
                  </a:cubicBezTo>
                  <a:cubicBezTo>
                    <a:pt x="643" y="1030"/>
                    <a:pt x="0" y="2364"/>
                    <a:pt x="381" y="3340"/>
                  </a:cubicBezTo>
                  <a:cubicBezTo>
                    <a:pt x="1000" y="4983"/>
                    <a:pt x="2120" y="6174"/>
                    <a:pt x="3811" y="6793"/>
                  </a:cubicBezTo>
                  <a:cubicBezTo>
                    <a:pt x="4163" y="6925"/>
                    <a:pt x="4487" y="6986"/>
                    <a:pt x="4780" y="6986"/>
                  </a:cubicBezTo>
                  <a:cubicBezTo>
                    <a:pt x="5817" y="6986"/>
                    <a:pt x="6485" y="6218"/>
                    <a:pt x="6764" y="5031"/>
                  </a:cubicBezTo>
                  <a:cubicBezTo>
                    <a:pt x="6811" y="4769"/>
                    <a:pt x="6764" y="4507"/>
                    <a:pt x="6764" y="4269"/>
                  </a:cubicBezTo>
                  <a:cubicBezTo>
                    <a:pt x="6883" y="3435"/>
                    <a:pt x="6645" y="2673"/>
                    <a:pt x="6311" y="1959"/>
                  </a:cubicBezTo>
                  <a:cubicBezTo>
                    <a:pt x="5882" y="1006"/>
                    <a:pt x="5239" y="220"/>
                    <a:pt x="4144" y="54"/>
                  </a:cubicBezTo>
                  <a:cubicBezTo>
                    <a:pt x="3930" y="18"/>
                    <a:pt x="3715" y="0"/>
                    <a:pt x="3502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236" name="Google Shape;3236;p93"/>
            <p:cNvSpPr/>
            <p:nvPr/>
          </p:nvSpPr>
          <p:spPr>
            <a:xfrm>
              <a:off x="6513046" y="3075190"/>
              <a:ext cx="249779" cy="202200"/>
            </a:xfrm>
            <a:custGeom>
              <a:avLst/>
              <a:gdLst/>
              <a:ahLst/>
              <a:cxnLst/>
              <a:rect l="l" t="t" r="r" b="b"/>
              <a:pathLst>
                <a:path w="7859" h="6362" extrusionOk="0">
                  <a:moveTo>
                    <a:pt x="2811" y="0"/>
                  </a:moveTo>
                  <a:cubicBezTo>
                    <a:pt x="2016" y="0"/>
                    <a:pt x="1274" y="376"/>
                    <a:pt x="715" y="1064"/>
                  </a:cubicBezTo>
                  <a:cubicBezTo>
                    <a:pt x="0" y="1945"/>
                    <a:pt x="0" y="3064"/>
                    <a:pt x="810" y="4160"/>
                  </a:cubicBezTo>
                  <a:cubicBezTo>
                    <a:pt x="1874" y="5571"/>
                    <a:pt x="3275" y="6353"/>
                    <a:pt x="5057" y="6353"/>
                  </a:cubicBezTo>
                  <a:cubicBezTo>
                    <a:pt x="5109" y="6353"/>
                    <a:pt x="5162" y="6352"/>
                    <a:pt x="5215" y="6351"/>
                  </a:cubicBezTo>
                  <a:cubicBezTo>
                    <a:pt x="5358" y="6351"/>
                    <a:pt x="5512" y="6361"/>
                    <a:pt x="5662" y="6361"/>
                  </a:cubicBezTo>
                  <a:cubicBezTo>
                    <a:pt x="5737" y="6361"/>
                    <a:pt x="5811" y="6359"/>
                    <a:pt x="5882" y="6351"/>
                  </a:cubicBezTo>
                  <a:cubicBezTo>
                    <a:pt x="7240" y="6255"/>
                    <a:pt x="7859" y="5303"/>
                    <a:pt x="7454" y="4041"/>
                  </a:cubicBezTo>
                  <a:cubicBezTo>
                    <a:pt x="6883" y="2278"/>
                    <a:pt x="5668" y="1040"/>
                    <a:pt x="4001" y="278"/>
                  </a:cubicBezTo>
                  <a:cubicBezTo>
                    <a:pt x="3602" y="90"/>
                    <a:pt x="3200" y="0"/>
                    <a:pt x="2811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237" name="Google Shape;3237;p93"/>
            <p:cNvSpPr/>
            <p:nvPr/>
          </p:nvSpPr>
          <p:spPr>
            <a:xfrm>
              <a:off x="6376795" y="3405887"/>
              <a:ext cx="229470" cy="191839"/>
            </a:xfrm>
            <a:custGeom>
              <a:avLst/>
              <a:gdLst/>
              <a:ahLst/>
              <a:cxnLst/>
              <a:rect l="l" t="t" r="r" b="b"/>
              <a:pathLst>
                <a:path w="7220" h="6036" extrusionOk="0">
                  <a:moveTo>
                    <a:pt x="2204" y="1"/>
                  </a:moveTo>
                  <a:cubicBezTo>
                    <a:pt x="1854" y="1"/>
                    <a:pt x="1482" y="140"/>
                    <a:pt x="1144" y="280"/>
                  </a:cubicBezTo>
                  <a:cubicBezTo>
                    <a:pt x="477" y="566"/>
                    <a:pt x="1" y="1399"/>
                    <a:pt x="96" y="2114"/>
                  </a:cubicBezTo>
                  <a:cubicBezTo>
                    <a:pt x="429" y="4424"/>
                    <a:pt x="1858" y="5829"/>
                    <a:pt x="4049" y="6019"/>
                  </a:cubicBezTo>
                  <a:cubicBezTo>
                    <a:pt x="4166" y="6030"/>
                    <a:pt x="4282" y="6036"/>
                    <a:pt x="4395" y="6036"/>
                  </a:cubicBezTo>
                  <a:cubicBezTo>
                    <a:pt x="5995" y="6036"/>
                    <a:pt x="7220" y="4946"/>
                    <a:pt x="6597" y="2923"/>
                  </a:cubicBezTo>
                  <a:cubicBezTo>
                    <a:pt x="6168" y="1518"/>
                    <a:pt x="4478" y="42"/>
                    <a:pt x="2406" y="18"/>
                  </a:cubicBezTo>
                  <a:cubicBezTo>
                    <a:pt x="2340" y="6"/>
                    <a:pt x="2272" y="1"/>
                    <a:pt x="2204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238" name="Google Shape;3238;p93"/>
            <p:cNvSpPr/>
            <p:nvPr/>
          </p:nvSpPr>
          <p:spPr>
            <a:xfrm>
              <a:off x="6099715" y="3104208"/>
              <a:ext cx="178713" cy="173119"/>
            </a:xfrm>
            <a:custGeom>
              <a:avLst/>
              <a:gdLst/>
              <a:ahLst/>
              <a:cxnLst/>
              <a:rect l="l" t="t" r="r" b="b"/>
              <a:pathLst>
                <a:path w="5623" h="5447" extrusionOk="0">
                  <a:moveTo>
                    <a:pt x="2987" y="1"/>
                  </a:moveTo>
                  <a:cubicBezTo>
                    <a:pt x="2618" y="1"/>
                    <a:pt x="2239" y="92"/>
                    <a:pt x="1860" y="246"/>
                  </a:cubicBezTo>
                  <a:cubicBezTo>
                    <a:pt x="955" y="651"/>
                    <a:pt x="336" y="1246"/>
                    <a:pt x="193" y="2318"/>
                  </a:cubicBezTo>
                  <a:cubicBezTo>
                    <a:pt x="0" y="3988"/>
                    <a:pt x="1926" y="5447"/>
                    <a:pt x="3441" y="5447"/>
                  </a:cubicBezTo>
                  <a:cubicBezTo>
                    <a:pt x="3611" y="5447"/>
                    <a:pt x="3776" y="5428"/>
                    <a:pt x="3932" y="5390"/>
                  </a:cubicBezTo>
                  <a:cubicBezTo>
                    <a:pt x="5051" y="5080"/>
                    <a:pt x="5623" y="4390"/>
                    <a:pt x="5623" y="3342"/>
                  </a:cubicBezTo>
                  <a:cubicBezTo>
                    <a:pt x="5623" y="2127"/>
                    <a:pt x="5170" y="1246"/>
                    <a:pt x="4384" y="556"/>
                  </a:cubicBezTo>
                  <a:cubicBezTo>
                    <a:pt x="3950" y="162"/>
                    <a:pt x="3477" y="1"/>
                    <a:pt x="2987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239" name="Google Shape;3239;p93"/>
            <p:cNvSpPr/>
            <p:nvPr/>
          </p:nvSpPr>
          <p:spPr>
            <a:xfrm>
              <a:off x="5900121" y="3798306"/>
              <a:ext cx="164125" cy="145564"/>
            </a:xfrm>
            <a:custGeom>
              <a:avLst/>
              <a:gdLst/>
              <a:ahLst/>
              <a:cxnLst/>
              <a:rect l="l" t="t" r="r" b="b"/>
              <a:pathLst>
                <a:path w="5164" h="4580" extrusionOk="0">
                  <a:moveTo>
                    <a:pt x="2026" y="0"/>
                  </a:moveTo>
                  <a:cubicBezTo>
                    <a:pt x="859" y="0"/>
                    <a:pt x="0" y="1133"/>
                    <a:pt x="424" y="2341"/>
                  </a:cubicBezTo>
                  <a:cubicBezTo>
                    <a:pt x="877" y="3626"/>
                    <a:pt x="1758" y="4460"/>
                    <a:pt x="3187" y="4579"/>
                  </a:cubicBezTo>
                  <a:cubicBezTo>
                    <a:pt x="4020" y="4484"/>
                    <a:pt x="4639" y="4079"/>
                    <a:pt x="5163" y="3460"/>
                  </a:cubicBezTo>
                  <a:cubicBezTo>
                    <a:pt x="5139" y="3222"/>
                    <a:pt x="5163" y="3007"/>
                    <a:pt x="5115" y="2793"/>
                  </a:cubicBezTo>
                  <a:cubicBezTo>
                    <a:pt x="4806" y="1340"/>
                    <a:pt x="3901" y="412"/>
                    <a:pt x="2472" y="54"/>
                  </a:cubicBezTo>
                  <a:cubicBezTo>
                    <a:pt x="2320" y="18"/>
                    <a:pt x="2171" y="0"/>
                    <a:pt x="2026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240" name="Google Shape;3240;p93"/>
            <p:cNvSpPr/>
            <p:nvPr/>
          </p:nvSpPr>
          <p:spPr>
            <a:xfrm>
              <a:off x="6873301" y="3460045"/>
              <a:ext cx="236939" cy="186690"/>
            </a:xfrm>
            <a:custGeom>
              <a:avLst/>
              <a:gdLst/>
              <a:ahLst/>
              <a:cxnLst/>
              <a:rect l="l" t="t" r="r" b="b"/>
              <a:pathLst>
                <a:path w="7455" h="5874" extrusionOk="0">
                  <a:moveTo>
                    <a:pt x="3176" y="1"/>
                  </a:moveTo>
                  <a:cubicBezTo>
                    <a:pt x="2331" y="1"/>
                    <a:pt x="1547" y="476"/>
                    <a:pt x="882" y="1434"/>
                  </a:cubicBezTo>
                  <a:cubicBezTo>
                    <a:pt x="1" y="2648"/>
                    <a:pt x="239" y="3982"/>
                    <a:pt x="1501" y="4815"/>
                  </a:cubicBezTo>
                  <a:cubicBezTo>
                    <a:pt x="2644" y="5577"/>
                    <a:pt x="3954" y="5815"/>
                    <a:pt x="5311" y="5863"/>
                  </a:cubicBezTo>
                  <a:cubicBezTo>
                    <a:pt x="5438" y="5863"/>
                    <a:pt x="5565" y="5874"/>
                    <a:pt x="5685" y="5874"/>
                  </a:cubicBezTo>
                  <a:cubicBezTo>
                    <a:pt x="5745" y="5874"/>
                    <a:pt x="5804" y="5871"/>
                    <a:pt x="5859" y="5863"/>
                  </a:cubicBezTo>
                  <a:cubicBezTo>
                    <a:pt x="7026" y="5768"/>
                    <a:pt x="7455" y="5268"/>
                    <a:pt x="7336" y="4101"/>
                  </a:cubicBezTo>
                  <a:cubicBezTo>
                    <a:pt x="7288" y="3863"/>
                    <a:pt x="7217" y="3601"/>
                    <a:pt x="7121" y="3363"/>
                  </a:cubicBezTo>
                  <a:cubicBezTo>
                    <a:pt x="6764" y="2338"/>
                    <a:pt x="6074" y="1576"/>
                    <a:pt x="5264" y="886"/>
                  </a:cubicBezTo>
                  <a:cubicBezTo>
                    <a:pt x="4549" y="297"/>
                    <a:pt x="3844" y="1"/>
                    <a:pt x="3176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241" name="Google Shape;3241;p93"/>
            <p:cNvSpPr/>
            <p:nvPr/>
          </p:nvSpPr>
          <p:spPr>
            <a:xfrm>
              <a:off x="6360141" y="3860981"/>
              <a:ext cx="180938" cy="171816"/>
            </a:xfrm>
            <a:custGeom>
              <a:avLst/>
              <a:gdLst/>
              <a:ahLst/>
              <a:cxnLst/>
              <a:rect l="l" t="t" r="r" b="b"/>
              <a:pathLst>
                <a:path w="5693" h="5406" extrusionOk="0">
                  <a:moveTo>
                    <a:pt x="2939" y="1"/>
                  </a:moveTo>
                  <a:cubicBezTo>
                    <a:pt x="2400" y="1"/>
                    <a:pt x="1842" y="186"/>
                    <a:pt x="1310" y="559"/>
                  </a:cubicBezTo>
                  <a:cubicBezTo>
                    <a:pt x="310" y="1250"/>
                    <a:pt x="1" y="2393"/>
                    <a:pt x="477" y="3512"/>
                  </a:cubicBezTo>
                  <a:cubicBezTo>
                    <a:pt x="943" y="4665"/>
                    <a:pt x="2131" y="5406"/>
                    <a:pt x="3447" y="5406"/>
                  </a:cubicBezTo>
                  <a:cubicBezTo>
                    <a:pt x="3544" y="5406"/>
                    <a:pt x="3641" y="5402"/>
                    <a:pt x="3739" y="5393"/>
                  </a:cubicBezTo>
                  <a:cubicBezTo>
                    <a:pt x="5049" y="5298"/>
                    <a:pt x="5692" y="4607"/>
                    <a:pt x="5692" y="3298"/>
                  </a:cubicBezTo>
                  <a:cubicBezTo>
                    <a:pt x="5692" y="2321"/>
                    <a:pt x="5287" y="1321"/>
                    <a:pt x="4597" y="678"/>
                  </a:cubicBezTo>
                  <a:cubicBezTo>
                    <a:pt x="4109" y="228"/>
                    <a:pt x="3535" y="1"/>
                    <a:pt x="2939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242" name="Google Shape;3242;p93"/>
            <p:cNvSpPr/>
            <p:nvPr/>
          </p:nvSpPr>
          <p:spPr>
            <a:xfrm>
              <a:off x="6799121" y="3820808"/>
              <a:ext cx="156720" cy="160819"/>
            </a:xfrm>
            <a:custGeom>
              <a:avLst/>
              <a:gdLst/>
              <a:ahLst/>
              <a:cxnLst/>
              <a:rect l="l" t="t" r="r" b="b"/>
              <a:pathLst>
                <a:path w="4931" h="5060" extrusionOk="0">
                  <a:moveTo>
                    <a:pt x="2551" y="0"/>
                  </a:moveTo>
                  <a:cubicBezTo>
                    <a:pt x="2088" y="0"/>
                    <a:pt x="1601" y="147"/>
                    <a:pt x="1144" y="442"/>
                  </a:cubicBezTo>
                  <a:cubicBezTo>
                    <a:pt x="215" y="1013"/>
                    <a:pt x="1" y="1894"/>
                    <a:pt x="525" y="2966"/>
                  </a:cubicBezTo>
                  <a:cubicBezTo>
                    <a:pt x="954" y="3895"/>
                    <a:pt x="1692" y="4490"/>
                    <a:pt x="2621" y="4895"/>
                  </a:cubicBezTo>
                  <a:cubicBezTo>
                    <a:pt x="2887" y="5005"/>
                    <a:pt x="3137" y="5059"/>
                    <a:pt x="3368" y="5059"/>
                  </a:cubicBezTo>
                  <a:cubicBezTo>
                    <a:pt x="3986" y="5059"/>
                    <a:pt x="4469" y="4677"/>
                    <a:pt x="4764" y="3966"/>
                  </a:cubicBezTo>
                  <a:cubicBezTo>
                    <a:pt x="4883" y="3633"/>
                    <a:pt x="4907" y="3300"/>
                    <a:pt x="4907" y="2966"/>
                  </a:cubicBezTo>
                  <a:cubicBezTo>
                    <a:pt x="4931" y="2156"/>
                    <a:pt x="4597" y="1442"/>
                    <a:pt x="4145" y="799"/>
                  </a:cubicBezTo>
                  <a:cubicBezTo>
                    <a:pt x="3749" y="266"/>
                    <a:pt x="3172" y="0"/>
                    <a:pt x="2551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grpSp>
        <p:nvGrpSpPr>
          <p:cNvPr id="3243" name="Google Shape;3243;p93"/>
          <p:cNvGrpSpPr/>
          <p:nvPr/>
        </p:nvGrpSpPr>
        <p:grpSpPr>
          <a:xfrm>
            <a:off x="7445135" y="40744"/>
            <a:ext cx="1624825" cy="1376466"/>
            <a:chOff x="5806500" y="2591150"/>
            <a:chExt cx="1404950" cy="1190200"/>
          </a:xfrm>
        </p:grpSpPr>
        <p:sp>
          <p:nvSpPr>
            <p:cNvPr id="3244" name="Google Shape;3244;p93"/>
            <p:cNvSpPr/>
            <p:nvPr/>
          </p:nvSpPr>
          <p:spPr>
            <a:xfrm>
              <a:off x="6178275" y="3511600"/>
              <a:ext cx="141600" cy="269750"/>
            </a:xfrm>
            <a:custGeom>
              <a:avLst/>
              <a:gdLst/>
              <a:ahLst/>
              <a:cxnLst/>
              <a:rect l="l" t="t" r="r" b="b"/>
              <a:pathLst>
                <a:path w="5664" h="10790" extrusionOk="0">
                  <a:moveTo>
                    <a:pt x="5358" y="1"/>
                  </a:moveTo>
                  <a:cubicBezTo>
                    <a:pt x="5279" y="1"/>
                    <a:pt x="5199" y="34"/>
                    <a:pt x="5152" y="110"/>
                  </a:cubicBezTo>
                  <a:cubicBezTo>
                    <a:pt x="4184" y="1590"/>
                    <a:pt x="3683" y="3373"/>
                    <a:pt x="3473" y="5110"/>
                  </a:cubicBezTo>
                  <a:cubicBezTo>
                    <a:pt x="3345" y="6077"/>
                    <a:pt x="3334" y="7056"/>
                    <a:pt x="3427" y="8035"/>
                  </a:cubicBezTo>
                  <a:cubicBezTo>
                    <a:pt x="3438" y="8210"/>
                    <a:pt x="3450" y="8396"/>
                    <a:pt x="3462" y="8583"/>
                  </a:cubicBezTo>
                  <a:cubicBezTo>
                    <a:pt x="3020" y="8212"/>
                    <a:pt x="2403" y="7996"/>
                    <a:pt x="1819" y="7996"/>
                  </a:cubicBezTo>
                  <a:cubicBezTo>
                    <a:pt x="1065" y="7996"/>
                    <a:pt x="366" y="8357"/>
                    <a:pt x="175" y="9212"/>
                  </a:cubicBezTo>
                  <a:cubicBezTo>
                    <a:pt x="0" y="10016"/>
                    <a:pt x="630" y="10576"/>
                    <a:pt x="1364" y="10715"/>
                  </a:cubicBezTo>
                  <a:cubicBezTo>
                    <a:pt x="1617" y="10766"/>
                    <a:pt x="1877" y="10790"/>
                    <a:pt x="2138" y="10790"/>
                  </a:cubicBezTo>
                  <a:cubicBezTo>
                    <a:pt x="2971" y="10790"/>
                    <a:pt x="3816" y="10544"/>
                    <a:pt x="4499" y="10109"/>
                  </a:cubicBezTo>
                  <a:cubicBezTo>
                    <a:pt x="4720" y="9970"/>
                    <a:pt x="4662" y="9655"/>
                    <a:pt x="4464" y="9550"/>
                  </a:cubicBezTo>
                  <a:cubicBezTo>
                    <a:pt x="4534" y="8944"/>
                    <a:pt x="4301" y="8268"/>
                    <a:pt x="4254" y="7674"/>
                  </a:cubicBezTo>
                  <a:cubicBezTo>
                    <a:pt x="4196" y="6881"/>
                    <a:pt x="4208" y="6089"/>
                    <a:pt x="4277" y="5296"/>
                  </a:cubicBezTo>
                  <a:cubicBezTo>
                    <a:pt x="4441" y="3537"/>
                    <a:pt x="4988" y="1940"/>
                    <a:pt x="5594" y="308"/>
                  </a:cubicBezTo>
                  <a:cubicBezTo>
                    <a:pt x="5663" y="124"/>
                    <a:pt x="5511" y="1"/>
                    <a:pt x="535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245" name="Google Shape;3245;p93"/>
            <p:cNvSpPr/>
            <p:nvPr/>
          </p:nvSpPr>
          <p:spPr>
            <a:xfrm>
              <a:off x="6579250" y="3508975"/>
              <a:ext cx="150575" cy="266700"/>
            </a:xfrm>
            <a:custGeom>
              <a:avLst/>
              <a:gdLst/>
              <a:ahLst/>
              <a:cxnLst/>
              <a:rect l="l" t="t" r="r" b="b"/>
              <a:pathLst>
                <a:path w="6023" h="10668" extrusionOk="0">
                  <a:moveTo>
                    <a:pt x="319" y="0"/>
                  </a:moveTo>
                  <a:cubicBezTo>
                    <a:pt x="160" y="0"/>
                    <a:pt x="1" y="128"/>
                    <a:pt x="79" y="308"/>
                  </a:cubicBezTo>
                  <a:cubicBezTo>
                    <a:pt x="743" y="1928"/>
                    <a:pt x="1350" y="3502"/>
                    <a:pt x="1571" y="5250"/>
                  </a:cubicBezTo>
                  <a:cubicBezTo>
                    <a:pt x="1664" y="6031"/>
                    <a:pt x="1711" y="6835"/>
                    <a:pt x="1676" y="7627"/>
                  </a:cubicBezTo>
                  <a:cubicBezTo>
                    <a:pt x="1653" y="8222"/>
                    <a:pt x="1443" y="8909"/>
                    <a:pt x="1536" y="9515"/>
                  </a:cubicBezTo>
                  <a:cubicBezTo>
                    <a:pt x="1338" y="9620"/>
                    <a:pt x="1291" y="9935"/>
                    <a:pt x="1524" y="10075"/>
                  </a:cubicBezTo>
                  <a:cubicBezTo>
                    <a:pt x="2182" y="10457"/>
                    <a:pt x="2976" y="10668"/>
                    <a:pt x="3758" y="10668"/>
                  </a:cubicBezTo>
                  <a:cubicBezTo>
                    <a:pt x="4071" y="10668"/>
                    <a:pt x="4383" y="10634"/>
                    <a:pt x="4683" y="10564"/>
                  </a:cubicBezTo>
                  <a:cubicBezTo>
                    <a:pt x="5417" y="10401"/>
                    <a:pt x="6023" y="9818"/>
                    <a:pt x="5813" y="9014"/>
                  </a:cubicBezTo>
                  <a:cubicBezTo>
                    <a:pt x="5598" y="8197"/>
                    <a:pt x="4932" y="7855"/>
                    <a:pt x="4210" y="7855"/>
                  </a:cubicBezTo>
                  <a:cubicBezTo>
                    <a:pt x="3602" y="7855"/>
                    <a:pt x="2956" y="8097"/>
                    <a:pt x="2503" y="8501"/>
                  </a:cubicBezTo>
                  <a:cubicBezTo>
                    <a:pt x="2515" y="8315"/>
                    <a:pt x="2515" y="8140"/>
                    <a:pt x="2527" y="7954"/>
                  </a:cubicBezTo>
                  <a:cubicBezTo>
                    <a:pt x="2585" y="6986"/>
                    <a:pt x="2527" y="6007"/>
                    <a:pt x="2375" y="5040"/>
                  </a:cubicBezTo>
                  <a:cubicBezTo>
                    <a:pt x="2107" y="3304"/>
                    <a:pt x="1536" y="1544"/>
                    <a:pt x="522" y="99"/>
                  </a:cubicBezTo>
                  <a:cubicBezTo>
                    <a:pt x="473" y="30"/>
                    <a:pt x="396" y="0"/>
                    <a:pt x="31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246" name="Google Shape;3246;p93"/>
            <p:cNvSpPr/>
            <p:nvPr/>
          </p:nvSpPr>
          <p:spPr>
            <a:xfrm>
              <a:off x="5834325" y="2628600"/>
              <a:ext cx="180500" cy="280175"/>
            </a:xfrm>
            <a:custGeom>
              <a:avLst/>
              <a:gdLst/>
              <a:ahLst/>
              <a:cxnLst/>
              <a:rect l="l" t="t" r="r" b="b"/>
              <a:pathLst>
                <a:path w="7220" h="11207" extrusionOk="0">
                  <a:moveTo>
                    <a:pt x="3026" y="0"/>
                  </a:moveTo>
                  <a:cubicBezTo>
                    <a:pt x="2810" y="0"/>
                    <a:pt x="2599" y="143"/>
                    <a:pt x="2594" y="433"/>
                  </a:cubicBezTo>
                  <a:lnTo>
                    <a:pt x="2582" y="1179"/>
                  </a:lnTo>
                  <a:cubicBezTo>
                    <a:pt x="2535" y="1074"/>
                    <a:pt x="2489" y="946"/>
                    <a:pt x="2454" y="829"/>
                  </a:cubicBezTo>
                  <a:cubicBezTo>
                    <a:pt x="2393" y="609"/>
                    <a:pt x="2222" y="513"/>
                    <a:pt x="2047" y="513"/>
                  </a:cubicBezTo>
                  <a:cubicBezTo>
                    <a:pt x="1787" y="513"/>
                    <a:pt x="1519" y="727"/>
                    <a:pt x="1603" y="1062"/>
                  </a:cubicBezTo>
                  <a:lnTo>
                    <a:pt x="1848" y="1948"/>
                  </a:lnTo>
                  <a:cubicBezTo>
                    <a:pt x="1521" y="1750"/>
                    <a:pt x="1207" y="1563"/>
                    <a:pt x="880" y="1365"/>
                  </a:cubicBezTo>
                  <a:cubicBezTo>
                    <a:pt x="811" y="1324"/>
                    <a:pt x="738" y="1305"/>
                    <a:pt x="668" y="1305"/>
                  </a:cubicBezTo>
                  <a:cubicBezTo>
                    <a:pt x="307" y="1305"/>
                    <a:pt x="1" y="1793"/>
                    <a:pt x="333" y="2076"/>
                  </a:cubicBezTo>
                  <a:cubicBezTo>
                    <a:pt x="939" y="2577"/>
                    <a:pt x="1603" y="3137"/>
                    <a:pt x="2361" y="3370"/>
                  </a:cubicBezTo>
                  <a:cubicBezTo>
                    <a:pt x="1941" y="6376"/>
                    <a:pt x="3852" y="9558"/>
                    <a:pt x="6311" y="11131"/>
                  </a:cubicBezTo>
                  <a:cubicBezTo>
                    <a:pt x="6394" y="11184"/>
                    <a:pt x="6476" y="11207"/>
                    <a:pt x="6553" y="11207"/>
                  </a:cubicBezTo>
                  <a:cubicBezTo>
                    <a:pt x="6953" y="11207"/>
                    <a:pt x="7219" y="10589"/>
                    <a:pt x="6789" y="10316"/>
                  </a:cubicBezTo>
                  <a:cubicBezTo>
                    <a:pt x="4085" y="8591"/>
                    <a:pt x="3141" y="5829"/>
                    <a:pt x="3071" y="2799"/>
                  </a:cubicBezTo>
                  <a:cubicBezTo>
                    <a:pt x="3246" y="2764"/>
                    <a:pt x="3409" y="2601"/>
                    <a:pt x="3444" y="2414"/>
                  </a:cubicBezTo>
                  <a:cubicBezTo>
                    <a:pt x="3677" y="2204"/>
                    <a:pt x="3922" y="2030"/>
                    <a:pt x="4202" y="1878"/>
                  </a:cubicBezTo>
                  <a:cubicBezTo>
                    <a:pt x="4538" y="1672"/>
                    <a:pt x="4350" y="1205"/>
                    <a:pt x="4004" y="1205"/>
                  </a:cubicBezTo>
                  <a:cubicBezTo>
                    <a:pt x="3978" y="1205"/>
                    <a:pt x="3950" y="1208"/>
                    <a:pt x="3922" y="1214"/>
                  </a:cubicBezTo>
                  <a:cubicBezTo>
                    <a:pt x="3771" y="1249"/>
                    <a:pt x="3631" y="1295"/>
                    <a:pt x="3491" y="1354"/>
                  </a:cubicBezTo>
                  <a:cubicBezTo>
                    <a:pt x="3503" y="1051"/>
                    <a:pt x="3514" y="736"/>
                    <a:pt x="3491" y="433"/>
                  </a:cubicBezTo>
                  <a:cubicBezTo>
                    <a:pt x="3468" y="146"/>
                    <a:pt x="3244" y="0"/>
                    <a:pt x="302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247" name="Google Shape;3247;p93"/>
            <p:cNvSpPr/>
            <p:nvPr/>
          </p:nvSpPr>
          <p:spPr>
            <a:xfrm>
              <a:off x="6901425" y="2591150"/>
              <a:ext cx="171400" cy="266975"/>
            </a:xfrm>
            <a:custGeom>
              <a:avLst/>
              <a:gdLst/>
              <a:ahLst/>
              <a:cxnLst/>
              <a:rect l="l" t="t" r="r" b="b"/>
              <a:pathLst>
                <a:path w="6856" h="10679" extrusionOk="0">
                  <a:moveTo>
                    <a:pt x="5541" y="0"/>
                  </a:moveTo>
                  <a:cubicBezTo>
                    <a:pt x="5372" y="0"/>
                    <a:pt x="5205" y="91"/>
                    <a:pt x="5140" y="299"/>
                  </a:cubicBezTo>
                  <a:cubicBezTo>
                    <a:pt x="5023" y="649"/>
                    <a:pt x="4872" y="964"/>
                    <a:pt x="4709" y="1290"/>
                  </a:cubicBezTo>
                  <a:cubicBezTo>
                    <a:pt x="4639" y="1022"/>
                    <a:pt x="4580" y="765"/>
                    <a:pt x="4557" y="497"/>
                  </a:cubicBezTo>
                  <a:cubicBezTo>
                    <a:pt x="4533" y="227"/>
                    <a:pt x="4313" y="87"/>
                    <a:pt x="4103" y="87"/>
                  </a:cubicBezTo>
                  <a:cubicBezTo>
                    <a:pt x="3897" y="87"/>
                    <a:pt x="3700" y="221"/>
                    <a:pt x="3706" y="497"/>
                  </a:cubicBezTo>
                  <a:cubicBezTo>
                    <a:pt x="3718" y="870"/>
                    <a:pt x="3718" y="1232"/>
                    <a:pt x="3741" y="1593"/>
                  </a:cubicBezTo>
                  <a:cubicBezTo>
                    <a:pt x="3496" y="1360"/>
                    <a:pt x="3240" y="1127"/>
                    <a:pt x="2995" y="882"/>
                  </a:cubicBezTo>
                  <a:cubicBezTo>
                    <a:pt x="2946" y="836"/>
                    <a:pt x="2890" y="816"/>
                    <a:pt x="2834" y="816"/>
                  </a:cubicBezTo>
                  <a:cubicBezTo>
                    <a:pt x="2665" y="816"/>
                    <a:pt x="2505" y="1001"/>
                    <a:pt x="2611" y="1185"/>
                  </a:cubicBezTo>
                  <a:cubicBezTo>
                    <a:pt x="2984" y="1873"/>
                    <a:pt x="3520" y="2455"/>
                    <a:pt x="4056" y="3026"/>
                  </a:cubicBezTo>
                  <a:cubicBezTo>
                    <a:pt x="4056" y="3026"/>
                    <a:pt x="4056" y="3038"/>
                    <a:pt x="4056" y="3038"/>
                  </a:cubicBezTo>
                  <a:cubicBezTo>
                    <a:pt x="3811" y="4355"/>
                    <a:pt x="3590" y="5614"/>
                    <a:pt x="2937" y="6849"/>
                  </a:cubicBezTo>
                  <a:cubicBezTo>
                    <a:pt x="2319" y="8003"/>
                    <a:pt x="1305" y="9343"/>
                    <a:pt x="210" y="10065"/>
                  </a:cubicBezTo>
                  <a:cubicBezTo>
                    <a:pt x="24" y="10194"/>
                    <a:pt x="0" y="10462"/>
                    <a:pt x="210" y="10578"/>
                  </a:cubicBezTo>
                  <a:cubicBezTo>
                    <a:pt x="327" y="10647"/>
                    <a:pt x="450" y="10678"/>
                    <a:pt x="579" y="10678"/>
                  </a:cubicBezTo>
                  <a:cubicBezTo>
                    <a:pt x="1671" y="10678"/>
                    <a:pt x="3111" y="8423"/>
                    <a:pt x="3496" y="7735"/>
                  </a:cubicBezTo>
                  <a:cubicBezTo>
                    <a:pt x="4196" y="6523"/>
                    <a:pt x="4732" y="5008"/>
                    <a:pt x="4674" y="3562"/>
                  </a:cubicBezTo>
                  <a:cubicBezTo>
                    <a:pt x="4755" y="3562"/>
                    <a:pt x="4837" y="3551"/>
                    <a:pt x="4918" y="3504"/>
                  </a:cubicBezTo>
                  <a:cubicBezTo>
                    <a:pt x="4977" y="3481"/>
                    <a:pt x="5035" y="3434"/>
                    <a:pt x="5093" y="3376"/>
                  </a:cubicBezTo>
                  <a:cubicBezTo>
                    <a:pt x="5466" y="3131"/>
                    <a:pt x="6025" y="3003"/>
                    <a:pt x="6410" y="2805"/>
                  </a:cubicBezTo>
                  <a:cubicBezTo>
                    <a:pt x="6855" y="2572"/>
                    <a:pt x="6571" y="1980"/>
                    <a:pt x="6153" y="1980"/>
                  </a:cubicBezTo>
                  <a:cubicBezTo>
                    <a:pt x="6090" y="1980"/>
                    <a:pt x="6023" y="1993"/>
                    <a:pt x="5956" y="2024"/>
                  </a:cubicBezTo>
                  <a:cubicBezTo>
                    <a:pt x="5804" y="2094"/>
                    <a:pt x="5652" y="2141"/>
                    <a:pt x="5501" y="2187"/>
                  </a:cubicBezTo>
                  <a:cubicBezTo>
                    <a:pt x="5652" y="1640"/>
                    <a:pt x="5816" y="1080"/>
                    <a:pt x="5967" y="532"/>
                  </a:cubicBezTo>
                  <a:cubicBezTo>
                    <a:pt x="6058" y="209"/>
                    <a:pt x="5798" y="0"/>
                    <a:pt x="55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248" name="Google Shape;3248;p93"/>
            <p:cNvSpPr/>
            <p:nvPr/>
          </p:nvSpPr>
          <p:spPr>
            <a:xfrm>
              <a:off x="5875550" y="3399550"/>
              <a:ext cx="49450" cy="9950"/>
            </a:xfrm>
            <a:custGeom>
              <a:avLst/>
              <a:gdLst/>
              <a:ahLst/>
              <a:cxnLst/>
              <a:rect l="l" t="t" r="r" b="b"/>
              <a:pathLst>
                <a:path w="1978" h="398" extrusionOk="0">
                  <a:moveTo>
                    <a:pt x="106" y="0"/>
                  </a:moveTo>
                  <a:cubicBezTo>
                    <a:pt x="24" y="0"/>
                    <a:pt x="1" y="105"/>
                    <a:pt x="59" y="140"/>
                  </a:cubicBezTo>
                  <a:cubicBezTo>
                    <a:pt x="338" y="329"/>
                    <a:pt x="700" y="397"/>
                    <a:pt x="1063" y="397"/>
                  </a:cubicBezTo>
                  <a:cubicBezTo>
                    <a:pt x="1352" y="397"/>
                    <a:pt x="1641" y="354"/>
                    <a:pt x="1889" y="292"/>
                  </a:cubicBezTo>
                  <a:cubicBezTo>
                    <a:pt x="1978" y="270"/>
                    <a:pt x="1939" y="151"/>
                    <a:pt x="1854" y="151"/>
                  </a:cubicBezTo>
                  <a:cubicBezTo>
                    <a:pt x="1850" y="151"/>
                    <a:pt x="1846" y="151"/>
                    <a:pt x="1842" y="152"/>
                  </a:cubicBezTo>
                  <a:cubicBezTo>
                    <a:pt x="1679" y="175"/>
                    <a:pt x="1516" y="187"/>
                    <a:pt x="1353" y="187"/>
                  </a:cubicBezTo>
                  <a:cubicBezTo>
                    <a:pt x="1189" y="187"/>
                    <a:pt x="1026" y="175"/>
                    <a:pt x="863" y="152"/>
                  </a:cubicBezTo>
                  <a:cubicBezTo>
                    <a:pt x="607" y="117"/>
                    <a:pt x="362" y="35"/>
                    <a:pt x="10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249" name="Google Shape;3249;p93"/>
            <p:cNvSpPr/>
            <p:nvPr/>
          </p:nvSpPr>
          <p:spPr>
            <a:xfrm>
              <a:off x="5875275" y="3273100"/>
              <a:ext cx="33325" cy="10325"/>
            </a:xfrm>
            <a:custGeom>
              <a:avLst/>
              <a:gdLst/>
              <a:ahLst/>
              <a:cxnLst/>
              <a:rect l="l" t="t" r="r" b="b"/>
              <a:pathLst>
                <a:path w="1333" h="413" extrusionOk="0">
                  <a:moveTo>
                    <a:pt x="114" y="1"/>
                  </a:moveTo>
                  <a:cubicBezTo>
                    <a:pt x="54" y="1"/>
                    <a:pt x="0" y="83"/>
                    <a:pt x="58" y="140"/>
                  </a:cubicBezTo>
                  <a:cubicBezTo>
                    <a:pt x="250" y="332"/>
                    <a:pt x="517" y="412"/>
                    <a:pt x="785" y="412"/>
                  </a:cubicBezTo>
                  <a:cubicBezTo>
                    <a:pt x="940" y="412"/>
                    <a:pt x="1094" y="386"/>
                    <a:pt x="1235" y="339"/>
                  </a:cubicBezTo>
                  <a:cubicBezTo>
                    <a:pt x="1333" y="306"/>
                    <a:pt x="1310" y="173"/>
                    <a:pt x="1222" y="173"/>
                  </a:cubicBezTo>
                  <a:cubicBezTo>
                    <a:pt x="1215" y="173"/>
                    <a:pt x="1208" y="174"/>
                    <a:pt x="1200" y="175"/>
                  </a:cubicBezTo>
                  <a:cubicBezTo>
                    <a:pt x="1095" y="201"/>
                    <a:pt x="995" y="212"/>
                    <a:pt x="899" y="212"/>
                  </a:cubicBezTo>
                  <a:cubicBezTo>
                    <a:pt x="641" y="212"/>
                    <a:pt x="406" y="131"/>
                    <a:pt x="152" y="12"/>
                  </a:cubicBezTo>
                  <a:cubicBezTo>
                    <a:pt x="139" y="4"/>
                    <a:pt x="127" y="1"/>
                    <a:pt x="11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250" name="Google Shape;3250;p93"/>
            <p:cNvSpPr/>
            <p:nvPr/>
          </p:nvSpPr>
          <p:spPr>
            <a:xfrm>
              <a:off x="5903325" y="3115450"/>
              <a:ext cx="37925" cy="9700"/>
            </a:xfrm>
            <a:custGeom>
              <a:avLst/>
              <a:gdLst/>
              <a:ahLst/>
              <a:cxnLst/>
              <a:rect l="l" t="t" r="r" b="b"/>
              <a:pathLst>
                <a:path w="1517" h="388" extrusionOk="0">
                  <a:moveTo>
                    <a:pt x="89" y="0"/>
                  </a:moveTo>
                  <a:cubicBezTo>
                    <a:pt x="37" y="0"/>
                    <a:pt x="0" y="63"/>
                    <a:pt x="43" y="107"/>
                  </a:cubicBezTo>
                  <a:cubicBezTo>
                    <a:pt x="224" y="314"/>
                    <a:pt x="517" y="387"/>
                    <a:pt x="813" y="387"/>
                  </a:cubicBezTo>
                  <a:cubicBezTo>
                    <a:pt x="1032" y="387"/>
                    <a:pt x="1252" y="348"/>
                    <a:pt x="1430" y="293"/>
                  </a:cubicBezTo>
                  <a:cubicBezTo>
                    <a:pt x="1516" y="272"/>
                    <a:pt x="1483" y="151"/>
                    <a:pt x="1404" y="151"/>
                  </a:cubicBezTo>
                  <a:cubicBezTo>
                    <a:pt x="1398" y="151"/>
                    <a:pt x="1391" y="151"/>
                    <a:pt x="1384" y="153"/>
                  </a:cubicBezTo>
                  <a:cubicBezTo>
                    <a:pt x="1259" y="179"/>
                    <a:pt x="1124" y="195"/>
                    <a:pt x="988" y="195"/>
                  </a:cubicBezTo>
                  <a:cubicBezTo>
                    <a:pt x="882" y="195"/>
                    <a:pt x="775" y="185"/>
                    <a:pt x="673" y="165"/>
                  </a:cubicBezTo>
                  <a:cubicBezTo>
                    <a:pt x="475" y="130"/>
                    <a:pt x="300" y="37"/>
                    <a:pt x="102" y="2"/>
                  </a:cubicBezTo>
                  <a:cubicBezTo>
                    <a:pt x="97" y="1"/>
                    <a:pt x="93" y="0"/>
                    <a:pt x="8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251" name="Google Shape;3251;p93"/>
            <p:cNvSpPr/>
            <p:nvPr/>
          </p:nvSpPr>
          <p:spPr>
            <a:xfrm>
              <a:off x="5835050" y="2620875"/>
              <a:ext cx="1353950" cy="946525"/>
            </a:xfrm>
            <a:custGeom>
              <a:avLst/>
              <a:gdLst/>
              <a:ahLst/>
              <a:cxnLst/>
              <a:rect l="l" t="t" r="r" b="b"/>
              <a:pathLst>
                <a:path w="54158" h="37861" extrusionOk="0">
                  <a:moveTo>
                    <a:pt x="26334" y="12008"/>
                  </a:moveTo>
                  <a:cubicBezTo>
                    <a:pt x="40873" y="12008"/>
                    <a:pt x="39509" y="27581"/>
                    <a:pt x="39509" y="27581"/>
                  </a:cubicBezTo>
                  <a:lnTo>
                    <a:pt x="12646" y="27581"/>
                  </a:lnTo>
                  <a:cubicBezTo>
                    <a:pt x="12646" y="27581"/>
                    <a:pt x="11049" y="12268"/>
                    <a:pt x="25978" y="12011"/>
                  </a:cubicBezTo>
                  <a:cubicBezTo>
                    <a:pt x="26098" y="12009"/>
                    <a:pt x="26217" y="12008"/>
                    <a:pt x="26334" y="12008"/>
                  </a:cubicBezTo>
                  <a:close/>
                  <a:moveTo>
                    <a:pt x="26670" y="0"/>
                  </a:moveTo>
                  <a:cubicBezTo>
                    <a:pt x="16102" y="0"/>
                    <a:pt x="6822" y="8293"/>
                    <a:pt x="4185" y="15181"/>
                  </a:cubicBezTo>
                  <a:cubicBezTo>
                    <a:pt x="1" y="26055"/>
                    <a:pt x="1154" y="33303"/>
                    <a:pt x="1970" y="37860"/>
                  </a:cubicBezTo>
                  <a:lnTo>
                    <a:pt x="50883" y="37581"/>
                  </a:lnTo>
                  <a:cubicBezTo>
                    <a:pt x="50883" y="37581"/>
                    <a:pt x="54158" y="15240"/>
                    <a:pt x="39217" y="4296"/>
                  </a:cubicBezTo>
                  <a:cubicBezTo>
                    <a:pt x="35049" y="1244"/>
                    <a:pt x="30763" y="0"/>
                    <a:pt x="26670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252" name="Google Shape;3252;p93"/>
            <p:cNvSpPr/>
            <p:nvPr/>
          </p:nvSpPr>
          <p:spPr>
            <a:xfrm>
              <a:off x="6107775" y="2951450"/>
              <a:ext cx="224075" cy="358100"/>
            </a:xfrm>
            <a:custGeom>
              <a:avLst/>
              <a:gdLst/>
              <a:ahLst/>
              <a:cxnLst/>
              <a:rect l="l" t="t" r="r" b="b"/>
              <a:pathLst>
                <a:path w="8963" h="14324" extrusionOk="0">
                  <a:moveTo>
                    <a:pt x="8962" y="0"/>
                  </a:moveTo>
                  <a:cubicBezTo>
                    <a:pt x="8088" y="164"/>
                    <a:pt x="7226" y="385"/>
                    <a:pt x="6387" y="700"/>
                  </a:cubicBezTo>
                  <a:cubicBezTo>
                    <a:pt x="4487" y="1411"/>
                    <a:pt x="3182" y="2576"/>
                    <a:pt x="2191" y="4301"/>
                  </a:cubicBezTo>
                  <a:cubicBezTo>
                    <a:pt x="1142" y="6119"/>
                    <a:pt x="315" y="8240"/>
                    <a:pt x="128" y="10349"/>
                  </a:cubicBezTo>
                  <a:cubicBezTo>
                    <a:pt x="0" y="11748"/>
                    <a:pt x="117" y="13519"/>
                    <a:pt x="1387" y="14323"/>
                  </a:cubicBezTo>
                  <a:cubicBezTo>
                    <a:pt x="1492" y="14277"/>
                    <a:pt x="1608" y="14242"/>
                    <a:pt x="1725" y="14218"/>
                  </a:cubicBezTo>
                  <a:cubicBezTo>
                    <a:pt x="1632" y="12937"/>
                    <a:pt x="1189" y="3415"/>
                    <a:pt x="8962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253" name="Google Shape;3253;p93"/>
            <p:cNvSpPr/>
            <p:nvPr/>
          </p:nvSpPr>
          <p:spPr>
            <a:xfrm>
              <a:off x="5869425" y="2620925"/>
              <a:ext cx="1319575" cy="946475"/>
            </a:xfrm>
            <a:custGeom>
              <a:avLst/>
              <a:gdLst/>
              <a:ahLst/>
              <a:cxnLst/>
              <a:rect l="l" t="t" r="r" b="b"/>
              <a:pathLst>
                <a:path w="52783" h="37859" extrusionOk="0">
                  <a:moveTo>
                    <a:pt x="25315" y="1"/>
                  </a:moveTo>
                  <a:cubicBezTo>
                    <a:pt x="24889" y="1"/>
                    <a:pt x="24465" y="14"/>
                    <a:pt x="24044" y="41"/>
                  </a:cubicBezTo>
                  <a:cubicBezTo>
                    <a:pt x="24964" y="297"/>
                    <a:pt x="25885" y="612"/>
                    <a:pt x="26771" y="973"/>
                  </a:cubicBezTo>
                  <a:cubicBezTo>
                    <a:pt x="38821" y="5844"/>
                    <a:pt x="47818" y="18874"/>
                    <a:pt x="47061" y="32031"/>
                  </a:cubicBezTo>
                  <a:cubicBezTo>
                    <a:pt x="47014" y="32847"/>
                    <a:pt x="46420" y="33488"/>
                    <a:pt x="45581" y="33500"/>
                  </a:cubicBezTo>
                  <a:cubicBezTo>
                    <a:pt x="41292" y="33593"/>
                    <a:pt x="36991" y="33628"/>
                    <a:pt x="32703" y="33628"/>
                  </a:cubicBezTo>
                  <a:cubicBezTo>
                    <a:pt x="25209" y="33628"/>
                    <a:pt x="17715" y="33535"/>
                    <a:pt x="10233" y="33511"/>
                  </a:cubicBezTo>
                  <a:cubicBezTo>
                    <a:pt x="10125" y="33511"/>
                    <a:pt x="10016" y="33511"/>
                    <a:pt x="9908" y="33511"/>
                  </a:cubicBezTo>
                  <a:cubicBezTo>
                    <a:pt x="6602" y="33511"/>
                    <a:pt x="3296" y="33680"/>
                    <a:pt x="1" y="33838"/>
                  </a:cubicBezTo>
                  <a:cubicBezTo>
                    <a:pt x="152" y="35364"/>
                    <a:pt x="386" y="36693"/>
                    <a:pt x="595" y="37858"/>
                  </a:cubicBezTo>
                  <a:lnTo>
                    <a:pt x="49508" y="37579"/>
                  </a:lnTo>
                  <a:cubicBezTo>
                    <a:pt x="49508" y="37579"/>
                    <a:pt x="52783" y="15238"/>
                    <a:pt x="37842" y="4294"/>
                  </a:cubicBezTo>
                  <a:cubicBezTo>
                    <a:pt x="33684" y="1244"/>
                    <a:pt x="29402" y="1"/>
                    <a:pt x="25315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254" name="Google Shape;3254;p93"/>
            <p:cNvSpPr/>
            <p:nvPr/>
          </p:nvSpPr>
          <p:spPr>
            <a:xfrm>
              <a:off x="5868925" y="2626575"/>
              <a:ext cx="1213275" cy="919250"/>
            </a:xfrm>
            <a:custGeom>
              <a:avLst/>
              <a:gdLst/>
              <a:ahLst/>
              <a:cxnLst/>
              <a:rect l="l" t="t" r="r" b="b"/>
              <a:pathLst>
                <a:path w="48531" h="36770" extrusionOk="0">
                  <a:moveTo>
                    <a:pt x="24881" y="0"/>
                  </a:moveTo>
                  <a:cubicBezTo>
                    <a:pt x="24795" y="0"/>
                    <a:pt x="24755" y="142"/>
                    <a:pt x="24856" y="164"/>
                  </a:cubicBezTo>
                  <a:cubicBezTo>
                    <a:pt x="31522" y="1877"/>
                    <a:pt x="37536" y="5851"/>
                    <a:pt x="41487" y="11527"/>
                  </a:cubicBezTo>
                  <a:cubicBezTo>
                    <a:pt x="45740" y="17634"/>
                    <a:pt x="47349" y="25360"/>
                    <a:pt x="46043" y="32668"/>
                  </a:cubicBezTo>
                  <a:cubicBezTo>
                    <a:pt x="46043" y="32726"/>
                    <a:pt x="46055" y="32772"/>
                    <a:pt x="46078" y="32807"/>
                  </a:cubicBezTo>
                  <a:cubicBezTo>
                    <a:pt x="46050" y="32779"/>
                    <a:pt x="46021" y="32758"/>
                    <a:pt x="45973" y="32758"/>
                  </a:cubicBezTo>
                  <a:cubicBezTo>
                    <a:pt x="45962" y="32758"/>
                    <a:pt x="45951" y="32759"/>
                    <a:pt x="45939" y="32761"/>
                  </a:cubicBezTo>
                  <a:cubicBezTo>
                    <a:pt x="41054" y="33197"/>
                    <a:pt x="36161" y="33310"/>
                    <a:pt x="31264" y="33310"/>
                  </a:cubicBezTo>
                  <a:cubicBezTo>
                    <a:pt x="28449" y="33310"/>
                    <a:pt x="25633" y="33273"/>
                    <a:pt x="22817" y="33239"/>
                  </a:cubicBezTo>
                  <a:cubicBezTo>
                    <a:pt x="20623" y="33205"/>
                    <a:pt x="18429" y="33179"/>
                    <a:pt x="16236" y="33179"/>
                  </a:cubicBezTo>
                  <a:cubicBezTo>
                    <a:pt x="14642" y="33179"/>
                    <a:pt x="13048" y="33193"/>
                    <a:pt x="11454" y="33227"/>
                  </a:cubicBezTo>
                  <a:cubicBezTo>
                    <a:pt x="7701" y="33309"/>
                    <a:pt x="3820" y="33355"/>
                    <a:pt x="114" y="34008"/>
                  </a:cubicBezTo>
                  <a:cubicBezTo>
                    <a:pt x="1" y="34019"/>
                    <a:pt x="20" y="34206"/>
                    <a:pt x="128" y="34206"/>
                  </a:cubicBezTo>
                  <a:cubicBezTo>
                    <a:pt x="131" y="34206"/>
                    <a:pt x="134" y="34206"/>
                    <a:pt x="137" y="34206"/>
                  </a:cubicBezTo>
                  <a:cubicBezTo>
                    <a:pt x="3913" y="34031"/>
                    <a:pt x="7666" y="33658"/>
                    <a:pt x="11454" y="33588"/>
                  </a:cubicBezTo>
                  <a:cubicBezTo>
                    <a:pt x="12942" y="33557"/>
                    <a:pt x="14431" y="33544"/>
                    <a:pt x="15919" y="33544"/>
                  </a:cubicBezTo>
                  <a:cubicBezTo>
                    <a:pt x="18288" y="33544"/>
                    <a:pt x="20657" y="33576"/>
                    <a:pt x="23026" y="33612"/>
                  </a:cubicBezTo>
                  <a:cubicBezTo>
                    <a:pt x="25976" y="33652"/>
                    <a:pt x="28927" y="33700"/>
                    <a:pt x="31876" y="33700"/>
                  </a:cubicBezTo>
                  <a:cubicBezTo>
                    <a:pt x="36560" y="33700"/>
                    <a:pt x="41241" y="33580"/>
                    <a:pt x="45904" y="33122"/>
                  </a:cubicBezTo>
                  <a:cubicBezTo>
                    <a:pt x="45904" y="33169"/>
                    <a:pt x="45915" y="33204"/>
                    <a:pt x="45939" y="33250"/>
                  </a:cubicBezTo>
                  <a:cubicBezTo>
                    <a:pt x="46859" y="34322"/>
                    <a:pt x="47628" y="35488"/>
                    <a:pt x="48304" y="36712"/>
                  </a:cubicBezTo>
                  <a:cubicBezTo>
                    <a:pt x="48327" y="36753"/>
                    <a:pt x="48360" y="36770"/>
                    <a:pt x="48393" y="36770"/>
                  </a:cubicBezTo>
                  <a:cubicBezTo>
                    <a:pt x="48463" y="36770"/>
                    <a:pt x="48530" y="36694"/>
                    <a:pt x="48491" y="36607"/>
                  </a:cubicBezTo>
                  <a:cubicBezTo>
                    <a:pt x="47873" y="35313"/>
                    <a:pt x="47081" y="34136"/>
                    <a:pt x="46148" y="33041"/>
                  </a:cubicBezTo>
                  <a:cubicBezTo>
                    <a:pt x="46137" y="33017"/>
                    <a:pt x="46113" y="33006"/>
                    <a:pt x="46102" y="32994"/>
                  </a:cubicBezTo>
                  <a:cubicBezTo>
                    <a:pt x="46125" y="32947"/>
                    <a:pt x="46113" y="32877"/>
                    <a:pt x="46090" y="32831"/>
                  </a:cubicBezTo>
                  <a:lnTo>
                    <a:pt x="46090" y="32831"/>
                  </a:lnTo>
                  <a:cubicBezTo>
                    <a:pt x="46133" y="32879"/>
                    <a:pt x="46197" y="32907"/>
                    <a:pt x="46258" y="32907"/>
                  </a:cubicBezTo>
                  <a:cubicBezTo>
                    <a:pt x="46331" y="32907"/>
                    <a:pt x="46397" y="32867"/>
                    <a:pt x="46416" y="32772"/>
                  </a:cubicBezTo>
                  <a:cubicBezTo>
                    <a:pt x="48479" y="21363"/>
                    <a:pt x="43340" y="9616"/>
                    <a:pt x="33480" y="3497"/>
                  </a:cubicBezTo>
                  <a:cubicBezTo>
                    <a:pt x="30835" y="1854"/>
                    <a:pt x="27933" y="677"/>
                    <a:pt x="24891" y="1"/>
                  </a:cubicBezTo>
                  <a:cubicBezTo>
                    <a:pt x="24888" y="1"/>
                    <a:pt x="24884" y="0"/>
                    <a:pt x="2488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255" name="Google Shape;3255;p93"/>
            <p:cNvSpPr/>
            <p:nvPr/>
          </p:nvSpPr>
          <p:spPr>
            <a:xfrm>
              <a:off x="6093500" y="2927150"/>
              <a:ext cx="273600" cy="372250"/>
            </a:xfrm>
            <a:custGeom>
              <a:avLst/>
              <a:gdLst/>
              <a:ahLst/>
              <a:cxnLst/>
              <a:rect l="l" t="t" r="r" b="b"/>
              <a:pathLst>
                <a:path w="10944" h="14890" extrusionOk="0">
                  <a:moveTo>
                    <a:pt x="10603" y="0"/>
                  </a:moveTo>
                  <a:cubicBezTo>
                    <a:pt x="6929" y="0"/>
                    <a:pt x="3599" y="2887"/>
                    <a:pt x="1993" y="5995"/>
                  </a:cubicBezTo>
                  <a:cubicBezTo>
                    <a:pt x="1061" y="7802"/>
                    <a:pt x="548" y="9806"/>
                    <a:pt x="396" y="11834"/>
                  </a:cubicBezTo>
                  <a:cubicBezTo>
                    <a:pt x="328" y="12727"/>
                    <a:pt x="191" y="14890"/>
                    <a:pt x="1577" y="14890"/>
                  </a:cubicBezTo>
                  <a:cubicBezTo>
                    <a:pt x="1603" y="14890"/>
                    <a:pt x="1629" y="14889"/>
                    <a:pt x="1655" y="14887"/>
                  </a:cubicBezTo>
                  <a:cubicBezTo>
                    <a:pt x="1806" y="14876"/>
                    <a:pt x="1865" y="14631"/>
                    <a:pt x="1690" y="14608"/>
                  </a:cubicBezTo>
                  <a:cubicBezTo>
                    <a:pt x="0" y="14305"/>
                    <a:pt x="839" y="10739"/>
                    <a:pt x="1061" y="9713"/>
                  </a:cubicBezTo>
                  <a:cubicBezTo>
                    <a:pt x="1422" y="8012"/>
                    <a:pt x="2074" y="6368"/>
                    <a:pt x="3042" y="4923"/>
                  </a:cubicBezTo>
                  <a:cubicBezTo>
                    <a:pt x="4906" y="2138"/>
                    <a:pt x="7645" y="693"/>
                    <a:pt x="10873" y="133"/>
                  </a:cubicBezTo>
                  <a:cubicBezTo>
                    <a:pt x="10943" y="122"/>
                    <a:pt x="10932" y="5"/>
                    <a:pt x="10862" y="5"/>
                  </a:cubicBezTo>
                  <a:cubicBezTo>
                    <a:pt x="10775" y="2"/>
                    <a:pt x="10689" y="0"/>
                    <a:pt x="1060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256" name="Google Shape;3256;p93"/>
            <p:cNvSpPr/>
            <p:nvPr/>
          </p:nvSpPr>
          <p:spPr>
            <a:xfrm>
              <a:off x="5946300" y="2988250"/>
              <a:ext cx="39075" cy="20850"/>
            </a:xfrm>
            <a:custGeom>
              <a:avLst/>
              <a:gdLst/>
              <a:ahLst/>
              <a:cxnLst/>
              <a:rect l="l" t="t" r="r" b="b"/>
              <a:pathLst>
                <a:path w="1563" h="834" extrusionOk="0">
                  <a:moveTo>
                    <a:pt x="118" y="0"/>
                  </a:moveTo>
                  <a:cubicBezTo>
                    <a:pt x="37" y="0"/>
                    <a:pt x="1" y="132"/>
                    <a:pt x="73" y="183"/>
                  </a:cubicBezTo>
                  <a:cubicBezTo>
                    <a:pt x="480" y="440"/>
                    <a:pt x="958" y="638"/>
                    <a:pt x="1389" y="824"/>
                  </a:cubicBezTo>
                  <a:cubicBezTo>
                    <a:pt x="1404" y="831"/>
                    <a:pt x="1418" y="834"/>
                    <a:pt x="1432" y="834"/>
                  </a:cubicBezTo>
                  <a:cubicBezTo>
                    <a:pt x="1514" y="834"/>
                    <a:pt x="1563" y="725"/>
                    <a:pt x="1483" y="684"/>
                  </a:cubicBezTo>
                  <a:cubicBezTo>
                    <a:pt x="1052" y="440"/>
                    <a:pt x="609" y="172"/>
                    <a:pt x="154" y="9"/>
                  </a:cubicBezTo>
                  <a:cubicBezTo>
                    <a:pt x="141" y="3"/>
                    <a:pt x="129" y="0"/>
                    <a:pt x="118" y="0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257" name="Google Shape;3257;p93"/>
            <p:cNvSpPr/>
            <p:nvPr/>
          </p:nvSpPr>
          <p:spPr>
            <a:xfrm>
              <a:off x="6017775" y="2862525"/>
              <a:ext cx="38175" cy="25975"/>
            </a:xfrm>
            <a:custGeom>
              <a:avLst/>
              <a:gdLst/>
              <a:ahLst/>
              <a:cxnLst/>
              <a:rect l="l" t="t" r="r" b="b"/>
              <a:pathLst>
                <a:path w="1527" h="1039" extrusionOk="0">
                  <a:moveTo>
                    <a:pt x="113" y="1"/>
                  </a:moveTo>
                  <a:cubicBezTo>
                    <a:pt x="38" y="1"/>
                    <a:pt x="1" y="108"/>
                    <a:pt x="69" y="166"/>
                  </a:cubicBezTo>
                  <a:cubicBezTo>
                    <a:pt x="488" y="469"/>
                    <a:pt x="943" y="749"/>
                    <a:pt x="1386" y="1029"/>
                  </a:cubicBezTo>
                  <a:cubicBezTo>
                    <a:pt x="1398" y="1035"/>
                    <a:pt x="1410" y="1039"/>
                    <a:pt x="1421" y="1039"/>
                  </a:cubicBezTo>
                  <a:cubicBezTo>
                    <a:pt x="1485" y="1039"/>
                    <a:pt x="1527" y="940"/>
                    <a:pt x="1467" y="900"/>
                  </a:cubicBezTo>
                  <a:cubicBezTo>
                    <a:pt x="1036" y="597"/>
                    <a:pt x="605" y="283"/>
                    <a:pt x="162" y="15"/>
                  </a:cubicBezTo>
                  <a:cubicBezTo>
                    <a:pt x="145" y="5"/>
                    <a:pt x="128" y="1"/>
                    <a:pt x="113" y="1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258" name="Google Shape;3258;p93"/>
            <p:cNvSpPr/>
            <p:nvPr/>
          </p:nvSpPr>
          <p:spPr>
            <a:xfrm>
              <a:off x="6105500" y="2785975"/>
              <a:ext cx="31775" cy="37200"/>
            </a:xfrm>
            <a:custGeom>
              <a:avLst/>
              <a:gdLst/>
              <a:ahLst/>
              <a:cxnLst/>
              <a:rect l="l" t="t" r="r" b="b"/>
              <a:pathLst>
                <a:path w="1271" h="1488" extrusionOk="0">
                  <a:moveTo>
                    <a:pt x="119" y="0"/>
                  </a:moveTo>
                  <a:cubicBezTo>
                    <a:pt x="62" y="0"/>
                    <a:pt x="1" y="64"/>
                    <a:pt x="33" y="128"/>
                  </a:cubicBezTo>
                  <a:cubicBezTo>
                    <a:pt x="313" y="664"/>
                    <a:pt x="674" y="1119"/>
                    <a:pt x="1152" y="1480"/>
                  </a:cubicBezTo>
                  <a:cubicBezTo>
                    <a:pt x="1160" y="1485"/>
                    <a:pt x="1170" y="1488"/>
                    <a:pt x="1179" y="1488"/>
                  </a:cubicBezTo>
                  <a:cubicBezTo>
                    <a:pt x="1228" y="1488"/>
                    <a:pt x="1271" y="1415"/>
                    <a:pt x="1222" y="1375"/>
                  </a:cubicBezTo>
                  <a:cubicBezTo>
                    <a:pt x="790" y="1002"/>
                    <a:pt x="429" y="559"/>
                    <a:pt x="184" y="47"/>
                  </a:cubicBezTo>
                  <a:cubicBezTo>
                    <a:pt x="170" y="14"/>
                    <a:pt x="145" y="0"/>
                    <a:pt x="119" y="0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259" name="Google Shape;3259;p93"/>
            <p:cNvSpPr/>
            <p:nvPr/>
          </p:nvSpPr>
          <p:spPr>
            <a:xfrm>
              <a:off x="6225650" y="2703850"/>
              <a:ext cx="20925" cy="42700"/>
            </a:xfrm>
            <a:custGeom>
              <a:avLst/>
              <a:gdLst/>
              <a:ahLst/>
              <a:cxnLst/>
              <a:rect l="l" t="t" r="r" b="b"/>
              <a:pathLst>
                <a:path w="837" h="1708" extrusionOk="0">
                  <a:moveTo>
                    <a:pt x="112" y="1"/>
                  </a:moveTo>
                  <a:cubicBezTo>
                    <a:pt x="56" y="1"/>
                    <a:pt x="1" y="46"/>
                    <a:pt x="28" y="115"/>
                  </a:cubicBezTo>
                  <a:cubicBezTo>
                    <a:pt x="238" y="639"/>
                    <a:pt x="460" y="1152"/>
                    <a:pt x="681" y="1677"/>
                  </a:cubicBezTo>
                  <a:cubicBezTo>
                    <a:pt x="692" y="1699"/>
                    <a:pt x="712" y="1708"/>
                    <a:pt x="734" y="1708"/>
                  </a:cubicBezTo>
                  <a:cubicBezTo>
                    <a:pt x="781" y="1708"/>
                    <a:pt x="837" y="1663"/>
                    <a:pt x="821" y="1607"/>
                  </a:cubicBezTo>
                  <a:cubicBezTo>
                    <a:pt x="623" y="1094"/>
                    <a:pt x="413" y="581"/>
                    <a:pt x="203" y="68"/>
                  </a:cubicBezTo>
                  <a:cubicBezTo>
                    <a:pt x="189" y="21"/>
                    <a:pt x="150" y="1"/>
                    <a:pt x="112" y="1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260" name="Google Shape;3260;p93"/>
            <p:cNvSpPr/>
            <p:nvPr/>
          </p:nvSpPr>
          <p:spPr>
            <a:xfrm>
              <a:off x="6360650" y="2649175"/>
              <a:ext cx="11750" cy="53450"/>
            </a:xfrm>
            <a:custGeom>
              <a:avLst/>
              <a:gdLst/>
              <a:ahLst/>
              <a:cxnLst/>
              <a:rect l="l" t="t" r="r" b="b"/>
              <a:pathLst>
                <a:path w="470" h="2138" extrusionOk="0">
                  <a:moveTo>
                    <a:pt x="173" y="1"/>
                  </a:moveTo>
                  <a:cubicBezTo>
                    <a:pt x="127" y="1"/>
                    <a:pt x="81" y="31"/>
                    <a:pt x="71" y="99"/>
                  </a:cubicBezTo>
                  <a:cubicBezTo>
                    <a:pt x="1" y="787"/>
                    <a:pt x="71" y="1440"/>
                    <a:pt x="304" y="2092"/>
                  </a:cubicBezTo>
                  <a:cubicBezTo>
                    <a:pt x="318" y="2124"/>
                    <a:pt x="347" y="2138"/>
                    <a:pt x="376" y="2138"/>
                  </a:cubicBezTo>
                  <a:cubicBezTo>
                    <a:pt x="423" y="2138"/>
                    <a:pt x="470" y="2103"/>
                    <a:pt x="455" y="2046"/>
                  </a:cubicBezTo>
                  <a:cubicBezTo>
                    <a:pt x="246" y="1428"/>
                    <a:pt x="176" y="775"/>
                    <a:pt x="269" y="123"/>
                  </a:cubicBezTo>
                  <a:cubicBezTo>
                    <a:pt x="282" y="46"/>
                    <a:pt x="228" y="1"/>
                    <a:pt x="173" y="1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261" name="Google Shape;3261;p93"/>
            <p:cNvSpPr/>
            <p:nvPr/>
          </p:nvSpPr>
          <p:spPr>
            <a:xfrm>
              <a:off x="6515525" y="2643825"/>
              <a:ext cx="12700" cy="58825"/>
            </a:xfrm>
            <a:custGeom>
              <a:avLst/>
              <a:gdLst/>
              <a:ahLst/>
              <a:cxnLst/>
              <a:rect l="l" t="t" r="r" b="b"/>
              <a:pathLst>
                <a:path w="508" h="2353" extrusionOk="0">
                  <a:moveTo>
                    <a:pt x="432" y="1"/>
                  </a:moveTo>
                  <a:cubicBezTo>
                    <a:pt x="409" y="1"/>
                    <a:pt x="388" y="11"/>
                    <a:pt x="379" y="34"/>
                  </a:cubicBezTo>
                  <a:cubicBezTo>
                    <a:pt x="76" y="698"/>
                    <a:pt x="29" y="1560"/>
                    <a:pt x="6" y="2283"/>
                  </a:cubicBezTo>
                  <a:cubicBezTo>
                    <a:pt x="0" y="2330"/>
                    <a:pt x="35" y="2353"/>
                    <a:pt x="73" y="2353"/>
                  </a:cubicBezTo>
                  <a:cubicBezTo>
                    <a:pt x="111" y="2353"/>
                    <a:pt x="152" y="2330"/>
                    <a:pt x="157" y="2283"/>
                  </a:cubicBezTo>
                  <a:cubicBezTo>
                    <a:pt x="227" y="1537"/>
                    <a:pt x="449" y="803"/>
                    <a:pt x="507" y="69"/>
                  </a:cubicBezTo>
                  <a:cubicBezTo>
                    <a:pt x="507" y="26"/>
                    <a:pt x="468" y="1"/>
                    <a:pt x="432" y="1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262" name="Google Shape;3262;p93"/>
            <p:cNvSpPr/>
            <p:nvPr/>
          </p:nvSpPr>
          <p:spPr>
            <a:xfrm>
              <a:off x="6645800" y="2703625"/>
              <a:ext cx="21875" cy="42125"/>
            </a:xfrm>
            <a:custGeom>
              <a:avLst/>
              <a:gdLst/>
              <a:ahLst/>
              <a:cxnLst/>
              <a:rect l="l" t="t" r="r" b="b"/>
              <a:pathLst>
                <a:path w="875" h="1685" extrusionOk="0">
                  <a:moveTo>
                    <a:pt x="751" y="1"/>
                  </a:moveTo>
                  <a:cubicBezTo>
                    <a:pt x="723" y="1"/>
                    <a:pt x="696" y="16"/>
                    <a:pt x="680" y="54"/>
                  </a:cubicBezTo>
                  <a:cubicBezTo>
                    <a:pt x="459" y="567"/>
                    <a:pt x="226" y="1080"/>
                    <a:pt x="16" y="1592"/>
                  </a:cubicBezTo>
                  <a:cubicBezTo>
                    <a:pt x="1" y="1646"/>
                    <a:pt x="46" y="1685"/>
                    <a:pt x="89" y="1685"/>
                  </a:cubicBezTo>
                  <a:cubicBezTo>
                    <a:pt x="111" y="1685"/>
                    <a:pt x="132" y="1675"/>
                    <a:pt x="144" y="1651"/>
                  </a:cubicBezTo>
                  <a:cubicBezTo>
                    <a:pt x="389" y="1150"/>
                    <a:pt x="610" y="648"/>
                    <a:pt x="844" y="147"/>
                  </a:cubicBezTo>
                  <a:cubicBezTo>
                    <a:pt x="875" y="69"/>
                    <a:pt x="811" y="1"/>
                    <a:pt x="751" y="1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263" name="Google Shape;3263;p93"/>
            <p:cNvSpPr/>
            <p:nvPr/>
          </p:nvSpPr>
          <p:spPr>
            <a:xfrm>
              <a:off x="6750775" y="2797175"/>
              <a:ext cx="31725" cy="36225"/>
            </a:xfrm>
            <a:custGeom>
              <a:avLst/>
              <a:gdLst/>
              <a:ahLst/>
              <a:cxnLst/>
              <a:rect l="l" t="t" r="r" b="b"/>
              <a:pathLst>
                <a:path w="1269" h="1449" extrusionOk="0">
                  <a:moveTo>
                    <a:pt x="1170" y="0"/>
                  </a:moveTo>
                  <a:cubicBezTo>
                    <a:pt x="1153" y="0"/>
                    <a:pt x="1135" y="9"/>
                    <a:pt x="1120" y="30"/>
                  </a:cubicBezTo>
                  <a:cubicBezTo>
                    <a:pt x="758" y="461"/>
                    <a:pt x="397" y="904"/>
                    <a:pt x="36" y="1347"/>
                  </a:cubicBezTo>
                  <a:cubicBezTo>
                    <a:pt x="1" y="1391"/>
                    <a:pt x="39" y="1448"/>
                    <a:pt x="80" y="1448"/>
                  </a:cubicBezTo>
                  <a:cubicBezTo>
                    <a:pt x="93" y="1448"/>
                    <a:pt x="106" y="1442"/>
                    <a:pt x="118" y="1428"/>
                  </a:cubicBezTo>
                  <a:cubicBezTo>
                    <a:pt x="490" y="997"/>
                    <a:pt x="863" y="566"/>
                    <a:pt x="1225" y="135"/>
                  </a:cubicBezTo>
                  <a:cubicBezTo>
                    <a:pt x="1268" y="74"/>
                    <a:pt x="1221" y="0"/>
                    <a:pt x="1170" y="0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264" name="Google Shape;3264;p93"/>
            <p:cNvSpPr/>
            <p:nvPr/>
          </p:nvSpPr>
          <p:spPr>
            <a:xfrm>
              <a:off x="6848675" y="2911350"/>
              <a:ext cx="37100" cy="25825"/>
            </a:xfrm>
            <a:custGeom>
              <a:avLst/>
              <a:gdLst/>
              <a:ahLst/>
              <a:cxnLst/>
              <a:rect l="l" t="t" r="r" b="b"/>
              <a:pathLst>
                <a:path w="1484" h="1033" extrusionOk="0">
                  <a:moveTo>
                    <a:pt x="1380" y="0"/>
                  </a:moveTo>
                  <a:cubicBezTo>
                    <a:pt x="1371" y="0"/>
                    <a:pt x="1362" y="3"/>
                    <a:pt x="1353" y="8"/>
                  </a:cubicBezTo>
                  <a:cubicBezTo>
                    <a:pt x="898" y="276"/>
                    <a:pt x="479" y="602"/>
                    <a:pt x="59" y="905"/>
                  </a:cubicBezTo>
                  <a:cubicBezTo>
                    <a:pt x="0" y="944"/>
                    <a:pt x="32" y="1033"/>
                    <a:pt x="85" y="1033"/>
                  </a:cubicBezTo>
                  <a:cubicBezTo>
                    <a:pt x="95" y="1033"/>
                    <a:pt x="106" y="1029"/>
                    <a:pt x="117" y="1022"/>
                  </a:cubicBezTo>
                  <a:cubicBezTo>
                    <a:pt x="560" y="719"/>
                    <a:pt x="1015" y="439"/>
                    <a:pt x="1434" y="113"/>
                  </a:cubicBezTo>
                  <a:cubicBezTo>
                    <a:pt x="1484" y="73"/>
                    <a:pt x="1433" y="0"/>
                    <a:pt x="1380" y="0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265" name="Google Shape;3265;p93"/>
            <p:cNvSpPr/>
            <p:nvPr/>
          </p:nvSpPr>
          <p:spPr>
            <a:xfrm>
              <a:off x="6919800" y="3037875"/>
              <a:ext cx="47900" cy="25725"/>
            </a:xfrm>
            <a:custGeom>
              <a:avLst/>
              <a:gdLst/>
              <a:ahLst/>
              <a:cxnLst/>
              <a:rect l="l" t="t" r="r" b="b"/>
              <a:pathLst>
                <a:path w="1916" h="1029" extrusionOk="0">
                  <a:moveTo>
                    <a:pt x="1841" y="0"/>
                  </a:moveTo>
                  <a:cubicBezTo>
                    <a:pt x="1833" y="0"/>
                    <a:pt x="1826" y="2"/>
                    <a:pt x="1817" y="5"/>
                  </a:cubicBezTo>
                  <a:cubicBezTo>
                    <a:pt x="1526" y="75"/>
                    <a:pt x="1258" y="261"/>
                    <a:pt x="990" y="413"/>
                  </a:cubicBezTo>
                  <a:cubicBezTo>
                    <a:pt x="687" y="576"/>
                    <a:pt x="372" y="739"/>
                    <a:pt x="69" y="902"/>
                  </a:cubicBezTo>
                  <a:cubicBezTo>
                    <a:pt x="0" y="932"/>
                    <a:pt x="40" y="1029"/>
                    <a:pt x="104" y="1029"/>
                  </a:cubicBezTo>
                  <a:cubicBezTo>
                    <a:pt x="115" y="1029"/>
                    <a:pt x="127" y="1026"/>
                    <a:pt x="139" y="1019"/>
                  </a:cubicBezTo>
                  <a:cubicBezTo>
                    <a:pt x="454" y="855"/>
                    <a:pt x="757" y="704"/>
                    <a:pt x="1072" y="541"/>
                  </a:cubicBezTo>
                  <a:cubicBezTo>
                    <a:pt x="1340" y="401"/>
                    <a:pt x="1643" y="284"/>
                    <a:pt x="1876" y="86"/>
                  </a:cubicBezTo>
                  <a:cubicBezTo>
                    <a:pt x="1916" y="56"/>
                    <a:pt x="1887" y="0"/>
                    <a:pt x="1841" y="0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266" name="Google Shape;3266;p93"/>
            <p:cNvSpPr/>
            <p:nvPr/>
          </p:nvSpPr>
          <p:spPr>
            <a:xfrm>
              <a:off x="6963000" y="3141100"/>
              <a:ext cx="44400" cy="10550"/>
            </a:xfrm>
            <a:custGeom>
              <a:avLst/>
              <a:gdLst/>
              <a:ahLst/>
              <a:cxnLst/>
              <a:rect l="l" t="t" r="r" b="b"/>
              <a:pathLst>
                <a:path w="1776" h="422" extrusionOk="0">
                  <a:moveTo>
                    <a:pt x="1638" y="1"/>
                  </a:moveTo>
                  <a:cubicBezTo>
                    <a:pt x="1635" y="1"/>
                    <a:pt x="1631" y="1"/>
                    <a:pt x="1628" y="1"/>
                  </a:cubicBezTo>
                  <a:cubicBezTo>
                    <a:pt x="1115" y="83"/>
                    <a:pt x="602" y="176"/>
                    <a:pt x="101" y="269"/>
                  </a:cubicBezTo>
                  <a:cubicBezTo>
                    <a:pt x="0" y="281"/>
                    <a:pt x="40" y="421"/>
                    <a:pt x="136" y="421"/>
                  </a:cubicBezTo>
                  <a:cubicBezTo>
                    <a:pt x="140" y="421"/>
                    <a:pt x="144" y="421"/>
                    <a:pt x="148" y="421"/>
                  </a:cubicBezTo>
                  <a:cubicBezTo>
                    <a:pt x="649" y="339"/>
                    <a:pt x="1162" y="269"/>
                    <a:pt x="1674" y="176"/>
                  </a:cubicBezTo>
                  <a:cubicBezTo>
                    <a:pt x="1776" y="165"/>
                    <a:pt x="1736" y="1"/>
                    <a:pt x="1638" y="1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267" name="Google Shape;3267;p93"/>
            <p:cNvSpPr/>
            <p:nvPr/>
          </p:nvSpPr>
          <p:spPr>
            <a:xfrm>
              <a:off x="6985625" y="3266250"/>
              <a:ext cx="41975" cy="5500"/>
            </a:xfrm>
            <a:custGeom>
              <a:avLst/>
              <a:gdLst/>
              <a:ahLst/>
              <a:cxnLst/>
              <a:rect l="l" t="t" r="r" b="b"/>
              <a:pathLst>
                <a:path w="1679" h="220" extrusionOk="0">
                  <a:moveTo>
                    <a:pt x="1051" y="0"/>
                  </a:moveTo>
                  <a:cubicBezTo>
                    <a:pt x="723" y="0"/>
                    <a:pt x="385" y="34"/>
                    <a:pt x="82" y="42"/>
                  </a:cubicBezTo>
                  <a:cubicBezTo>
                    <a:pt x="0" y="42"/>
                    <a:pt x="0" y="181"/>
                    <a:pt x="82" y="181"/>
                  </a:cubicBezTo>
                  <a:cubicBezTo>
                    <a:pt x="395" y="181"/>
                    <a:pt x="747" y="220"/>
                    <a:pt x="1084" y="220"/>
                  </a:cubicBezTo>
                  <a:cubicBezTo>
                    <a:pt x="1274" y="220"/>
                    <a:pt x="1460" y="207"/>
                    <a:pt x="1632" y="170"/>
                  </a:cubicBezTo>
                  <a:cubicBezTo>
                    <a:pt x="1678" y="146"/>
                    <a:pt x="1678" y="65"/>
                    <a:pt x="1632" y="53"/>
                  </a:cubicBezTo>
                  <a:cubicBezTo>
                    <a:pt x="1450" y="13"/>
                    <a:pt x="1252" y="0"/>
                    <a:pt x="1051" y="0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268" name="Google Shape;3268;p93"/>
            <p:cNvSpPr/>
            <p:nvPr/>
          </p:nvSpPr>
          <p:spPr>
            <a:xfrm>
              <a:off x="6985725" y="3360500"/>
              <a:ext cx="31375" cy="9375"/>
            </a:xfrm>
            <a:custGeom>
              <a:avLst/>
              <a:gdLst/>
              <a:ahLst/>
              <a:cxnLst/>
              <a:rect l="l" t="t" r="r" b="b"/>
              <a:pathLst>
                <a:path w="1255" h="375" extrusionOk="0">
                  <a:moveTo>
                    <a:pt x="1173" y="1"/>
                  </a:moveTo>
                  <a:cubicBezTo>
                    <a:pt x="812" y="1"/>
                    <a:pt x="416" y="164"/>
                    <a:pt x="78" y="246"/>
                  </a:cubicBezTo>
                  <a:cubicBezTo>
                    <a:pt x="0" y="268"/>
                    <a:pt x="28" y="375"/>
                    <a:pt x="91" y="375"/>
                  </a:cubicBezTo>
                  <a:cubicBezTo>
                    <a:pt x="95" y="375"/>
                    <a:pt x="98" y="374"/>
                    <a:pt x="101" y="374"/>
                  </a:cubicBezTo>
                  <a:cubicBezTo>
                    <a:pt x="462" y="304"/>
                    <a:pt x="882" y="269"/>
                    <a:pt x="1208" y="117"/>
                  </a:cubicBezTo>
                  <a:cubicBezTo>
                    <a:pt x="1255" y="82"/>
                    <a:pt x="1232" y="1"/>
                    <a:pt x="11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269" name="Google Shape;3269;p93"/>
            <p:cNvSpPr/>
            <p:nvPr/>
          </p:nvSpPr>
          <p:spPr>
            <a:xfrm>
              <a:off x="6319000" y="2840150"/>
              <a:ext cx="62950" cy="25950"/>
            </a:xfrm>
            <a:custGeom>
              <a:avLst/>
              <a:gdLst/>
              <a:ahLst/>
              <a:cxnLst/>
              <a:rect l="l" t="t" r="r" b="b"/>
              <a:pathLst>
                <a:path w="2518" h="1038" extrusionOk="0">
                  <a:moveTo>
                    <a:pt x="1259" y="1"/>
                  </a:moveTo>
                  <a:cubicBezTo>
                    <a:pt x="560" y="1"/>
                    <a:pt x="0" y="234"/>
                    <a:pt x="0" y="525"/>
                  </a:cubicBezTo>
                  <a:cubicBezTo>
                    <a:pt x="0" y="805"/>
                    <a:pt x="560" y="1038"/>
                    <a:pt x="1259" y="1038"/>
                  </a:cubicBezTo>
                  <a:cubicBezTo>
                    <a:pt x="1958" y="1038"/>
                    <a:pt x="2518" y="805"/>
                    <a:pt x="2518" y="525"/>
                  </a:cubicBezTo>
                  <a:cubicBezTo>
                    <a:pt x="2518" y="234"/>
                    <a:pt x="1958" y="1"/>
                    <a:pt x="1259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270" name="Google Shape;3270;p93"/>
            <p:cNvSpPr/>
            <p:nvPr/>
          </p:nvSpPr>
          <p:spPr>
            <a:xfrm>
              <a:off x="6424175" y="2798700"/>
              <a:ext cx="66175" cy="67450"/>
            </a:xfrm>
            <a:custGeom>
              <a:avLst/>
              <a:gdLst/>
              <a:ahLst/>
              <a:cxnLst/>
              <a:rect l="l" t="t" r="r" b="b"/>
              <a:pathLst>
                <a:path w="2647" h="2698" extrusionOk="0">
                  <a:moveTo>
                    <a:pt x="535" y="1"/>
                  </a:moveTo>
                  <a:cubicBezTo>
                    <a:pt x="490" y="1"/>
                    <a:pt x="443" y="33"/>
                    <a:pt x="432" y="97"/>
                  </a:cubicBezTo>
                  <a:cubicBezTo>
                    <a:pt x="339" y="878"/>
                    <a:pt x="1" y="2638"/>
                    <a:pt x="1283" y="2696"/>
                  </a:cubicBezTo>
                  <a:cubicBezTo>
                    <a:pt x="1299" y="2697"/>
                    <a:pt x="1315" y="2697"/>
                    <a:pt x="1331" y="2697"/>
                  </a:cubicBezTo>
                  <a:cubicBezTo>
                    <a:pt x="1755" y="2697"/>
                    <a:pt x="2141" y="2403"/>
                    <a:pt x="2343" y="2043"/>
                  </a:cubicBezTo>
                  <a:cubicBezTo>
                    <a:pt x="2646" y="1484"/>
                    <a:pt x="2530" y="808"/>
                    <a:pt x="2425" y="213"/>
                  </a:cubicBezTo>
                  <a:cubicBezTo>
                    <a:pt x="2410" y="137"/>
                    <a:pt x="2355" y="104"/>
                    <a:pt x="2297" y="104"/>
                  </a:cubicBezTo>
                  <a:cubicBezTo>
                    <a:pt x="2213" y="104"/>
                    <a:pt x="2124" y="173"/>
                    <a:pt x="2145" y="283"/>
                  </a:cubicBezTo>
                  <a:cubicBezTo>
                    <a:pt x="2227" y="750"/>
                    <a:pt x="2331" y="1286"/>
                    <a:pt x="2157" y="1752"/>
                  </a:cubicBezTo>
                  <a:cubicBezTo>
                    <a:pt x="2022" y="2092"/>
                    <a:pt x="1696" y="2405"/>
                    <a:pt x="1340" y="2405"/>
                  </a:cubicBezTo>
                  <a:cubicBezTo>
                    <a:pt x="1233" y="2405"/>
                    <a:pt x="1123" y="2376"/>
                    <a:pt x="1014" y="2311"/>
                  </a:cubicBezTo>
                  <a:cubicBezTo>
                    <a:pt x="269" y="1880"/>
                    <a:pt x="677" y="773"/>
                    <a:pt x="630" y="97"/>
                  </a:cubicBezTo>
                  <a:cubicBezTo>
                    <a:pt x="624" y="33"/>
                    <a:pt x="580" y="1"/>
                    <a:pt x="53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271" name="Google Shape;3271;p93"/>
            <p:cNvSpPr/>
            <p:nvPr/>
          </p:nvSpPr>
          <p:spPr>
            <a:xfrm>
              <a:off x="6326175" y="2736125"/>
              <a:ext cx="92500" cy="78600"/>
            </a:xfrm>
            <a:custGeom>
              <a:avLst/>
              <a:gdLst/>
              <a:ahLst/>
              <a:cxnLst/>
              <a:rect l="l" t="t" r="r" b="b"/>
              <a:pathLst>
                <a:path w="3700" h="3144" extrusionOk="0">
                  <a:moveTo>
                    <a:pt x="1564" y="1"/>
                  </a:moveTo>
                  <a:cubicBezTo>
                    <a:pt x="79" y="1"/>
                    <a:pt x="1" y="1893"/>
                    <a:pt x="168" y="3008"/>
                  </a:cubicBezTo>
                  <a:cubicBezTo>
                    <a:pt x="183" y="3101"/>
                    <a:pt x="266" y="3144"/>
                    <a:pt x="350" y="3144"/>
                  </a:cubicBezTo>
                  <a:cubicBezTo>
                    <a:pt x="454" y="3144"/>
                    <a:pt x="560" y="3078"/>
                    <a:pt x="541" y="2961"/>
                  </a:cubicBezTo>
                  <a:cubicBezTo>
                    <a:pt x="432" y="2077"/>
                    <a:pt x="343" y="385"/>
                    <a:pt x="1568" y="385"/>
                  </a:cubicBezTo>
                  <a:cubicBezTo>
                    <a:pt x="1650" y="385"/>
                    <a:pt x="1739" y="393"/>
                    <a:pt x="1834" y="409"/>
                  </a:cubicBezTo>
                  <a:cubicBezTo>
                    <a:pt x="3151" y="642"/>
                    <a:pt x="3233" y="2006"/>
                    <a:pt x="3338" y="3078"/>
                  </a:cubicBezTo>
                  <a:cubicBezTo>
                    <a:pt x="3338" y="3089"/>
                    <a:pt x="3347" y="3095"/>
                    <a:pt x="3357" y="3095"/>
                  </a:cubicBezTo>
                  <a:cubicBezTo>
                    <a:pt x="3367" y="3095"/>
                    <a:pt x="3379" y="3089"/>
                    <a:pt x="3384" y="3078"/>
                  </a:cubicBezTo>
                  <a:cubicBezTo>
                    <a:pt x="3699" y="1877"/>
                    <a:pt x="3210" y="164"/>
                    <a:pt x="1776" y="13"/>
                  </a:cubicBezTo>
                  <a:cubicBezTo>
                    <a:pt x="1702" y="5"/>
                    <a:pt x="1632" y="1"/>
                    <a:pt x="15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272" name="Google Shape;3272;p93"/>
            <p:cNvSpPr/>
            <p:nvPr/>
          </p:nvSpPr>
          <p:spPr>
            <a:xfrm>
              <a:off x="6537800" y="2840150"/>
              <a:ext cx="63250" cy="25950"/>
            </a:xfrm>
            <a:custGeom>
              <a:avLst/>
              <a:gdLst/>
              <a:ahLst/>
              <a:cxnLst/>
              <a:rect l="l" t="t" r="r" b="b"/>
              <a:pathLst>
                <a:path w="2530" h="1038" extrusionOk="0">
                  <a:moveTo>
                    <a:pt x="1271" y="1"/>
                  </a:moveTo>
                  <a:cubicBezTo>
                    <a:pt x="572" y="1"/>
                    <a:pt x="1" y="234"/>
                    <a:pt x="1" y="525"/>
                  </a:cubicBezTo>
                  <a:cubicBezTo>
                    <a:pt x="1" y="805"/>
                    <a:pt x="572" y="1038"/>
                    <a:pt x="1271" y="1038"/>
                  </a:cubicBezTo>
                  <a:cubicBezTo>
                    <a:pt x="1959" y="1038"/>
                    <a:pt x="2530" y="805"/>
                    <a:pt x="2530" y="525"/>
                  </a:cubicBezTo>
                  <a:cubicBezTo>
                    <a:pt x="2530" y="234"/>
                    <a:pt x="1959" y="1"/>
                    <a:pt x="127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273" name="Google Shape;3273;p93"/>
            <p:cNvSpPr/>
            <p:nvPr/>
          </p:nvSpPr>
          <p:spPr>
            <a:xfrm>
              <a:off x="6501100" y="2736125"/>
              <a:ext cx="92475" cy="78600"/>
            </a:xfrm>
            <a:custGeom>
              <a:avLst/>
              <a:gdLst/>
              <a:ahLst/>
              <a:cxnLst/>
              <a:rect l="l" t="t" r="r" b="b"/>
              <a:pathLst>
                <a:path w="3699" h="3144" extrusionOk="0">
                  <a:moveTo>
                    <a:pt x="2135" y="1"/>
                  </a:moveTo>
                  <a:cubicBezTo>
                    <a:pt x="2068" y="1"/>
                    <a:pt x="1997" y="5"/>
                    <a:pt x="1923" y="13"/>
                  </a:cubicBezTo>
                  <a:cubicBezTo>
                    <a:pt x="490" y="164"/>
                    <a:pt x="0" y="1877"/>
                    <a:pt x="315" y="3078"/>
                  </a:cubicBezTo>
                  <a:cubicBezTo>
                    <a:pt x="321" y="3089"/>
                    <a:pt x="332" y="3095"/>
                    <a:pt x="343" y="3095"/>
                  </a:cubicBezTo>
                  <a:cubicBezTo>
                    <a:pt x="353" y="3095"/>
                    <a:pt x="362" y="3089"/>
                    <a:pt x="362" y="3078"/>
                  </a:cubicBezTo>
                  <a:cubicBezTo>
                    <a:pt x="478" y="2006"/>
                    <a:pt x="548" y="642"/>
                    <a:pt x="1865" y="409"/>
                  </a:cubicBezTo>
                  <a:cubicBezTo>
                    <a:pt x="1960" y="393"/>
                    <a:pt x="2049" y="385"/>
                    <a:pt x="2132" y="385"/>
                  </a:cubicBezTo>
                  <a:cubicBezTo>
                    <a:pt x="3358" y="385"/>
                    <a:pt x="3279" y="2077"/>
                    <a:pt x="3159" y="2961"/>
                  </a:cubicBezTo>
                  <a:cubicBezTo>
                    <a:pt x="3146" y="3078"/>
                    <a:pt x="3251" y="3144"/>
                    <a:pt x="3354" y="3144"/>
                  </a:cubicBezTo>
                  <a:cubicBezTo>
                    <a:pt x="3436" y="3144"/>
                    <a:pt x="3516" y="3101"/>
                    <a:pt x="3532" y="3008"/>
                  </a:cubicBezTo>
                  <a:cubicBezTo>
                    <a:pt x="3699" y="1893"/>
                    <a:pt x="3621" y="1"/>
                    <a:pt x="213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274" name="Google Shape;3274;p93"/>
            <p:cNvSpPr/>
            <p:nvPr/>
          </p:nvSpPr>
          <p:spPr>
            <a:xfrm>
              <a:off x="7085550" y="2961450"/>
              <a:ext cx="125900" cy="506125"/>
            </a:xfrm>
            <a:custGeom>
              <a:avLst/>
              <a:gdLst/>
              <a:ahLst/>
              <a:cxnLst/>
              <a:rect l="l" t="t" r="r" b="b"/>
              <a:pathLst>
                <a:path w="5036" h="20245" extrusionOk="0">
                  <a:moveTo>
                    <a:pt x="72" y="0"/>
                  </a:moveTo>
                  <a:cubicBezTo>
                    <a:pt x="36" y="0"/>
                    <a:pt x="0" y="42"/>
                    <a:pt x="24" y="90"/>
                  </a:cubicBezTo>
                  <a:cubicBezTo>
                    <a:pt x="1422" y="3225"/>
                    <a:pt x="2483" y="6500"/>
                    <a:pt x="3136" y="9879"/>
                  </a:cubicBezTo>
                  <a:cubicBezTo>
                    <a:pt x="3788" y="13306"/>
                    <a:pt x="3777" y="16639"/>
                    <a:pt x="3893" y="20100"/>
                  </a:cubicBezTo>
                  <a:cubicBezTo>
                    <a:pt x="3899" y="20198"/>
                    <a:pt x="3967" y="20244"/>
                    <a:pt x="4037" y="20244"/>
                  </a:cubicBezTo>
                  <a:cubicBezTo>
                    <a:pt x="4109" y="20244"/>
                    <a:pt x="4184" y="20195"/>
                    <a:pt x="4196" y="20100"/>
                  </a:cubicBezTo>
                  <a:cubicBezTo>
                    <a:pt x="5035" y="13364"/>
                    <a:pt x="3031" y="6034"/>
                    <a:pt x="117" y="32"/>
                  </a:cubicBezTo>
                  <a:cubicBezTo>
                    <a:pt x="106" y="9"/>
                    <a:pt x="89" y="0"/>
                    <a:pt x="7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275" name="Google Shape;3275;p93"/>
            <p:cNvSpPr/>
            <p:nvPr/>
          </p:nvSpPr>
          <p:spPr>
            <a:xfrm>
              <a:off x="5806500" y="3037875"/>
              <a:ext cx="55875" cy="243700"/>
            </a:xfrm>
            <a:custGeom>
              <a:avLst/>
              <a:gdLst/>
              <a:ahLst/>
              <a:cxnLst/>
              <a:rect l="l" t="t" r="r" b="b"/>
              <a:pathLst>
                <a:path w="2235" h="9748" extrusionOk="0">
                  <a:moveTo>
                    <a:pt x="2056" y="1"/>
                  </a:moveTo>
                  <a:cubicBezTo>
                    <a:pt x="1998" y="1"/>
                    <a:pt x="1939" y="30"/>
                    <a:pt x="1912" y="98"/>
                  </a:cubicBezTo>
                  <a:cubicBezTo>
                    <a:pt x="653" y="3151"/>
                    <a:pt x="1" y="6368"/>
                    <a:pt x="175" y="9678"/>
                  </a:cubicBezTo>
                  <a:cubicBezTo>
                    <a:pt x="181" y="9724"/>
                    <a:pt x="219" y="9748"/>
                    <a:pt x="256" y="9748"/>
                  </a:cubicBezTo>
                  <a:cubicBezTo>
                    <a:pt x="292" y="9748"/>
                    <a:pt x="327" y="9724"/>
                    <a:pt x="327" y="9678"/>
                  </a:cubicBezTo>
                  <a:cubicBezTo>
                    <a:pt x="385" y="6368"/>
                    <a:pt x="933" y="3233"/>
                    <a:pt x="2192" y="180"/>
                  </a:cubicBezTo>
                  <a:cubicBezTo>
                    <a:pt x="2234" y="73"/>
                    <a:pt x="2147" y="1"/>
                    <a:pt x="2056" y="1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sp>
        <p:nvSpPr>
          <p:cNvPr id="88" name="Google Shape;3229;p93"/>
          <p:cNvSpPr txBox="1">
            <a:spLocks noGrp="1"/>
          </p:cNvSpPr>
          <p:nvPr>
            <p:ph type="title"/>
          </p:nvPr>
        </p:nvSpPr>
        <p:spPr>
          <a:xfrm>
            <a:off x="1298074" y="1805279"/>
            <a:ext cx="6442278" cy="550447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r>
              <a:rPr lang="en-US" sz="2800" b="1" i="1" u="sng" dirty="0">
                <a:solidFill>
                  <a:srgbClr val="F44444"/>
                </a:solidFill>
                <a:latin typeface="Eudoxus Sans" pitchFamily="34" charset="0"/>
                <a:ea typeface="Eudoxus Sans" pitchFamily="34" charset="-122"/>
                <a:cs typeface="Eudoxus Sans" pitchFamily="34" charset="-120"/>
              </a:rPr>
              <a:t>Graphs</a:t>
            </a:r>
            <a:r>
              <a:rPr lang="en-US" sz="2800" i="1" u="sng" dirty="0">
                <a:solidFill>
                  <a:srgbClr val="272525"/>
                </a:solidFill>
                <a:latin typeface="Eudoxus Sans" pitchFamily="34" charset="0"/>
                <a:ea typeface="Eudoxus Sans" pitchFamily="34" charset="-122"/>
                <a:cs typeface="Eudoxus Sans" pitchFamily="34" charset="-120"/>
              </a:rPr>
              <a:t>: </a:t>
            </a:r>
            <a:r>
              <a:rPr lang="en-US" sz="2800" dirty="0">
                <a:solidFill>
                  <a:srgbClr val="272525"/>
                </a:solidFill>
                <a:latin typeface="Eudoxus Sans" pitchFamily="34" charset="0"/>
                <a:ea typeface="Eudoxus Sans" pitchFamily="34" charset="-122"/>
                <a:cs typeface="Eudoxus Sans" pitchFamily="34" charset="-120"/>
              </a:rPr>
              <a:t>They help in showing trends and anomalous results</a:t>
            </a:r>
            <a:br>
              <a:rPr lang="en-US" sz="2800" dirty="0"/>
            </a:br>
            <a:endParaRPr lang="en-US" sz="2800" dirty="0">
              <a:solidFill>
                <a:schemeClr val="bg2"/>
              </a:solidFill>
            </a:endParaRPr>
          </a:p>
        </p:txBody>
      </p:sp>
      <p:pic>
        <p:nvPicPr>
          <p:cNvPr id="52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33048" y="1915258"/>
            <a:ext cx="5311905" cy="3005579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8" name="Google Shape;3228;p93"/>
          <p:cNvSpPr/>
          <p:nvPr/>
        </p:nvSpPr>
        <p:spPr>
          <a:xfrm>
            <a:off x="5825118" y="2089603"/>
            <a:ext cx="1074821" cy="1316272"/>
          </a:xfrm>
          <a:custGeom>
            <a:avLst/>
            <a:gdLst/>
            <a:ahLst/>
            <a:cxnLst/>
            <a:rect l="l" t="t" r="r" b="b"/>
            <a:pathLst>
              <a:path w="33818" h="41415" extrusionOk="0">
                <a:moveTo>
                  <a:pt x="25840" y="1"/>
                </a:moveTo>
                <a:lnTo>
                  <a:pt x="25840" y="1"/>
                </a:lnTo>
                <a:cubicBezTo>
                  <a:pt x="23244" y="4454"/>
                  <a:pt x="20958" y="8812"/>
                  <a:pt x="18362" y="13218"/>
                </a:cubicBezTo>
                <a:cubicBezTo>
                  <a:pt x="17171" y="10170"/>
                  <a:pt x="16099" y="7336"/>
                  <a:pt x="14980" y="4454"/>
                </a:cubicBezTo>
                <a:cubicBezTo>
                  <a:pt x="14623" y="4740"/>
                  <a:pt x="14671" y="5026"/>
                  <a:pt x="14623" y="5264"/>
                </a:cubicBezTo>
                <a:cubicBezTo>
                  <a:pt x="14051" y="8169"/>
                  <a:pt x="13504" y="11075"/>
                  <a:pt x="12932" y="13980"/>
                </a:cubicBezTo>
                <a:cubicBezTo>
                  <a:pt x="12815" y="14537"/>
                  <a:pt x="12770" y="14761"/>
                  <a:pt x="12541" y="14761"/>
                </a:cubicBezTo>
                <a:cubicBezTo>
                  <a:pt x="12398" y="14761"/>
                  <a:pt x="12184" y="14674"/>
                  <a:pt x="11837" y="14528"/>
                </a:cubicBezTo>
                <a:cubicBezTo>
                  <a:pt x="9503" y="13575"/>
                  <a:pt x="7145" y="12622"/>
                  <a:pt x="4788" y="11646"/>
                </a:cubicBezTo>
                <a:cubicBezTo>
                  <a:pt x="4508" y="11546"/>
                  <a:pt x="4244" y="11362"/>
                  <a:pt x="3928" y="11362"/>
                </a:cubicBezTo>
                <a:cubicBezTo>
                  <a:pt x="3867" y="11362"/>
                  <a:pt x="3805" y="11369"/>
                  <a:pt x="3740" y="11384"/>
                </a:cubicBezTo>
                <a:cubicBezTo>
                  <a:pt x="3763" y="11646"/>
                  <a:pt x="3930" y="11789"/>
                  <a:pt x="4073" y="11979"/>
                </a:cubicBezTo>
                <a:cubicBezTo>
                  <a:pt x="5740" y="14075"/>
                  <a:pt x="7407" y="16195"/>
                  <a:pt x="9074" y="18314"/>
                </a:cubicBezTo>
                <a:cubicBezTo>
                  <a:pt x="9717" y="19148"/>
                  <a:pt x="9717" y="19148"/>
                  <a:pt x="8931" y="19791"/>
                </a:cubicBezTo>
                <a:cubicBezTo>
                  <a:pt x="6240" y="22005"/>
                  <a:pt x="3525" y="24196"/>
                  <a:pt x="858" y="26411"/>
                </a:cubicBezTo>
                <a:cubicBezTo>
                  <a:pt x="549" y="26673"/>
                  <a:pt x="144" y="26840"/>
                  <a:pt x="1" y="27292"/>
                </a:cubicBezTo>
                <a:cubicBezTo>
                  <a:pt x="73" y="27314"/>
                  <a:pt x="143" y="27322"/>
                  <a:pt x="212" y="27322"/>
                </a:cubicBezTo>
                <a:cubicBezTo>
                  <a:pt x="369" y="27322"/>
                  <a:pt x="518" y="27278"/>
                  <a:pt x="668" y="27244"/>
                </a:cubicBezTo>
                <a:cubicBezTo>
                  <a:pt x="3930" y="26482"/>
                  <a:pt x="7169" y="25697"/>
                  <a:pt x="10408" y="24958"/>
                </a:cubicBezTo>
                <a:cubicBezTo>
                  <a:pt x="10651" y="24904"/>
                  <a:pt x="10830" y="24871"/>
                  <a:pt x="10960" y="24871"/>
                </a:cubicBezTo>
                <a:cubicBezTo>
                  <a:pt x="11286" y="24871"/>
                  <a:pt x="11289" y="25082"/>
                  <a:pt x="11170" y="25697"/>
                </a:cubicBezTo>
                <a:cubicBezTo>
                  <a:pt x="10479" y="29483"/>
                  <a:pt x="9789" y="33270"/>
                  <a:pt x="9098" y="37080"/>
                </a:cubicBezTo>
                <a:cubicBezTo>
                  <a:pt x="8836" y="38509"/>
                  <a:pt x="8598" y="39938"/>
                  <a:pt x="8336" y="41366"/>
                </a:cubicBezTo>
                <a:cubicBezTo>
                  <a:pt x="8431" y="41390"/>
                  <a:pt x="8503" y="41414"/>
                  <a:pt x="8574" y="41414"/>
                </a:cubicBezTo>
                <a:cubicBezTo>
                  <a:pt x="11289" y="37437"/>
                  <a:pt x="13980" y="33460"/>
                  <a:pt x="16790" y="29340"/>
                </a:cubicBezTo>
                <a:cubicBezTo>
                  <a:pt x="18671" y="33365"/>
                  <a:pt x="20457" y="37199"/>
                  <a:pt x="22267" y="41057"/>
                </a:cubicBezTo>
                <a:lnTo>
                  <a:pt x="22482" y="40985"/>
                </a:lnTo>
                <a:cubicBezTo>
                  <a:pt x="22482" y="36627"/>
                  <a:pt x="22339" y="32246"/>
                  <a:pt x="22053" y="27792"/>
                </a:cubicBezTo>
                <a:lnTo>
                  <a:pt x="22053" y="27792"/>
                </a:lnTo>
                <a:cubicBezTo>
                  <a:pt x="26078" y="28911"/>
                  <a:pt x="29936" y="30007"/>
                  <a:pt x="33817" y="31079"/>
                </a:cubicBezTo>
                <a:cubicBezTo>
                  <a:pt x="33698" y="30674"/>
                  <a:pt x="33484" y="30412"/>
                  <a:pt x="33270" y="30174"/>
                </a:cubicBezTo>
                <a:cubicBezTo>
                  <a:pt x="30698" y="27411"/>
                  <a:pt x="28102" y="24649"/>
                  <a:pt x="25530" y="21886"/>
                </a:cubicBezTo>
                <a:cubicBezTo>
                  <a:pt x="24839" y="21148"/>
                  <a:pt x="24720" y="21196"/>
                  <a:pt x="25554" y="20410"/>
                </a:cubicBezTo>
                <a:cubicBezTo>
                  <a:pt x="28126" y="18076"/>
                  <a:pt x="30674" y="15695"/>
                  <a:pt x="33246" y="13337"/>
                </a:cubicBezTo>
                <a:cubicBezTo>
                  <a:pt x="33389" y="13194"/>
                  <a:pt x="33651" y="13123"/>
                  <a:pt x="33460" y="12765"/>
                </a:cubicBezTo>
                <a:lnTo>
                  <a:pt x="33460" y="12765"/>
                </a:lnTo>
                <a:cubicBezTo>
                  <a:pt x="31936" y="13099"/>
                  <a:pt x="30412" y="13432"/>
                  <a:pt x="28888" y="13766"/>
                </a:cubicBezTo>
                <a:cubicBezTo>
                  <a:pt x="27126" y="14147"/>
                  <a:pt x="25363" y="14551"/>
                  <a:pt x="23625" y="14932"/>
                </a:cubicBezTo>
                <a:cubicBezTo>
                  <a:pt x="23444" y="14971"/>
                  <a:pt x="23306" y="14994"/>
                  <a:pt x="23204" y="14994"/>
                </a:cubicBezTo>
                <a:cubicBezTo>
                  <a:pt x="22931" y="14994"/>
                  <a:pt x="22912" y="14829"/>
                  <a:pt x="22982" y="14361"/>
                </a:cubicBezTo>
                <a:cubicBezTo>
                  <a:pt x="23006" y="14266"/>
                  <a:pt x="23029" y="14194"/>
                  <a:pt x="23029" y="14123"/>
                </a:cubicBezTo>
                <a:cubicBezTo>
                  <a:pt x="23815" y="10432"/>
                  <a:pt x="24601" y="6740"/>
                  <a:pt x="25363" y="3049"/>
                </a:cubicBezTo>
                <a:cubicBezTo>
                  <a:pt x="25530" y="2120"/>
                  <a:pt x="25863" y="1215"/>
                  <a:pt x="25840" y="1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3229" name="Google Shape;3229;p93"/>
          <p:cNvSpPr txBox="1">
            <a:spLocks noGrp="1"/>
          </p:cNvSpPr>
          <p:nvPr>
            <p:ph type="title"/>
          </p:nvPr>
        </p:nvSpPr>
        <p:spPr>
          <a:xfrm>
            <a:off x="825689" y="-20538"/>
            <a:ext cx="6442278" cy="969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4800" dirty="0" smtClean="0"/>
              <a:t>Scientific Method</a:t>
            </a:r>
            <a:endParaRPr sz="4800" dirty="0"/>
          </a:p>
        </p:txBody>
      </p:sp>
      <p:grpSp>
        <p:nvGrpSpPr>
          <p:cNvPr id="3232" name="Google Shape;3232;p93"/>
          <p:cNvGrpSpPr/>
          <p:nvPr/>
        </p:nvGrpSpPr>
        <p:grpSpPr>
          <a:xfrm>
            <a:off x="6681144" y="3616841"/>
            <a:ext cx="1495621" cy="1291831"/>
            <a:chOff x="5614619" y="2740966"/>
            <a:chExt cx="1495621" cy="1291831"/>
          </a:xfrm>
        </p:grpSpPr>
        <p:sp>
          <p:nvSpPr>
            <p:cNvPr id="3233" name="Google Shape;3233;p93"/>
            <p:cNvSpPr/>
            <p:nvPr/>
          </p:nvSpPr>
          <p:spPr>
            <a:xfrm>
              <a:off x="5614619" y="3232736"/>
              <a:ext cx="233570" cy="259568"/>
            </a:xfrm>
            <a:custGeom>
              <a:avLst/>
              <a:gdLst/>
              <a:ahLst/>
              <a:cxnLst/>
              <a:rect l="l" t="t" r="r" b="b"/>
              <a:pathLst>
                <a:path w="7349" h="8167" extrusionOk="0">
                  <a:moveTo>
                    <a:pt x="2648" y="0"/>
                  </a:moveTo>
                  <a:cubicBezTo>
                    <a:pt x="2113" y="0"/>
                    <a:pt x="1614" y="173"/>
                    <a:pt x="1262" y="512"/>
                  </a:cubicBezTo>
                  <a:cubicBezTo>
                    <a:pt x="453" y="1275"/>
                    <a:pt x="0" y="2275"/>
                    <a:pt x="96" y="3394"/>
                  </a:cubicBezTo>
                  <a:cubicBezTo>
                    <a:pt x="286" y="5466"/>
                    <a:pt x="1644" y="7442"/>
                    <a:pt x="3882" y="8038"/>
                  </a:cubicBezTo>
                  <a:cubicBezTo>
                    <a:pt x="4194" y="8124"/>
                    <a:pt x="4508" y="8167"/>
                    <a:pt x="4812" y="8167"/>
                  </a:cubicBezTo>
                  <a:cubicBezTo>
                    <a:pt x="6181" y="8167"/>
                    <a:pt x="7348" y="7306"/>
                    <a:pt x="7192" y="5728"/>
                  </a:cubicBezTo>
                  <a:cubicBezTo>
                    <a:pt x="7002" y="3513"/>
                    <a:pt x="6002" y="1751"/>
                    <a:pt x="4192" y="489"/>
                  </a:cubicBezTo>
                  <a:cubicBezTo>
                    <a:pt x="3712" y="161"/>
                    <a:pt x="3164" y="0"/>
                    <a:pt x="2648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234" name="Google Shape;3234;p93"/>
            <p:cNvSpPr/>
            <p:nvPr/>
          </p:nvSpPr>
          <p:spPr>
            <a:xfrm>
              <a:off x="5985489" y="3413038"/>
              <a:ext cx="243740" cy="219522"/>
            </a:xfrm>
            <a:custGeom>
              <a:avLst/>
              <a:gdLst/>
              <a:ahLst/>
              <a:cxnLst/>
              <a:rect l="l" t="t" r="r" b="b"/>
              <a:pathLst>
                <a:path w="7669" h="6907" extrusionOk="0">
                  <a:moveTo>
                    <a:pt x="2579" y="0"/>
                  </a:moveTo>
                  <a:cubicBezTo>
                    <a:pt x="1203" y="0"/>
                    <a:pt x="0" y="1093"/>
                    <a:pt x="0" y="2436"/>
                  </a:cubicBezTo>
                  <a:cubicBezTo>
                    <a:pt x="0" y="3151"/>
                    <a:pt x="215" y="3960"/>
                    <a:pt x="643" y="4675"/>
                  </a:cubicBezTo>
                  <a:cubicBezTo>
                    <a:pt x="1361" y="5791"/>
                    <a:pt x="2761" y="6906"/>
                    <a:pt x="4274" y="6906"/>
                  </a:cubicBezTo>
                  <a:cubicBezTo>
                    <a:pt x="4569" y="6906"/>
                    <a:pt x="4869" y="6864"/>
                    <a:pt x="5168" y="6770"/>
                  </a:cubicBezTo>
                  <a:cubicBezTo>
                    <a:pt x="6859" y="6247"/>
                    <a:pt x="7669" y="4794"/>
                    <a:pt x="6930" y="3198"/>
                  </a:cubicBezTo>
                  <a:cubicBezTo>
                    <a:pt x="6168" y="1627"/>
                    <a:pt x="4954" y="483"/>
                    <a:pt x="3215" y="79"/>
                  </a:cubicBezTo>
                  <a:cubicBezTo>
                    <a:pt x="3002" y="25"/>
                    <a:pt x="2789" y="0"/>
                    <a:pt x="2579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235" name="Google Shape;3235;p93"/>
            <p:cNvSpPr/>
            <p:nvPr/>
          </p:nvSpPr>
          <p:spPr>
            <a:xfrm>
              <a:off x="5884071" y="2740966"/>
              <a:ext cx="218759" cy="222064"/>
            </a:xfrm>
            <a:custGeom>
              <a:avLst/>
              <a:gdLst/>
              <a:ahLst/>
              <a:cxnLst/>
              <a:rect l="l" t="t" r="r" b="b"/>
              <a:pathLst>
                <a:path w="6883" h="6987" extrusionOk="0">
                  <a:moveTo>
                    <a:pt x="3502" y="0"/>
                  </a:moveTo>
                  <a:cubicBezTo>
                    <a:pt x="2862" y="0"/>
                    <a:pt x="2233" y="161"/>
                    <a:pt x="1643" y="482"/>
                  </a:cubicBezTo>
                  <a:cubicBezTo>
                    <a:pt x="643" y="1030"/>
                    <a:pt x="0" y="2364"/>
                    <a:pt x="381" y="3340"/>
                  </a:cubicBezTo>
                  <a:cubicBezTo>
                    <a:pt x="1000" y="4983"/>
                    <a:pt x="2120" y="6174"/>
                    <a:pt x="3811" y="6793"/>
                  </a:cubicBezTo>
                  <a:cubicBezTo>
                    <a:pt x="4163" y="6925"/>
                    <a:pt x="4487" y="6986"/>
                    <a:pt x="4780" y="6986"/>
                  </a:cubicBezTo>
                  <a:cubicBezTo>
                    <a:pt x="5817" y="6986"/>
                    <a:pt x="6485" y="6218"/>
                    <a:pt x="6764" y="5031"/>
                  </a:cubicBezTo>
                  <a:cubicBezTo>
                    <a:pt x="6811" y="4769"/>
                    <a:pt x="6764" y="4507"/>
                    <a:pt x="6764" y="4269"/>
                  </a:cubicBezTo>
                  <a:cubicBezTo>
                    <a:pt x="6883" y="3435"/>
                    <a:pt x="6645" y="2673"/>
                    <a:pt x="6311" y="1959"/>
                  </a:cubicBezTo>
                  <a:cubicBezTo>
                    <a:pt x="5882" y="1006"/>
                    <a:pt x="5239" y="220"/>
                    <a:pt x="4144" y="54"/>
                  </a:cubicBezTo>
                  <a:cubicBezTo>
                    <a:pt x="3930" y="18"/>
                    <a:pt x="3715" y="0"/>
                    <a:pt x="3502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236" name="Google Shape;3236;p93"/>
            <p:cNvSpPr/>
            <p:nvPr/>
          </p:nvSpPr>
          <p:spPr>
            <a:xfrm>
              <a:off x="6513046" y="3075190"/>
              <a:ext cx="249779" cy="202200"/>
            </a:xfrm>
            <a:custGeom>
              <a:avLst/>
              <a:gdLst/>
              <a:ahLst/>
              <a:cxnLst/>
              <a:rect l="l" t="t" r="r" b="b"/>
              <a:pathLst>
                <a:path w="7859" h="6362" extrusionOk="0">
                  <a:moveTo>
                    <a:pt x="2811" y="0"/>
                  </a:moveTo>
                  <a:cubicBezTo>
                    <a:pt x="2016" y="0"/>
                    <a:pt x="1274" y="376"/>
                    <a:pt x="715" y="1064"/>
                  </a:cubicBezTo>
                  <a:cubicBezTo>
                    <a:pt x="0" y="1945"/>
                    <a:pt x="0" y="3064"/>
                    <a:pt x="810" y="4160"/>
                  </a:cubicBezTo>
                  <a:cubicBezTo>
                    <a:pt x="1874" y="5571"/>
                    <a:pt x="3275" y="6353"/>
                    <a:pt x="5057" y="6353"/>
                  </a:cubicBezTo>
                  <a:cubicBezTo>
                    <a:pt x="5109" y="6353"/>
                    <a:pt x="5162" y="6352"/>
                    <a:pt x="5215" y="6351"/>
                  </a:cubicBezTo>
                  <a:cubicBezTo>
                    <a:pt x="5358" y="6351"/>
                    <a:pt x="5512" y="6361"/>
                    <a:pt x="5662" y="6361"/>
                  </a:cubicBezTo>
                  <a:cubicBezTo>
                    <a:pt x="5737" y="6361"/>
                    <a:pt x="5811" y="6359"/>
                    <a:pt x="5882" y="6351"/>
                  </a:cubicBezTo>
                  <a:cubicBezTo>
                    <a:pt x="7240" y="6255"/>
                    <a:pt x="7859" y="5303"/>
                    <a:pt x="7454" y="4041"/>
                  </a:cubicBezTo>
                  <a:cubicBezTo>
                    <a:pt x="6883" y="2278"/>
                    <a:pt x="5668" y="1040"/>
                    <a:pt x="4001" y="278"/>
                  </a:cubicBezTo>
                  <a:cubicBezTo>
                    <a:pt x="3602" y="90"/>
                    <a:pt x="3200" y="0"/>
                    <a:pt x="2811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237" name="Google Shape;3237;p93"/>
            <p:cNvSpPr/>
            <p:nvPr/>
          </p:nvSpPr>
          <p:spPr>
            <a:xfrm>
              <a:off x="6376795" y="3405887"/>
              <a:ext cx="229470" cy="191839"/>
            </a:xfrm>
            <a:custGeom>
              <a:avLst/>
              <a:gdLst/>
              <a:ahLst/>
              <a:cxnLst/>
              <a:rect l="l" t="t" r="r" b="b"/>
              <a:pathLst>
                <a:path w="7220" h="6036" extrusionOk="0">
                  <a:moveTo>
                    <a:pt x="2204" y="1"/>
                  </a:moveTo>
                  <a:cubicBezTo>
                    <a:pt x="1854" y="1"/>
                    <a:pt x="1482" y="140"/>
                    <a:pt x="1144" y="280"/>
                  </a:cubicBezTo>
                  <a:cubicBezTo>
                    <a:pt x="477" y="566"/>
                    <a:pt x="1" y="1399"/>
                    <a:pt x="96" y="2114"/>
                  </a:cubicBezTo>
                  <a:cubicBezTo>
                    <a:pt x="429" y="4424"/>
                    <a:pt x="1858" y="5829"/>
                    <a:pt x="4049" y="6019"/>
                  </a:cubicBezTo>
                  <a:cubicBezTo>
                    <a:pt x="4166" y="6030"/>
                    <a:pt x="4282" y="6036"/>
                    <a:pt x="4395" y="6036"/>
                  </a:cubicBezTo>
                  <a:cubicBezTo>
                    <a:pt x="5995" y="6036"/>
                    <a:pt x="7220" y="4946"/>
                    <a:pt x="6597" y="2923"/>
                  </a:cubicBezTo>
                  <a:cubicBezTo>
                    <a:pt x="6168" y="1518"/>
                    <a:pt x="4478" y="42"/>
                    <a:pt x="2406" y="18"/>
                  </a:cubicBezTo>
                  <a:cubicBezTo>
                    <a:pt x="2340" y="6"/>
                    <a:pt x="2272" y="1"/>
                    <a:pt x="2204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238" name="Google Shape;3238;p93"/>
            <p:cNvSpPr/>
            <p:nvPr/>
          </p:nvSpPr>
          <p:spPr>
            <a:xfrm>
              <a:off x="6099715" y="3104208"/>
              <a:ext cx="178713" cy="173119"/>
            </a:xfrm>
            <a:custGeom>
              <a:avLst/>
              <a:gdLst/>
              <a:ahLst/>
              <a:cxnLst/>
              <a:rect l="l" t="t" r="r" b="b"/>
              <a:pathLst>
                <a:path w="5623" h="5447" extrusionOk="0">
                  <a:moveTo>
                    <a:pt x="2987" y="1"/>
                  </a:moveTo>
                  <a:cubicBezTo>
                    <a:pt x="2618" y="1"/>
                    <a:pt x="2239" y="92"/>
                    <a:pt x="1860" y="246"/>
                  </a:cubicBezTo>
                  <a:cubicBezTo>
                    <a:pt x="955" y="651"/>
                    <a:pt x="336" y="1246"/>
                    <a:pt x="193" y="2318"/>
                  </a:cubicBezTo>
                  <a:cubicBezTo>
                    <a:pt x="0" y="3988"/>
                    <a:pt x="1926" y="5447"/>
                    <a:pt x="3441" y="5447"/>
                  </a:cubicBezTo>
                  <a:cubicBezTo>
                    <a:pt x="3611" y="5447"/>
                    <a:pt x="3776" y="5428"/>
                    <a:pt x="3932" y="5390"/>
                  </a:cubicBezTo>
                  <a:cubicBezTo>
                    <a:pt x="5051" y="5080"/>
                    <a:pt x="5623" y="4390"/>
                    <a:pt x="5623" y="3342"/>
                  </a:cubicBezTo>
                  <a:cubicBezTo>
                    <a:pt x="5623" y="2127"/>
                    <a:pt x="5170" y="1246"/>
                    <a:pt x="4384" y="556"/>
                  </a:cubicBezTo>
                  <a:cubicBezTo>
                    <a:pt x="3950" y="162"/>
                    <a:pt x="3477" y="1"/>
                    <a:pt x="2987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239" name="Google Shape;3239;p93"/>
            <p:cNvSpPr/>
            <p:nvPr/>
          </p:nvSpPr>
          <p:spPr>
            <a:xfrm>
              <a:off x="5900121" y="3798306"/>
              <a:ext cx="164125" cy="145564"/>
            </a:xfrm>
            <a:custGeom>
              <a:avLst/>
              <a:gdLst/>
              <a:ahLst/>
              <a:cxnLst/>
              <a:rect l="l" t="t" r="r" b="b"/>
              <a:pathLst>
                <a:path w="5164" h="4580" extrusionOk="0">
                  <a:moveTo>
                    <a:pt x="2026" y="0"/>
                  </a:moveTo>
                  <a:cubicBezTo>
                    <a:pt x="859" y="0"/>
                    <a:pt x="0" y="1133"/>
                    <a:pt x="424" y="2341"/>
                  </a:cubicBezTo>
                  <a:cubicBezTo>
                    <a:pt x="877" y="3626"/>
                    <a:pt x="1758" y="4460"/>
                    <a:pt x="3187" y="4579"/>
                  </a:cubicBezTo>
                  <a:cubicBezTo>
                    <a:pt x="4020" y="4484"/>
                    <a:pt x="4639" y="4079"/>
                    <a:pt x="5163" y="3460"/>
                  </a:cubicBezTo>
                  <a:cubicBezTo>
                    <a:pt x="5139" y="3222"/>
                    <a:pt x="5163" y="3007"/>
                    <a:pt x="5115" y="2793"/>
                  </a:cubicBezTo>
                  <a:cubicBezTo>
                    <a:pt x="4806" y="1340"/>
                    <a:pt x="3901" y="412"/>
                    <a:pt x="2472" y="54"/>
                  </a:cubicBezTo>
                  <a:cubicBezTo>
                    <a:pt x="2320" y="18"/>
                    <a:pt x="2171" y="0"/>
                    <a:pt x="2026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240" name="Google Shape;3240;p93"/>
            <p:cNvSpPr/>
            <p:nvPr/>
          </p:nvSpPr>
          <p:spPr>
            <a:xfrm>
              <a:off x="6873301" y="3460045"/>
              <a:ext cx="236939" cy="186690"/>
            </a:xfrm>
            <a:custGeom>
              <a:avLst/>
              <a:gdLst/>
              <a:ahLst/>
              <a:cxnLst/>
              <a:rect l="l" t="t" r="r" b="b"/>
              <a:pathLst>
                <a:path w="7455" h="5874" extrusionOk="0">
                  <a:moveTo>
                    <a:pt x="3176" y="1"/>
                  </a:moveTo>
                  <a:cubicBezTo>
                    <a:pt x="2331" y="1"/>
                    <a:pt x="1547" y="476"/>
                    <a:pt x="882" y="1434"/>
                  </a:cubicBezTo>
                  <a:cubicBezTo>
                    <a:pt x="1" y="2648"/>
                    <a:pt x="239" y="3982"/>
                    <a:pt x="1501" y="4815"/>
                  </a:cubicBezTo>
                  <a:cubicBezTo>
                    <a:pt x="2644" y="5577"/>
                    <a:pt x="3954" y="5815"/>
                    <a:pt x="5311" y="5863"/>
                  </a:cubicBezTo>
                  <a:cubicBezTo>
                    <a:pt x="5438" y="5863"/>
                    <a:pt x="5565" y="5874"/>
                    <a:pt x="5685" y="5874"/>
                  </a:cubicBezTo>
                  <a:cubicBezTo>
                    <a:pt x="5745" y="5874"/>
                    <a:pt x="5804" y="5871"/>
                    <a:pt x="5859" y="5863"/>
                  </a:cubicBezTo>
                  <a:cubicBezTo>
                    <a:pt x="7026" y="5768"/>
                    <a:pt x="7455" y="5268"/>
                    <a:pt x="7336" y="4101"/>
                  </a:cubicBezTo>
                  <a:cubicBezTo>
                    <a:pt x="7288" y="3863"/>
                    <a:pt x="7217" y="3601"/>
                    <a:pt x="7121" y="3363"/>
                  </a:cubicBezTo>
                  <a:cubicBezTo>
                    <a:pt x="6764" y="2338"/>
                    <a:pt x="6074" y="1576"/>
                    <a:pt x="5264" y="886"/>
                  </a:cubicBezTo>
                  <a:cubicBezTo>
                    <a:pt x="4549" y="297"/>
                    <a:pt x="3844" y="1"/>
                    <a:pt x="3176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241" name="Google Shape;3241;p93"/>
            <p:cNvSpPr/>
            <p:nvPr/>
          </p:nvSpPr>
          <p:spPr>
            <a:xfrm>
              <a:off x="6360141" y="3860981"/>
              <a:ext cx="180938" cy="171816"/>
            </a:xfrm>
            <a:custGeom>
              <a:avLst/>
              <a:gdLst/>
              <a:ahLst/>
              <a:cxnLst/>
              <a:rect l="l" t="t" r="r" b="b"/>
              <a:pathLst>
                <a:path w="5693" h="5406" extrusionOk="0">
                  <a:moveTo>
                    <a:pt x="2939" y="1"/>
                  </a:moveTo>
                  <a:cubicBezTo>
                    <a:pt x="2400" y="1"/>
                    <a:pt x="1842" y="186"/>
                    <a:pt x="1310" y="559"/>
                  </a:cubicBezTo>
                  <a:cubicBezTo>
                    <a:pt x="310" y="1250"/>
                    <a:pt x="1" y="2393"/>
                    <a:pt x="477" y="3512"/>
                  </a:cubicBezTo>
                  <a:cubicBezTo>
                    <a:pt x="943" y="4665"/>
                    <a:pt x="2131" y="5406"/>
                    <a:pt x="3447" y="5406"/>
                  </a:cubicBezTo>
                  <a:cubicBezTo>
                    <a:pt x="3544" y="5406"/>
                    <a:pt x="3641" y="5402"/>
                    <a:pt x="3739" y="5393"/>
                  </a:cubicBezTo>
                  <a:cubicBezTo>
                    <a:pt x="5049" y="5298"/>
                    <a:pt x="5692" y="4607"/>
                    <a:pt x="5692" y="3298"/>
                  </a:cubicBezTo>
                  <a:cubicBezTo>
                    <a:pt x="5692" y="2321"/>
                    <a:pt x="5287" y="1321"/>
                    <a:pt x="4597" y="678"/>
                  </a:cubicBezTo>
                  <a:cubicBezTo>
                    <a:pt x="4109" y="228"/>
                    <a:pt x="3535" y="1"/>
                    <a:pt x="2939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242" name="Google Shape;3242;p93"/>
            <p:cNvSpPr/>
            <p:nvPr/>
          </p:nvSpPr>
          <p:spPr>
            <a:xfrm>
              <a:off x="6799121" y="3820808"/>
              <a:ext cx="156720" cy="160819"/>
            </a:xfrm>
            <a:custGeom>
              <a:avLst/>
              <a:gdLst/>
              <a:ahLst/>
              <a:cxnLst/>
              <a:rect l="l" t="t" r="r" b="b"/>
              <a:pathLst>
                <a:path w="4931" h="5060" extrusionOk="0">
                  <a:moveTo>
                    <a:pt x="2551" y="0"/>
                  </a:moveTo>
                  <a:cubicBezTo>
                    <a:pt x="2088" y="0"/>
                    <a:pt x="1601" y="147"/>
                    <a:pt x="1144" y="442"/>
                  </a:cubicBezTo>
                  <a:cubicBezTo>
                    <a:pt x="215" y="1013"/>
                    <a:pt x="1" y="1894"/>
                    <a:pt x="525" y="2966"/>
                  </a:cubicBezTo>
                  <a:cubicBezTo>
                    <a:pt x="954" y="3895"/>
                    <a:pt x="1692" y="4490"/>
                    <a:pt x="2621" y="4895"/>
                  </a:cubicBezTo>
                  <a:cubicBezTo>
                    <a:pt x="2887" y="5005"/>
                    <a:pt x="3137" y="5059"/>
                    <a:pt x="3368" y="5059"/>
                  </a:cubicBezTo>
                  <a:cubicBezTo>
                    <a:pt x="3986" y="5059"/>
                    <a:pt x="4469" y="4677"/>
                    <a:pt x="4764" y="3966"/>
                  </a:cubicBezTo>
                  <a:cubicBezTo>
                    <a:pt x="4883" y="3633"/>
                    <a:pt x="4907" y="3300"/>
                    <a:pt x="4907" y="2966"/>
                  </a:cubicBezTo>
                  <a:cubicBezTo>
                    <a:pt x="4931" y="2156"/>
                    <a:pt x="4597" y="1442"/>
                    <a:pt x="4145" y="799"/>
                  </a:cubicBezTo>
                  <a:cubicBezTo>
                    <a:pt x="3749" y="266"/>
                    <a:pt x="3172" y="0"/>
                    <a:pt x="2551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grpSp>
        <p:nvGrpSpPr>
          <p:cNvPr id="3243" name="Google Shape;3243;p93"/>
          <p:cNvGrpSpPr/>
          <p:nvPr/>
        </p:nvGrpSpPr>
        <p:grpSpPr>
          <a:xfrm>
            <a:off x="7445135" y="40744"/>
            <a:ext cx="1624825" cy="1376466"/>
            <a:chOff x="5806500" y="2591150"/>
            <a:chExt cx="1404950" cy="1190200"/>
          </a:xfrm>
        </p:grpSpPr>
        <p:sp>
          <p:nvSpPr>
            <p:cNvPr id="3244" name="Google Shape;3244;p93"/>
            <p:cNvSpPr/>
            <p:nvPr/>
          </p:nvSpPr>
          <p:spPr>
            <a:xfrm>
              <a:off x="6178275" y="3511600"/>
              <a:ext cx="141600" cy="269750"/>
            </a:xfrm>
            <a:custGeom>
              <a:avLst/>
              <a:gdLst/>
              <a:ahLst/>
              <a:cxnLst/>
              <a:rect l="l" t="t" r="r" b="b"/>
              <a:pathLst>
                <a:path w="5664" h="10790" extrusionOk="0">
                  <a:moveTo>
                    <a:pt x="5358" y="1"/>
                  </a:moveTo>
                  <a:cubicBezTo>
                    <a:pt x="5279" y="1"/>
                    <a:pt x="5199" y="34"/>
                    <a:pt x="5152" y="110"/>
                  </a:cubicBezTo>
                  <a:cubicBezTo>
                    <a:pt x="4184" y="1590"/>
                    <a:pt x="3683" y="3373"/>
                    <a:pt x="3473" y="5110"/>
                  </a:cubicBezTo>
                  <a:cubicBezTo>
                    <a:pt x="3345" y="6077"/>
                    <a:pt x="3334" y="7056"/>
                    <a:pt x="3427" y="8035"/>
                  </a:cubicBezTo>
                  <a:cubicBezTo>
                    <a:pt x="3438" y="8210"/>
                    <a:pt x="3450" y="8396"/>
                    <a:pt x="3462" y="8583"/>
                  </a:cubicBezTo>
                  <a:cubicBezTo>
                    <a:pt x="3020" y="8212"/>
                    <a:pt x="2403" y="7996"/>
                    <a:pt x="1819" y="7996"/>
                  </a:cubicBezTo>
                  <a:cubicBezTo>
                    <a:pt x="1065" y="7996"/>
                    <a:pt x="366" y="8357"/>
                    <a:pt x="175" y="9212"/>
                  </a:cubicBezTo>
                  <a:cubicBezTo>
                    <a:pt x="0" y="10016"/>
                    <a:pt x="630" y="10576"/>
                    <a:pt x="1364" y="10715"/>
                  </a:cubicBezTo>
                  <a:cubicBezTo>
                    <a:pt x="1617" y="10766"/>
                    <a:pt x="1877" y="10790"/>
                    <a:pt x="2138" y="10790"/>
                  </a:cubicBezTo>
                  <a:cubicBezTo>
                    <a:pt x="2971" y="10790"/>
                    <a:pt x="3816" y="10544"/>
                    <a:pt x="4499" y="10109"/>
                  </a:cubicBezTo>
                  <a:cubicBezTo>
                    <a:pt x="4720" y="9970"/>
                    <a:pt x="4662" y="9655"/>
                    <a:pt x="4464" y="9550"/>
                  </a:cubicBezTo>
                  <a:cubicBezTo>
                    <a:pt x="4534" y="8944"/>
                    <a:pt x="4301" y="8268"/>
                    <a:pt x="4254" y="7674"/>
                  </a:cubicBezTo>
                  <a:cubicBezTo>
                    <a:pt x="4196" y="6881"/>
                    <a:pt x="4208" y="6089"/>
                    <a:pt x="4277" y="5296"/>
                  </a:cubicBezTo>
                  <a:cubicBezTo>
                    <a:pt x="4441" y="3537"/>
                    <a:pt x="4988" y="1940"/>
                    <a:pt x="5594" y="308"/>
                  </a:cubicBezTo>
                  <a:cubicBezTo>
                    <a:pt x="5663" y="124"/>
                    <a:pt x="5511" y="1"/>
                    <a:pt x="535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245" name="Google Shape;3245;p93"/>
            <p:cNvSpPr/>
            <p:nvPr/>
          </p:nvSpPr>
          <p:spPr>
            <a:xfrm>
              <a:off x="6579250" y="3508975"/>
              <a:ext cx="150575" cy="266700"/>
            </a:xfrm>
            <a:custGeom>
              <a:avLst/>
              <a:gdLst/>
              <a:ahLst/>
              <a:cxnLst/>
              <a:rect l="l" t="t" r="r" b="b"/>
              <a:pathLst>
                <a:path w="6023" h="10668" extrusionOk="0">
                  <a:moveTo>
                    <a:pt x="319" y="0"/>
                  </a:moveTo>
                  <a:cubicBezTo>
                    <a:pt x="160" y="0"/>
                    <a:pt x="1" y="128"/>
                    <a:pt x="79" y="308"/>
                  </a:cubicBezTo>
                  <a:cubicBezTo>
                    <a:pt x="743" y="1928"/>
                    <a:pt x="1350" y="3502"/>
                    <a:pt x="1571" y="5250"/>
                  </a:cubicBezTo>
                  <a:cubicBezTo>
                    <a:pt x="1664" y="6031"/>
                    <a:pt x="1711" y="6835"/>
                    <a:pt x="1676" y="7627"/>
                  </a:cubicBezTo>
                  <a:cubicBezTo>
                    <a:pt x="1653" y="8222"/>
                    <a:pt x="1443" y="8909"/>
                    <a:pt x="1536" y="9515"/>
                  </a:cubicBezTo>
                  <a:cubicBezTo>
                    <a:pt x="1338" y="9620"/>
                    <a:pt x="1291" y="9935"/>
                    <a:pt x="1524" y="10075"/>
                  </a:cubicBezTo>
                  <a:cubicBezTo>
                    <a:pt x="2182" y="10457"/>
                    <a:pt x="2976" y="10668"/>
                    <a:pt x="3758" y="10668"/>
                  </a:cubicBezTo>
                  <a:cubicBezTo>
                    <a:pt x="4071" y="10668"/>
                    <a:pt x="4383" y="10634"/>
                    <a:pt x="4683" y="10564"/>
                  </a:cubicBezTo>
                  <a:cubicBezTo>
                    <a:pt x="5417" y="10401"/>
                    <a:pt x="6023" y="9818"/>
                    <a:pt x="5813" y="9014"/>
                  </a:cubicBezTo>
                  <a:cubicBezTo>
                    <a:pt x="5598" y="8197"/>
                    <a:pt x="4932" y="7855"/>
                    <a:pt x="4210" y="7855"/>
                  </a:cubicBezTo>
                  <a:cubicBezTo>
                    <a:pt x="3602" y="7855"/>
                    <a:pt x="2956" y="8097"/>
                    <a:pt x="2503" y="8501"/>
                  </a:cubicBezTo>
                  <a:cubicBezTo>
                    <a:pt x="2515" y="8315"/>
                    <a:pt x="2515" y="8140"/>
                    <a:pt x="2527" y="7954"/>
                  </a:cubicBezTo>
                  <a:cubicBezTo>
                    <a:pt x="2585" y="6986"/>
                    <a:pt x="2527" y="6007"/>
                    <a:pt x="2375" y="5040"/>
                  </a:cubicBezTo>
                  <a:cubicBezTo>
                    <a:pt x="2107" y="3304"/>
                    <a:pt x="1536" y="1544"/>
                    <a:pt x="522" y="99"/>
                  </a:cubicBezTo>
                  <a:cubicBezTo>
                    <a:pt x="473" y="30"/>
                    <a:pt x="396" y="0"/>
                    <a:pt x="31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246" name="Google Shape;3246;p93"/>
            <p:cNvSpPr/>
            <p:nvPr/>
          </p:nvSpPr>
          <p:spPr>
            <a:xfrm>
              <a:off x="5834325" y="2628600"/>
              <a:ext cx="180500" cy="280175"/>
            </a:xfrm>
            <a:custGeom>
              <a:avLst/>
              <a:gdLst/>
              <a:ahLst/>
              <a:cxnLst/>
              <a:rect l="l" t="t" r="r" b="b"/>
              <a:pathLst>
                <a:path w="7220" h="11207" extrusionOk="0">
                  <a:moveTo>
                    <a:pt x="3026" y="0"/>
                  </a:moveTo>
                  <a:cubicBezTo>
                    <a:pt x="2810" y="0"/>
                    <a:pt x="2599" y="143"/>
                    <a:pt x="2594" y="433"/>
                  </a:cubicBezTo>
                  <a:lnTo>
                    <a:pt x="2582" y="1179"/>
                  </a:lnTo>
                  <a:cubicBezTo>
                    <a:pt x="2535" y="1074"/>
                    <a:pt x="2489" y="946"/>
                    <a:pt x="2454" y="829"/>
                  </a:cubicBezTo>
                  <a:cubicBezTo>
                    <a:pt x="2393" y="609"/>
                    <a:pt x="2222" y="513"/>
                    <a:pt x="2047" y="513"/>
                  </a:cubicBezTo>
                  <a:cubicBezTo>
                    <a:pt x="1787" y="513"/>
                    <a:pt x="1519" y="727"/>
                    <a:pt x="1603" y="1062"/>
                  </a:cubicBezTo>
                  <a:lnTo>
                    <a:pt x="1848" y="1948"/>
                  </a:lnTo>
                  <a:cubicBezTo>
                    <a:pt x="1521" y="1750"/>
                    <a:pt x="1207" y="1563"/>
                    <a:pt x="880" y="1365"/>
                  </a:cubicBezTo>
                  <a:cubicBezTo>
                    <a:pt x="811" y="1324"/>
                    <a:pt x="738" y="1305"/>
                    <a:pt x="668" y="1305"/>
                  </a:cubicBezTo>
                  <a:cubicBezTo>
                    <a:pt x="307" y="1305"/>
                    <a:pt x="1" y="1793"/>
                    <a:pt x="333" y="2076"/>
                  </a:cubicBezTo>
                  <a:cubicBezTo>
                    <a:pt x="939" y="2577"/>
                    <a:pt x="1603" y="3137"/>
                    <a:pt x="2361" y="3370"/>
                  </a:cubicBezTo>
                  <a:cubicBezTo>
                    <a:pt x="1941" y="6376"/>
                    <a:pt x="3852" y="9558"/>
                    <a:pt x="6311" y="11131"/>
                  </a:cubicBezTo>
                  <a:cubicBezTo>
                    <a:pt x="6394" y="11184"/>
                    <a:pt x="6476" y="11207"/>
                    <a:pt x="6553" y="11207"/>
                  </a:cubicBezTo>
                  <a:cubicBezTo>
                    <a:pt x="6953" y="11207"/>
                    <a:pt x="7219" y="10589"/>
                    <a:pt x="6789" y="10316"/>
                  </a:cubicBezTo>
                  <a:cubicBezTo>
                    <a:pt x="4085" y="8591"/>
                    <a:pt x="3141" y="5829"/>
                    <a:pt x="3071" y="2799"/>
                  </a:cubicBezTo>
                  <a:cubicBezTo>
                    <a:pt x="3246" y="2764"/>
                    <a:pt x="3409" y="2601"/>
                    <a:pt x="3444" y="2414"/>
                  </a:cubicBezTo>
                  <a:cubicBezTo>
                    <a:pt x="3677" y="2204"/>
                    <a:pt x="3922" y="2030"/>
                    <a:pt x="4202" y="1878"/>
                  </a:cubicBezTo>
                  <a:cubicBezTo>
                    <a:pt x="4538" y="1672"/>
                    <a:pt x="4350" y="1205"/>
                    <a:pt x="4004" y="1205"/>
                  </a:cubicBezTo>
                  <a:cubicBezTo>
                    <a:pt x="3978" y="1205"/>
                    <a:pt x="3950" y="1208"/>
                    <a:pt x="3922" y="1214"/>
                  </a:cubicBezTo>
                  <a:cubicBezTo>
                    <a:pt x="3771" y="1249"/>
                    <a:pt x="3631" y="1295"/>
                    <a:pt x="3491" y="1354"/>
                  </a:cubicBezTo>
                  <a:cubicBezTo>
                    <a:pt x="3503" y="1051"/>
                    <a:pt x="3514" y="736"/>
                    <a:pt x="3491" y="433"/>
                  </a:cubicBezTo>
                  <a:cubicBezTo>
                    <a:pt x="3468" y="146"/>
                    <a:pt x="3244" y="0"/>
                    <a:pt x="302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247" name="Google Shape;3247;p93"/>
            <p:cNvSpPr/>
            <p:nvPr/>
          </p:nvSpPr>
          <p:spPr>
            <a:xfrm>
              <a:off x="6901425" y="2591150"/>
              <a:ext cx="171400" cy="266975"/>
            </a:xfrm>
            <a:custGeom>
              <a:avLst/>
              <a:gdLst/>
              <a:ahLst/>
              <a:cxnLst/>
              <a:rect l="l" t="t" r="r" b="b"/>
              <a:pathLst>
                <a:path w="6856" h="10679" extrusionOk="0">
                  <a:moveTo>
                    <a:pt x="5541" y="0"/>
                  </a:moveTo>
                  <a:cubicBezTo>
                    <a:pt x="5372" y="0"/>
                    <a:pt x="5205" y="91"/>
                    <a:pt x="5140" y="299"/>
                  </a:cubicBezTo>
                  <a:cubicBezTo>
                    <a:pt x="5023" y="649"/>
                    <a:pt x="4872" y="964"/>
                    <a:pt x="4709" y="1290"/>
                  </a:cubicBezTo>
                  <a:cubicBezTo>
                    <a:pt x="4639" y="1022"/>
                    <a:pt x="4580" y="765"/>
                    <a:pt x="4557" y="497"/>
                  </a:cubicBezTo>
                  <a:cubicBezTo>
                    <a:pt x="4533" y="227"/>
                    <a:pt x="4313" y="87"/>
                    <a:pt x="4103" y="87"/>
                  </a:cubicBezTo>
                  <a:cubicBezTo>
                    <a:pt x="3897" y="87"/>
                    <a:pt x="3700" y="221"/>
                    <a:pt x="3706" y="497"/>
                  </a:cubicBezTo>
                  <a:cubicBezTo>
                    <a:pt x="3718" y="870"/>
                    <a:pt x="3718" y="1232"/>
                    <a:pt x="3741" y="1593"/>
                  </a:cubicBezTo>
                  <a:cubicBezTo>
                    <a:pt x="3496" y="1360"/>
                    <a:pt x="3240" y="1127"/>
                    <a:pt x="2995" y="882"/>
                  </a:cubicBezTo>
                  <a:cubicBezTo>
                    <a:pt x="2946" y="836"/>
                    <a:pt x="2890" y="816"/>
                    <a:pt x="2834" y="816"/>
                  </a:cubicBezTo>
                  <a:cubicBezTo>
                    <a:pt x="2665" y="816"/>
                    <a:pt x="2505" y="1001"/>
                    <a:pt x="2611" y="1185"/>
                  </a:cubicBezTo>
                  <a:cubicBezTo>
                    <a:pt x="2984" y="1873"/>
                    <a:pt x="3520" y="2455"/>
                    <a:pt x="4056" y="3026"/>
                  </a:cubicBezTo>
                  <a:cubicBezTo>
                    <a:pt x="4056" y="3026"/>
                    <a:pt x="4056" y="3038"/>
                    <a:pt x="4056" y="3038"/>
                  </a:cubicBezTo>
                  <a:cubicBezTo>
                    <a:pt x="3811" y="4355"/>
                    <a:pt x="3590" y="5614"/>
                    <a:pt x="2937" y="6849"/>
                  </a:cubicBezTo>
                  <a:cubicBezTo>
                    <a:pt x="2319" y="8003"/>
                    <a:pt x="1305" y="9343"/>
                    <a:pt x="210" y="10065"/>
                  </a:cubicBezTo>
                  <a:cubicBezTo>
                    <a:pt x="24" y="10194"/>
                    <a:pt x="0" y="10462"/>
                    <a:pt x="210" y="10578"/>
                  </a:cubicBezTo>
                  <a:cubicBezTo>
                    <a:pt x="327" y="10647"/>
                    <a:pt x="450" y="10678"/>
                    <a:pt x="579" y="10678"/>
                  </a:cubicBezTo>
                  <a:cubicBezTo>
                    <a:pt x="1671" y="10678"/>
                    <a:pt x="3111" y="8423"/>
                    <a:pt x="3496" y="7735"/>
                  </a:cubicBezTo>
                  <a:cubicBezTo>
                    <a:pt x="4196" y="6523"/>
                    <a:pt x="4732" y="5008"/>
                    <a:pt x="4674" y="3562"/>
                  </a:cubicBezTo>
                  <a:cubicBezTo>
                    <a:pt x="4755" y="3562"/>
                    <a:pt x="4837" y="3551"/>
                    <a:pt x="4918" y="3504"/>
                  </a:cubicBezTo>
                  <a:cubicBezTo>
                    <a:pt x="4977" y="3481"/>
                    <a:pt x="5035" y="3434"/>
                    <a:pt x="5093" y="3376"/>
                  </a:cubicBezTo>
                  <a:cubicBezTo>
                    <a:pt x="5466" y="3131"/>
                    <a:pt x="6025" y="3003"/>
                    <a:pt x="6410" y="2805"/>
                  </a:cubicBezTo>
                  <a:cubicBezTo>
                    <a:pt x="6855" y="2572"/>
                    <a:pt x="6571" y="1980"/>
                    <a:pt x="6153" y="1980"/>
                  </a:cubicBezTo>
                  <a:cubicBezTo>
                    <a:pt x="6090" y="1980"/>
                    <a:pt x="6023" y="1993"/>
                    <a:pt x="5956" y="2024"/>
                  </a:cubicBezTo>
                  <a:cubicBezTo>
                    <a:pt x="5804" y="2094"/>
                    <a:pt x="5652" y="2141"/>
                    <a:pt x="5501" y="2187"/>
                  </a:cubicBezTo>
                  <a:cubicBezTo>
                    <a:pt x="5652" y="1640"/>
                    <a:pt x="5816" y="1080"/>
                    <a:pt x="5967" y="532"/>
                  </a:cubicBezTo>
                  <a:cubicBezTo>
                    <a:pt x="6058" y="209"/>
                    <a:pt x="5798" y="0"/>
                    <a:pt x="55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248" name="Google Shape;3248;p93"/>
            <p:cNvSpPr/>
            <p:nvPr/>
          </p:nvSpPr>
          <p:spPr>
            <a:xfrm>
              <a:off x="5875550" y="3399550"/>
              <a:ext cx="49450" cy="9950"/>
            </a:xfrm>
            <a:custGeom>
              <a:avLst/>
              <a:gdLst/>
              <a:ahLst/>
              <a:cxnLst/>
              <a:rect l="l" t="t" r="r" b="b"/>
              <a:pathLst>
                <a:path w="1978" h="398" extrusionOk="0">
                  <a:moveTo>
                    <a:pt x="106" y="0"/>
                  </a:moveTo>
                  <a:cubicBezTo>
                    <a:pt x="24" y="0"/>
                    <a:pt x="1" y="105"/>
                    <a:pt x="59" y="140"/>
                  </a:cubicBezTo>
                  <a:cubicBezTo>
                    <a:pt x="338" y="329"/>
                    <a:pt x="700" y="397"/>
                    <a:pt x="1063" y="397"/>
                  </a:cubicBezTo>
                  <a:cubicBezTo>
                    <a:pt x="1352" y="397"/>
                    <a:pt x="1641" y="354"/>
                    <a:pt x="1889" y="292"/>
                  </a:cubicBezTo>
                  <a:cubicBezTo>
                    <a:pt x="1978" y="270"/>
                    <a:pt x="1939" y="151"/>
                    <a:pt x="1854" y="151"/>
                  </a:cubicBezTo>
                  <a:cubicBezTo>
                    <a:pt x="1850" y="151"/>
                    <a:pt x="1846" y="151"/>
                    <a:pt x="1842" y="152"/>
                  </a:cubicBezTo>
                  <a:cubicBezTo>
                    <a:pt x="1679" y="175"/>
                    <a:pt x="1516" y="187"/>
                    <a:pt x="1353" y="187"/>
                  </a:cubicBezTo>
                  <a:cubicBezTo>
                    <a:pt x="1189" y="187"/>
                    <a:pt x="1026" y="175"/>
                    <a:pt x="863" y="152"/>
                  </a:cubicBezTo>
                  <a:cubicBezTo>
                    <a:pt x="607" y="117"/>
                    <a:pt x="362" y="35"/>
                    <a:pt x="10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249" name="Google Shape;3249;p93"/>
            <p:cNvSpPr/>
            <p:nvPr/>
          </p:nvSpPr>
          <p:spPr>
            <a:xfrm>
              <a:off x="5875275" y="3273100"/>
              <a:ext cx="33325" cy="10325"/>
            </a:xfrm>
            <a:custGeom>
              <a:avLst/>
              <a:gdLst/>
              <a:ahLst/>
              <a:cxnLst/>
              <a:rect l="l" t="t" r="r" b="b"/>
              <a:pathLst>
                <a:path w="1333" h="413" extrusionOk="0">
                  <a:moveTo>
                    <a:pt x="114" y="1"/>
                  </a:moveTo>
                  <a:cubicBezTo>
                    <a:pt x="54" y="1"/>
                    <a:pt x="0" y="83"/>
                    <a:pt x="58" y="140"/>
                  </a:cubicBezTo>
                  <a:cubicBezTo>
                    <a:pt x="250" y="332"/>
                    <a:pt x="517" y="412"/>
                    <a:pt x="785" y="412"/>
                  </a:cubicBezTo>
                  <a:cubicBezTo>
                    <a:pt x="940" y="412"/>
                    <a:pt x="1094" y="386"/>
                    <a:pt x="1235" y="339"/>
                  </a:cubicBezTo>
                  <a:cubicBezTo>
                    <a:pt x="1333" y="306"/>
                    <a:pt x="1310" y="173"/>
                    <a:pt x="1222" y="173"/>
                  </a:cubicBezTo>
                  <a:cubicBezTo>
                    <a:pt x="1215" y="173"/>
                    <a:pt x="1208" y="174"/>
                    <a:pt x="1200" y="175"/>
                  </a:cubicBezTo>
                  <a:cubicBezTo>
                    <a:pt x="1095" y="201"/>
                    <a:pt x="995" y="212"/>
                    <a:pt x="899" y="212"/>
                  </a:cubicBezTo>
                  <a:cubicBezTo>
                    <a:pt x="641" y="212"/>
                    <a:pt x="406" y="131"/>
                    <a:pt x="152" y="12"/>
                  </a:cubicBezTo>
                  <a:cubicBezTo>
                    <a:pt x="139" y="4"/>
                    <a:pt x="127" y="1"/>
                    <a:pt x="11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250" name="Google Shape;3250;p93"/>
            <p:cNvSpPr/>
            <p:nvPr/>
          </p:nvSpPr>
          <p:spPr>
            <a:xfrm>
              <a:off x="5903325" y="3115450"/>
              <a:ext cx="37925" cy="9700"/>
            </a:xfrm>
            <a:custGeom>
              <a:avLst/>
              <a:gdLst/>
              <a:ahLst/>
              <a:cxnLst/>
              <a:rect l="l" t="t" r="r" b="b"/>
              <a:pathLst>
                <a:path w="1517" h="388" extrusionOk="0">
                  <a:moveTo>
                    <a:pt x="89" y="0"/>
                  </a:moveTo>
                  <a:cubicBezTo>
                    <a:pt x="37" y="0"/>
                    <a:pt x="0" y="63"/>
                    <a:pt x="43" y="107"/>
                  </a:cubicBezTo>
                  <a:cubicBezTo>
                    <a:pt x="224" y="314"/>
                    <a:pt x="517" y="387"/>
                    <a:pt x="813" y="387"/>
                  </a:cubicBezTo>
                  <a:cubicBezTo>
                    <a:pt x="1032" y="387"/>
                    <a:pt x="1252" y="348"/>
                    <a:pt x="1430" y="293"/>
                  </a:cubicBezTo>
                  <a:cubicBezTo>
                    <a:pt x="1516" y="272"/>
                    <a:pt x="1483" y="151"/>
                    <a:pt x="1404" y="151"/>
                  </a:cubicBezTo>
                  <a:cubicBezTo>
                    <a:pt x="1398" y="151"/>
                    <a:pt x="1391" y="151"/>
                    <a:pt x="1384" y="153"/>
                  </a:cubicBezTo>
                  <a:cubicBezTo>
                    <a:pt x="1259" y="179"/>
                    <a:pt x="1124" y="195"/>
                    <a:pt x="988" y="195"/>
                  </a:cubicBezTo>
                  <a:cubicBezTo>
                    <a:pt x="882" y="195"/>
                    <a:pt x="775" y="185"/>
                    <a:pt x="673" y="165"/>
                  </a:cubicBezTo>
                  <a:cubicBezTo>
                    <a:pt x="475" y="130"/>
                    <a:pt x="300" y="37"/>
                    <a:pt x="102" y="2"/>
                  </a:cubicBezTo>
                  <a:cubicBezTo>
                    <a:pt x="97" y="1"/>
                    <a:pt x="93" y="0"/>
                    <a:pt x="8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251" name="Google Shape;3251;p93"/>
            <p:cNvSpPr/>
            <p:nvPr/>
          </p:nvSpPr>
          <p:spPr>
            <a:xfrm>
              <a:off x="5835050" y="2620875"/>
              <a:ext cx="1353950" cy="946525"/>
            </a:xfrm>
            <a:custGeom>
              <a:avLst/>
              <a:gdLst/>
              <a:ahLst/>
              <a:cxnLst/>
              <a:rect l="l" t="t" r="r" b="b"/>
              <a:pathLst>
                <a:path w="54158" h="37861" extrusionOk="0">
                  <a:moveTo>
                    <a:pt x="26334" y="12008"/>
                  </a:moveTo>
                  <a:cubicBezTo>
                    <a:pt x="40873" y="12008"/>
                    <a:pt x="39509" y="27581"/>
                    <a:pt x="39509" y="27581"/>
                  </a:cubicBezTo>
                  <a:lnTo>
                    <a:pt x="12646" y="27581"/>
                  </a:lnTo>
                  <a:cubicBezTo>
                    <a:pt x="12646" y="27581"/>
                    <a:pt x="11049" y="12268"/>
                    <a:pt x="25978" y="12011"/>
                  </a:cubicBezTo>
                  <a:cubicBezTo>
                    <a:pt x="26098" y="12009"/>
                    <a:pt x="26217" y="12008"/>
                    <a:pt x="26334" y="12008"/>
                  </a:cubicBezTo>
                  <a:close/>
                  <a:moveTo>
                    <a:pt x="26670" y="0"/>
                  </a:moveTo>
                  <a:cubicBezTo>
                    <a:pt x="16102" y="0"/>
                    <a:pt x="6822" y="8293"/>
                    <a:pt x="4185" y="15181"/>
                  </a:cubicBezTo>
                  <a:cubicBezTo>
                    <a:pt x="1" y="26055"/>
                    <a:pt x="1154" y="33303"/>
                    <a:pt x="1970" y="37860"/>
                  </a:cubicBezTo>
                  <a:lnTo>
                    <a:pt x="50883" y="37581"/>
                  </a:lnTo>
                  <a:cubicBezTo>
                    <a:pt x="50883" y="37581"/>
                    <a:pt x="54158" y="15240"/>
                    <a:pt x="39217" y="4296"/>
                  </a:cubicBezTo>
                  <a:cubicBezTo>
                    <a:pt x="35049" y="1244"/>
                    <a:pt x="30763" y="0"/>
                    <a:pt x="26670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252" name="Google Shape;3252;p93"/>
            <p:cNvSpPr/>
            <p:nvPr/>
          </p:nvSpPr>
          <p:spPr>
            <a:xfrm>
              <a:off x="6107775" y="2951450"/>
              <a:ext cx="224075" cy="358100"/>
            </a:xfrm>
            <a:custGeom>
              <a:avLst/>
              <a:gdLst/>
              <a:ahLst/>
              <a:cxnLst/>
              <a:rect l="l" t="t" r="r" b="b"/>
              <a:pathLst>
                <a:path w="8963" h="14324" extrusionOk="0">
                  <a:moveTo>
                    <a:pt x="8962" y="0"/>
                  </a:moveTo>
                  <a:cubicBezTo>
                    <a:pt x="8088" y="164"/>
                    <a:pt x="7226" y="385"/>
                    <a:pt x="6387" y="700"/>
                  </a:cubicBezTo>
                  <a:cubicBezTo>
                    <a:pt x="4487" y="1411"/>
                    <a:pt x="3182" y="2576"/>
                    <a:pt x="2191" y="4301"/>
                  </a:cubicBezTo>
                  <a:cubicBezTo>
                    <a:pt x="1142" y="6119"/>
                    <a:pt x="315" y="8240"/>
                    <a:pt x="128" y="10349"/>
                  </a:cubicBezTo>
                  <a:cubicBezTo>
                    <a:pt x="0" y="11748"/>
                    <a:pt x="117" y="13519"/>
                    <a:pt x="1387" y="14323"/>
                  </a:cubicBezTo>
                  <a:cubicBezTo>
                    <a:pt x="1492" y="14277"/>
                    <a:pt x="1608" y="14242"/>
                    <a:pt x="1725" y="14218"/>
                  </a:cubicBezTo>
                  <a:cubicBezTo>
                    <a:pt x="1632" y="12937"/>
                    <a:pt x="1189" y="3415"/>
                    <a:pt x="8962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253" name="Google Shape;3253;p93"/>
            <p:cNvSpPr/>
            <p:nvPr/>
          </p:nvSpPr>
          <p:spPr>
            <a:xfrm>
              <a:off x="5869425" y="2620925"/>
              <a:ext cx="1319575" cy="946475"/>
            </a:xfrm>
            <a:custGeom>
              <a:avLst/>
              <a:gdLst/>
              <a:ahLst/>
              <a:cxnLst/>
              <a:rect l="l" t="t" r="r" b="b"/>
              <a:pathLst>
                <a:path w="52783" h="37859" extrusionOk="0">
                  <a:moveTo>
                    <a:pt x="25315" y="1"/>
                  </a:moveTo>
                  <a:cubicBezTo>
                    <a:pt x="24889" y="1"/>
                    <a:pt x="24465" y="14"/>
                    <a:pt x="24044" y="41"/>
                  </a:cubicBezTo>
                  <a:cubicBezTo>
                    <a:pt x="24964" y="297"/>
                    <a:pt x="25885" y="612"/>
                    <a:pt x="26771" y="973"/>
                  </a:cubicBezTo>
                  <a:cubicBezTo>
                    <a:pt x="38821" y="5844"/>
                    <a:pt x="47818" y="18874"/>
                    <a:pt x="47061" y="32031"/>
                  </a:cubicBezTo>
                  <a:cubicBezTo>
                    <a:pt x="47014" y="32847"/>
                    <a:pt x="46420" y="33488"/>
                    <a:pt x="45581" y="33500"/>
                  </a:cubicBezTo>
                  <a:cubicBezTo>
                    <a:pt x="41292" y="33593"/>
                    <a:pt x="36991" y="33628"/>
                    <a:pt x="32703" y="33628"/>
                  </a:cubicBezTo>
                  <a:cubicBezTo>
                    <a:pt x="25209" y="33628"/>
                    <a:pt x="17715" y="33535"/>
                    <a:pt x="10233" y="33511"/>
                  </a:cubicBezTo>
                  <a:cubicBezTo>
                    <a:pt x="10125" y="33511"/>
                    <a:pt x="10016" y="33511"/>
                    <a:pt x="9908" y="33511"/>
                  </a:cubicBezTo>
                  <a:cubicBezTo>
                    <a:pt x="6602" y="33511"/>
                    <a:pt x="3296" y="33680"/>
                    <a:pt x="1" y="33838"/>
                  </a:cubicBezTo>
                  <a:cubicBezTo>
                    <a:pt x="152" y="35364"/>
                    <a:pt x="386" y="36693"/>
                    <a:pt x="595" y="37858"/>
                  </a:cubicBezTo>
                  <a:lnTo>
                    <a:pt x="49508" y="37579"/>
                  </a:lnTo>
                  <a:cubicBezTo>
                    <a:pt x="49508" y="37579"/>
                    <a:pt x="52783" y="15238"/>
                    <a:pt x="37842" y="4294"/>
                  </a:cubicBezTo>
                  <a:cubicBezTo>
                    <a:pt x="33684" y="1244"/>
                    <a:pt x="29402" y="1"/>
                    <a:pt x="25315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254" name="Google Shape;3254;p93"/>
            <p:cNvSpPr/>
            <p:nvPr/>
          </p:nvSpPr>
          <p:spPr>
            <a:xfrm>
              <a:off x="5868925" y="2626575"/>
              <a:ext cx="1213275" cy="919250"/>
            </a:xfrm>
            <a:custGeom>
              <a:avLst/>
              <a:gdLst/>
              <a:ahLst/>
              <a:cxnLst/>
              <a:rect l="l" t="t" r="r" b="b"/>
              <a:pathLst>
                <a:path w="48531" h="36770" extrusionOk="0">
                  <a:moveTo>
                    <a:pt x="24881" y="0"/>
                  </a:moveTo>
                  <a:cubicBezTo>
                    <a:pt x="24795" y="0"/>
                    <a:pt x="24755" y="142"/>
                    <a:pt x="24856" y="164"/>
                  </a:cubicBezTo>
                  <a:cubicBezTo>
                    <a:pt x="31522" y="1877"/>
                    <a:pt x="37536" y="5851"/>
                    <a:pt x="41487" y="11527"/>
                  </a:cubicBezTo>
                  <a:cubicBezTo>
                    <a:pt x="45740" y="17634"/>
                    <a:pt x="47349" y="25360"/>
                    <a:pt x="46043" y="32668"/>
                  </a:cubicBezTo>
                  <a:cubicBezTo>
                    <a:pt x="46043" y="32726"/>
                    <a:pt x="46055" y="32772"/>
                    <a:pt x="46078" y="32807"/>
                  </a:cubicBezTo>
                  <a:cubicBezTo>
                    <a:pt x="46050" y="32779"/>
                    <a:pt x="46021" y="32758"/>
                    <a:pt x="45973" y="32758"/>
                  </a:cubicBezTo>
                  <a:cubicBezTo>
                    <a:pt x="45962" y="32758"/>
                    <a:pt x="45951" y="32759"/>
                    <a:pt x="45939" y="32761"/>
                  </a:cubicBezTo>
                  <a:cubicBezTo>
                    <a:pt x="41054" y="33197"/>
                    <a:pt x="36161" y="33310"/>
                    <a:pt x="31264" y="33310"/>
                  </a:cubicBezTo>
                  <a:cubicBezTo>
                    <a:pt x="28449" y="33310"/>
                    <a:pt x="25633" y="33273"/>
                    <a:pt x="22817" y="33239"/>
                  </a:cubicBezTo>
                  <a:cubicBezTo>
                    <a:pt x="20623" y="33205"/>
                    <a:pt x="18429" y="33179"/>
                    <a:pt x="16236" y="33179"/>
                  </a:cubicBezTo>
                  <a:cubicBezTo>
                    <a:pt x="14642" y="33179"/>
                    <a:pt x="13048" y="33193"/>
                    <a:pt x="11454" y="33227"/>
                  </a:cubicBezTo>
                  <a:cubicBezTo>
                    <a:pt x="7701" y="33309"/>
                    <a:pt x="3820" y="33355"/>
                    <a:pt x="114" y="34008"/>
                  </a:cubicBezTo>
                  <a:cubicBezTo>
                    <a:pt x="1" y="34019"/>
                    <a:pt x="20" y="34206"/>
                    <a:pt x="128" y="34206"/>
                  </a:cubicBezTo>
                  <a:cubicBezTo>
                    <a:pt x="131" y="34206"/>
                    <a:pt x="134" y="34206"/>
                    <a:pt x="137" y="34206"/>
                  </a:cubicBezTo>
                  <a:cubicBezTo>
                    <a:pt x="3913" y="34031"/>
                    <a:pt x="7666" y="33658"/>
                    <a:pt x="11454" y="33588"/>
                  </a:cubicBezTo>
                  <a:cubicBezTo>
                    <a:pt x="12942" y="33557"/>
                    <a:pt x="14431" y="33544"/>
                    <a:pt x="15919" y="33544"/>
                  </a:cubicBezTo>
                  <a:cubicBezTo>
                    <a:pt x="18288" y="33544"/>
                    <a:pt x="20657" y="33576"/>
                    <a:pt x="23026" y="33612"/>
                  </a:cubicBezTo>
                  <a:cubicBezTo>
                    <a:pt x="25976" y="33652"/>
                    <a:pt x="28927" y="33700"/>
                    <a:pt x="31876" y="33700"/>
                  </a:cubicBezTo>
                  <a:cubicBezTo>
                    <a:pt x="36560" y="33700"/>
                    <a:pt x="41241" y="33580"/>
                    <a:pt x="45904" y="33122"/>
                  </a:cubicBezTo>
                  <a:cubicBezTo>
                    <a:pt x="45904" y="33169"/>
                    <a:pt x="45915" y="33204"/>
                    <a:pt x="45939" y="33250"/>
                  </a:cubicBezTo>
                  <a:cubicBezTo>
                    <a:pt x="46859" y="34322"/>
                    <a:pt x="47628" y="35488"/>
                    <a:pt x="48304" y="36712"/>
                  </a:cubicBezTo>
                  <a:cubicBezTo>
                    <a:pt x="48327" y="36753"/>
                    <a:pt x="48360" y="36770"/>
                    <a:pt x="48393" y="36770"/>
                  </a:cubicBezTo>
                  <a:cubicBezTo>
                    <a:pt x="48463" y="36770"/>
                    <a:pt x="48530" y="36694"/>
                    <a:pt x="48491" y="36607"/>
                  </a:cubicBezTo>
                  <a:cubicBezTo>
                    <a:pt x="47873" y="35313"/>
                    <a:pt x="47081" y="34136"/>
                    <a:pt x="46148" y="33041"/>
                  </a:cubicBezTo>
                  <a:cubicBezTo>
                    <a:pt x="46137" y="33017"/>
                    <a:pt x="46113" y="33006"/>
                    <a:pt x="46102" y="32994"/>
                  </a:cubicBezTo>
                  <a:cubicBezTo>
                    <a:pt x="46125" y="32947"/>
                    <a:pt x="46113" y="32877"/>
                    <a:pt x="46090" y="32831"/>
                  </a:cubicBezTo>
                  <a:lnTo>
                    <a:pt x="46090" y="32831"/>
                  </a:lnTo>
                  <a:cubicBezTo>
                    <a:pt x="46133" y="32879"/>
                    <a:pt x="46197" y="32907"/>
                    <a:pt x="46258" y="32907"/>
                  </a:cubicBezTo>
                  <a:cubicBezTo>
                    <a:pt x="46331" y="32907"/>
                    <a:pt x="46397" y="32867"/>
                    <a:pt x="46416" y="32772"/>
                  </a:cubicBezTo>
                  <a:cubicBezTo>
                    <a:pt x="48479" y="21363"/>
                    <a:pt x="43340" y="9616"/>
                    <a:pt x="33480" y="3497"/>
                  </a:cubicBezTo>
                  <a:cubicBezTo>
                    <a:pt x="30835" y="1854"/>
                    <a:pt x="27933" y="677"/>
                    <a:pt x="24891" y="1"/>
                  </a:cubicBezTo>
                  <a:cubicBezTo>
                    <a:pt x="24888" y="1"/>
                    <a:pt x="24884" y="0"/>
                    <a:pt x="2488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255" name="Google Shape;3255;p93"/>
            <p:cNvSpPr/>
            <p:nvPr/>
          </p:nvSpPr>
          <p:spPr>
            <a:xfrm>
              <a:off x="6093500" y="2927150"/>
              <a:ext cx="273600" cy="372250"/>
            </a:xfrm>
            <a:custGeom>
              <a:avLst/>
              <a:gdLst/>
              <a:ahLst/>
              <a:cxnLst/>
              <a:rect l="l" t="t" r="r" b="b"/>
              <a:pathLst>
                <a:path w="10944" h="14890" extrusionOk="0">
                  <a:moveTo>
                    <a:pt x="10603" y="0"/>
                  </a:moveTo>
                  <a:cubicBezTo>
                    <a:pt x="6929" y="0"/>
                    <a:pt x="3599" y="2887"/>
                    <a:pt x="1993" y="5995"/>
                  </a:cubicBezTo>
                  <a:cubicBezTo>
                    <a:pt x="1061" y="7802"/>
                    <a:pt x="548" y="9806"/>
                    <a:pt x="396" y="11834"/>
                  </a:cubicBezTo>
                  <a:cubicBezTo>
                    <a:pt x="328" y="12727"/>
                    <a:pt x="191" y="14890"/>
                    <a:pt x="1577" y="14890"/>
                  </a:cubicBezTo>
                  <a:cubicBezTo>
                    <a:pt x="1603" y="14890"/>
                    <a:pt x="1629" y="14889"/>
                    <a:pt x="1655" y="14887"/>
                  </a:cubicBezTo>
                  <a:cubicBezTo>
                    <a:pt x="1806" y="14876"/>
                    <a:pt x="1865" y="14631"/>
                    <a:pt x="1690" y="14608"/>
                  </a:cubicBezTo>
                  <a:cubicBezTo>
                    <a:pt x="0" y="14305"/>
                    <a:pt x="839" y="10739"/>
                    <a:pt x="1061" y="9713"/>
                  </a:cubicBezTo>
                  <a:cubicBezTo>
                    <a:pt x="1422" y="8012"/>
                    <a:pt x="2074" y="6368"/>
                    <a:pt x="3042" y="4923"/>
                  </a:cubicBezTo>
                  <a:cubicBezTo>
                    <a:pt x="4906" y="2138"/>
                    <a:pt x="7645" y="693"/>
                    <a:pt x="10873" y="133"/>
                  </a:cubicBezTo>
                  <a:cubicBezTo>
                    <a:pt x="10943" y="122"/>
                    <a:pt x="10932" y="5"/>
                    <a:pt x="10862" y="5"/>
                  </a:cubicBezTo>
                  <a:cubicBezTo>
                    <a:pt x="10775" y="2"/>
                    <a:pt x="10689" y="0"/>
                    <a:pt x="1060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256" name="Google Shape;3256;p93"/>
            <p:cNvSpPr/>
            <p:nvPr/>
          </p:nvSpPr>
          <p:spPr>
            <a:xfrm>
              <a:off x="5946300" y="2988250"/>
              <a:ext cx="39075" cy="20850"/>
            </a:xfrm>
            <a:custGeom>
              <a:avLst/>
              <a:gdLst/>
              <a:ahLst/>
              <a:cxnLst/>
              <a:rect l="l" t="t" r="r" b="b"/>
              <a:pathLst>
                <a:path w="1563" h="834" extrusionOk="0">
                  <a:moveTo>
                    <a:pt x="118" y="0"/>
                  </a:moveTo>
                  <a:cubicBezTo>
                    <a:pt x="37" y="0"/>
                    <a:pt x="1" y="132"/>
                    <a:pt x="73" y="183"/>
                  </a:cubicBezTo>
                  <a:cubicBezTo>
                    <a:pt x="480" y="440"/>
                    <a:pt x="958" y="638"/>
                    <a:pt x="1389" y="824"/>
                  </a:cubicBezTo>
                  <a:cubicBezTo>
                    <a:pt x="1404" y="831"/>
                    <a:pt x="1418" y="834"/>
                    <a:pt x="1432" y="834"/>
                  </a:cubicBezTo>
                  <a:cubicBezTo>
                    <a:pt x="1514" y="834"/>
                    <a:pt x="1563" y="725"/>
                    <a:pt x="1483" y="684"/>
                  </a:cubicBezTo>
                  <a:cubicBezTo>
                    <a:pt x="1052" y="440"/>
                    <a:pt x="609" y="172"/>
                    <a:pt x="154" y="9"/>
                  </a:cubicBezTo>
                  <a:cubicBezTo>
                    <a:pt x="141" y="3"/>
                    <a:pt x="129" y="0"/>
                    <a:pt x="118" y="0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257" name="Google Shape;3257;p93"/>
            <p:cNvSpPr/>
            <p:nvPr/>
          </p:nvSpPr>
          <p:spPr>
            <a:xfrm>
              <a:off x="6017775" y="2862525"/>
              <a:ext cx="38175" cy="25975"/>
            </a:xfrm>
            <a:custGeom>
              <a:avLst/>
              <a:gdLst/>
              <a:ahLst/>
              <a:cxnLst/>
              <a:rect l="l" t="t" r="r" b="b"/>
              <a:pathLst>
                <a:path w="1527" h="1039" extrusionOk="0">
                  <a:moveTo>
                    <a:pt x="113" y="1"/>
                  </a:moveTo>
                  <a:cubicBezTo>
                    <a:pt x="38" y="1"/>
                    <a:pt x="1" y="108"/>
                    <a:pt x="69" y="166"/>
                  </a:cubicBezTo>
                  <a:cubicBezTo>
                    <a:pt x="488" y="469"/>
                    <a:pt x="943" y="749"/>
                    <a:pt x="1386" y="1029"/>
                  </a:cubicBezTo>
                  <a:cubicBezTo>
                    <a:pt x="1398" y="1035"/>
                    <a:pt x="1410" y="1039"/>
                    <a:pt x="1421" y="1039"/>
                  </a:cubicBezTo>
                  <a:cubicBezTo>
                    <a:pt x="1485" y="1039"/>
                    <a:pt x="1527" y="940"/>
                    <a:pt x="1467" y="900"/>
                  </a:cubicBezTo>
                  <a:cubicBezTo>
                    <a:pt x="1036" y="597"/>
                    <a:pt x="605" y="283"/>
                    <a:pt x="162" y="15"/>
                  </a:cubicBezTo>
                  <a:cubicBezTo>
                    <a:pt x="145" y="5"/>
                    <a:pt x="128" y="1"/>
                    <a:pt x="113" y="1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258" name="Google Shape;3258;p93"/>
            <p:cNvSpPr/>
            <p:nvPr/>
          </p:nvSpPr>
          <p:spPr>
            <a:xfrm>
              <a:off x="6105500" y="2785975"/>
              <a:ext cx="31775" cy="37200"/>
            </a:xfrm>
            <a:custGeom>
              <a:avLst/>
              <a:gdLst/>
              <a:ahLst/>
              <a:cxnLst/>
              <a:rect l="l" t="t" r="r" b="b"/>
              <a:pathLst>
                <a:path w="1271" h="1488" extrusionOk="0">
                  <a:moveTo>
                    <a:pt x="119" y="0"/>
                  </a:moveTo>
                  <a:cubicBezTo>
                    <a:pt x="62" y="0"/>
                    <a:pt x="1" y="64"/>
                    <a:pt x="33" y="128"/>
                  </a:cubicBezTo>
                  <a:cubicBezTo>
                    <a:pt x="313" y="664"/>
                    <a:pt x="674" y="1119"/>
                    <a:pt x="1152" y="1480"/>
                  </a:cubicBezTo>
                  <a:cubicBezTo>
                    <a:pt x="1160" y="1485"/>
                    <a:pt x="1170" y="1488"/>
                    <a:pt x="1179" y="1488"/>
                  </a:cubicBezTo>
                  <a:cubicBezTo>
                    <a:pt x="1228" y="1488"/>
                    <a:pt x="1271" y="1415"/>
                    <a:pt x="1222" y="1375"/>
                  </a:cubicBezTo>
                  <a:cubicBezTo>
                    <a:pt x="790" y="1002"/>
                    <a:pt x="429" y="559"/>
                    <a:pt x="184" y="47"/>
                  </a:cubicBezTo>
                  <a:cubicBezTo>
                    <a:pt x="170" y="14"/>
                    <a:pt x="145" y="0"/>
                    <a:pt x="119" y="0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259" name="Google Shape;3259;p93"/>
            <p:cNvSpPr/>
            <p:nvPr/>
          </p:nvSpPr>
          <p:spPr>
            <a:xfrm>
              <a:off x="6225650" y="2703850"/>
              <a:ext cx="20925" cy="42700"/>
            </a:xfrm>
            <a:custGeom>
              <a:avLst/>
              <a:gdLst/>
              <a:ahLst/>
              <a:cxnLst/>
              <a:rect l="l" t="t" r="r" b="b"/>
              <a:pathLst>
                <a:path w="837" h="1708" extrusionOk="0">
                  <a:moveTo>
                    <a:pt x="112" y="1"/>
                  </a:moveTo>
                  <a:cubicBezTo>
                    <a:pt x="56" y="1"/>
                    <a:pt x="1" y="46"/>
                    <a:pt x="28" y="115"/>
                  </a:cubicBezTo>
                  <a:cubicBezTo>
                    <a:pt x="238" y="639"/>
                    <a:pt x="460" y="1152"/>
                    <a:pt x="681" y="1677"/>
                  </a:cubicBezTo>
                  <a:cubicBezTo>
                    <a:pt x="692" y="1699"/>
                    <a:pt x="712" y="1708"/>
                    <a:pt x="734" y="1708"/>
                  </a:cubicBezTo>
                  <a:cubicBezTo>
                    <a:pt x="781" y="1708"/>
                    <a:pt x="837" y="1663"/>
                    <a:pt x="821" y="1607"/>
                  </a:cubicBezTo>
                  <a:cubicBezTo>
                    <a:pt x="623" y="1094"/>
                    <a:pt x="413" y="581"/>
                    <a:pt x="203" y="68"/>
                  </a:cubicBezTo>
                  <a:cubicBezTo>
                    <a:pt x="189" y="21"/>
                    <a:pt x="150" y="1"/>
                    <a:pt x="112" y="1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260" name="Google Shape;3260;p93"/>
            <p:cNvSpPr/>
            <p:nvPr/>
          </p:nvSpPr>
          <p:spPr>
            <a:xfrm>
              <a:off x="6360650" y="2649175"/>
              <a:ext cx="11750" cy="53450"/>
            </a:xfrm>
            <a:custGeom>
              <a:avLst/>
              <a:gdLst/>
              <a:ahLst/>
              <a:cxnLst/>
              <a:rect l="l" t="t" r="r" b="b"/>
              <a:pathLst>
                <a:path w="470" h="2138" extrusionOk="0">
                  <a:moveTo>
                    <a:pt x="173" y="1"/>
                  </a:moveTo>
                  <a:cubicBezTo>
                    <a:pt x="127" y="1"/>
                    <a:pt x="81" y="31"/>
                    <a:pt x="71" y="99"/>
                  </a:cubicBezTo>
                  <a:cubicBezTo>
                    <a:pt x="1" y="787"/>
                    <a:pt x="71" y="1440"/>
                    <a:pt x="304" y="2092"/>
                  </a:cubicBezTo>
                  <a:cubicBezTo>
                    <a:pt x="318" y="2124"/>
                    <a:pt x="347" y="2138"/>
                    <a:pt x="376" y="2138"/>
                  </a:cubicBezTo>
                  <a:cubicBezTo>
                    <a:pt x="423" y="2138"/>
                    <a:pt x="470" y="2103"/>
                    <a:pt x="455" y="2046"/>
                  </a:cubicBezTo>
                  <a:cubicBezTo>
                    <a:pt x="246" y="1428"/>
                    <a:pt x="176" y="775"/>
                    <a:pt x="269" y="123"/>
                  </a:cubicBezTo>
                  <a:cubicBezTo>
                    <a:pt x="282" y="46"/>
                    <a:pt x="228" y="1"/>
                    <a:pt x="173" y="1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261" name="Google Shape;3261;p93"/>
            <p:cNvSpPr/>
            <p:nvPr/>
          </p:nvSpPr>
          <p:spPr>
            <a:xfrm>
              <a:off x="6515525" y="2643825"/>
              <a:ext cx="12700" cy="58825"/>
            </a:xfrm>
            <a:custGeom>
              <a:avLst/>
              <a:gdLst/>
              <a:ahLst/>
              <a:cxnLst/>
              <a:rect l="l" t="t" r="r" b="b"/>
              <a:pathLst>
                <a:path w="508" h="2353" extrusionOk="0">
                  <a:moveTo>
                    <a:pt x="432" y="1"/>
                  </a:moveTo>
                  <a:cubicBezTo>
                    <a:pt x="409" y="1"/>
                    <a:pt x="388" y="11"/>
                    <a:pt x="379" y="34"/>
                  </a:cubicBezTo>
                  <a:cubicBezTo>
                    <a:pt x="76" y="698"/>
                    <a:pt x="29" y="1560"/>
                    <a:pt x="6" y="2283"/>
                  </a:cubicBezTo>
                  <a:cubicBezTo>
                    <a:pt x="0" y="2330"/>
                    <a:pt x="35" y="2353"/>
                    <a:pt x="73" y="2353"/>
                  </a:cubicBezTo>
                  <a:cubicBezTo>
                    <a:pt x="111" y="2353"/>
                    <a:pt x="152" y="2330"/>
                    <a:pt x="157" y="2283"/>
                  </a:cubicBezTo>
                  <a:cubicBezTo>
                    <a:pt x="227" y="1537"/>
                    <a:pt x="449" y="803"/>
                    <a:pt x="507" y="69"/>
                  </a:cubicBezTo>
                  <a:cubicBezTo>
                    <a:pt x="507" y="26"/>
                    <a:pt x="468" y="1"/>
                    <a:pt x="432" y="1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262" name="Google Shape;3262;p93"/>
            <p:cNvSpPr/>
            <p:nvPr/>
          </p:nvSpPr>
          <p:spPr>
            <a:xfrm>
              <a:off x="6645800" y="2703625"/>
              <a:ext cx="21875" cy="42125"/>
            </a:xfrm>
            <a:custGeom>
              <a:avLst/>
              <a:gdLst/>
              <a:ahLst/>
              <a:cxnLst/>
              <a:rect l="l" t="t" r="r" b="b"/>
              <a:pathLst>
                <a:path w="875" h="1685" extrusionOk="0">
                  <a:moveTo>
                    <a:pt x="751" y="1"/>
                  </a:moveTo>
                  <a:cubicBezTo>
                    <a:pt x="723" y="1"/>
                    <a:pt x="696" y="16"/>
                    <a:pt x="680" y="54"/>
                  </a:cubicBezTo>
                  <a:cubicBezTo>
                    <a:pt x="459" y="567"/>
                    <a:pt x="226" y="1080"/>
                    <a:pt x="16" y="1592"/>
                  </a:cubicBezTo>
                  <a:cubicBezTo>
                    <a:pt x="1" y="1646"/>
                    <a:pt x="46" y="1685"/>
                    <a:pt x="89" y="1685"/>
                  </a:cubicBezTo>
                  <a:cubicBezTo>
                    <a:pt x="111" y="1685"/>
                    <a:pt x="132" y="1675"/>
                    <a:pt x="144" y="1651"/>
                  </a:cubicBezTo>
                  <a:cubicBezTo>
                    <a:pt x="389" y="1150"/>
                    <a:pt x="610" y="648"/>
                    <a:pt x="844" y="147"/>
                  </a:cubicBezTo>
                  <a:cubicBezTo>
                    <a:pt x="875" y="69"/>
                    <a:pt x="811" y="1"/>
                    <a:pt x="751" y="1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263" name="Google Shape;3263;p93"/>
            <p:cNvSpPr/>
            <p:nvPr/>
          </p:nvSpPr>
          <p:spPr>
            <a:xfrm>
              <a:off x="6750775" y="2797175"/>
              <a:ext cx="31725" cy="36225"/>
            </a:xfrm>
            <a:custGeom>
              <a:avLst/>
              <a:gdLst/>
              <a:ahLst/>
              <a:cxnLst/>
              <a:rect l="l" t="t" r="r" b="b"/>
              <a:pathLst>
                <a:path w="1269" h="1449" extrusionOk="0">
                  <a:moveTo>
                    <a:pt x="1170" y="0"/>
                  </a:moveTo>
                  <a:cubicBezTo>
                    <a:pt x="1153" y="0"/>
                    <a:pt x="1135" y="9"/>
                    <a:pt x="1120" y="30"/>
                  </a:cubicBezTo>
                  <a:cubicBezTo>
                    <a:pt x="758" y="461"/>
                    <a:pt x="397" y="904"/>
                    <a:pt x="36" y="1347"/>
                  </a:cubicBezTo>
                  <a:cubicBezTo>
                    <a:pt x="1" y="1391"/>
                    <a:pt x="39" y="1448"/>
                    <a:pt x="80" y="1448"/>
                  </a:cubicBezTo>
                  <a:cubicBezTo>
                    <a:pt x="93" y="1448"/>
                    <a:pt x="106" y="1442"/>
                    <a:pt x="118" y="1428"/>
                  </a:cubicBezTo>
                  <a:cubicBezTo>
                    <a:pt x="490" y="997"/>
                    <a:pt x="863" y="566"/>
                    <a:pt x="1225" y="135"/>
                  </a:cubicBezTo>
                  <a:cubicBezTo>
                    <a:pt x="1268" y="74"/>
                    <a:pt x="1221" y="0"/>
                    <a:pt x="1170" y="0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264" name="Google Shape;3264;p93"/>
            <p:cNvSpPr/>
            <p:nvPr/>
          </p:nvSpPr>
          <p:spPr>
            <a:xfrm>
              <a:off x="6848675" y="2911350"/>
              <a:ext cx="37100" cy="25825"/>
            </a:xfrm>
            <a:custGeom>
              <a:avLst/>
              <a:gdLst/>
              <a:ahLst/>
              <a:cxnLst/>
              <a:rect l="l" t="t" r="r" b="b"/>
              <a:pathLst>
                <a:path w="1484" h="1033" extrusionOk="0">
                  <a:moveTo>
                    <a:pt x="1380" y="0"/>
                  </a:moveTo>
                  <a:cubicBezTo>
                    <a:pt x="1371" y="0"/>
                    <a:pt x="1362" y="3"/>
                    <a:pt x="1353" y="8"/>
                  </a:cubicBezTo>
                  <a:cubicBezTo>
                    <a:pt x="898" y="276"/>
                    <a:pt x="479" y="602"/>
                    <a:pt x="59" y="905"/>
                  </a:cubicBezTo>
                  <a:cubicBezTo>
                    <a:pt x="0" y="944"/>
                    <a:pt x="32" y="1033"/>
                    <a:pt x="85" y="1033"/>
                  </a:cubicBezTo>
                  <a:cubicBezTo>
                    <a:pt x="95" y="1033"/>
                    <a:pt x="106" y="1029"/>
                    <a:pt x="117" y="1022"/>
                  </a:cubicBezTo>
                  <a:cubicBezTo>
                    <a:pt x="560" y="719"/>
                    <a:pt x="1015" y="439"/>
                    <a:pt x="1434" y="113"/>
                  </a:cubicBezTo>
                  <a:cubicBezTo>
                    <a:pt x="1484" y="73"/>
                    <a:pt x="1433" y="0"/>
                    <a:pt x="1380" y="0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265" name="Google Shape;3265;p93"/>
            <p:cNvSpPr/>
            <p:nvPr/>
          </p:nvSpPr>
          <p:spPr>
            <a:xfrm>
              <a:off x="6919800" y="3037875"/>
              <a:ext cx="47900" cy="25725"/>
            </a:xfrm>
            <a:custGeom>
              <a:avLst/>
              <a:gdLst/>
              <a:ahLst/>
              <a:cxnLst/>
              <a:rect l="l" t="t" r="r" b="b"/>
              <a:pathLst>
                <a:path w="1916" h="1029" extrusionOk="0">
                  <a:moveTo>
                    <a:pt x="1841" y="0"/>
                  </a:moveTo>
                  <a:cubicBezTo>
                    <a:pt x="1833" y="0"/>
                    <a:pt x="1826" y="2"/>
                    <a:pt x="1817" y="5"/>
                  </a:cubicBezTo>
                  <a:cubicBezTo>
                    <a:pt x="1526" y="75"/>
                    <a:pt x="1258" y="261"/>
                    <a:pt x="990" y="413"/>
                  </a:cubicBezTo>
                  <a:cubicBezTo>
                    <a:pt x="687" y="576"/>
                    <a:pt x="372" y="739"/>
                    <a:pt x="69" y="902"/>
                  </a:cubicBezTo>
                  <a:cubicBezTo>
                    <a:pt x="0" y="932"/>
                    <a:pt x="40" y="1029"/>
                    <a:pt x="104" y="1029"/>
                  </a:cubicBezTo>
                  <a:cubicBezTo>
                    <a:pt x="115" y="1029"/>
                    <a:pt x="127" y="1026"/>
                    <a:pt x="139" y="1019"/>
                  </a:cubicBezTo>
                  <a:cubicBezTo>
                    <a:pt x="454" y="855"/>
                    <a:pt x="757" y="704"/>
                    <a:pt x="1072" y="541"/>
                  </a:cubicBezTo>
                  <a:cubicBezTo>
                    <a:pt x="1340" y="401"/>
                    <a:pt x="1643" y="284"/>
                    <a:pt x="1876" y="86"/>
                  </a:cubicBezTo>
                  <a:cubicBezTo>
                    <a:pt x="1916" y="56"/>
                    <a:pt x="1887" y="0"/>
                    <a:pt x="1841" y="0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266" name="Google Shape;3266;p93"/>
            <p:cNvSpPr/>
            <p:nvPr/>
          </p:nvSpPr>
          <p:spPr>
            <a:xfrm>
              <a:off x="6963000" y="3141100"/>
              <a:ext cx="44400" cy="10550"/>
            </a:xfrm>
            <a:custGeom>
              <a:avLst/>
              <a:gdLst/>
              <a:ahLst/>
              <a:cxnLst/>
              <a:rect l="l" t="t" r="r" b="b"/>
              <a:pathLst>
                <a:path w="1776" h="422" extrusionOk="0">
                  <a:moveTo>
                    <a:pt x="1638" y="1"/>
                  </a:moveTo>
                  <a:cubicBezTo>
                    <a:pt x="1635" y="1"/>
                    <a:pt x="1631" y="1"/>
                    <a:pt x="1628" y="1"/>
                  </a:cubicBezTo>
                  <a:cubicBezTo>
                    <a:pt x="1115" y="83"/>
                    <a:pt x="602" y="176"/>
                    <a:pt x="101" y="269"/>
                  </a:cubicBezTo>
                  <a:cubicBezTo>
                    <a:pt x="0" y="281"/>
                    <a:pt x="40" y="421"/>
                    <a:pt x="136" y="421"/>
                  </a:cubicBezTo>
                  <a:cubicBezTo>
                    <a:pt x="140" y="421"/>
                    <a:pt x="144" y="421"/>
                    <a:pt x="148" y="421"/>
                  </a:cubicBezTo>
                  <a:cubicBezTo>
                    <a:pt x="649" y="339"/>
                    <a:pt x="1162" y="269"/>
                    <a:pt x="1674" y="176"/>
                  </a:cubicBezTo>
                  <a:cubicBezTo>
                    <a:pt x="1776" y="165"/>
                    <a:pt x="1736" y="1"/>
                    <a:pt x="1638" y="1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267" name="Google Shape;3267;p93"/>
            <p:cNvSpPr/>
            <p:nvPr/>
          </p:nvSpPr>
          <p:spPr>
            <a:xfrm>
              <a:off x="6985625" y="3266250"/>
              <a:ext cx="41975" cy="5500"/>
            </a:xfrm>
            <a:custGeom>
              <a:avLst/>
              <a:gdLst/>
              <a:ahLst/>
              <a:cxnLst/>
              <a:rect l="l" t="t" r="r" b="b"/>
              <a:pathLst>
                <a:path w="1679" h="220" extrusionOk="0">
                  <a:moveTo>
                    <a:pt x="1051" y="0"/>
                  </a:moveTo>
                  <a:cubicBezTo>
                    <a:pt x="723" y="0"/>
                    <a:pt x="385" y="34"/>
                    <a:pt x="82" y="42"/>
                  </a:cubicBezTo>
                  <a:cubicBezTo>
                    <a:pt x="0" y="42"/>
                    <a:pt x="0" y="181"/>
                    <a:pt x="82" y="181"/>
                  </a:cubicBezTo>
                  <a:cubicBezTo>
                    <a:pt x="395" y="181"/>
                    <a:pt x="747" y="220"/>
                    <a:pt x="1084" y="220"/>
                  </a:cubicBezTo>
                  <a:cubicBezTo>
                    <a:pt x="1274" y="220"/>
                    <a:pt x="1460" y="207"/>
                    <a:pt x="1632" y="170"/>
                  </a:cubicBezTo>
                  <a:cubicBezTo>
                    <a:pt x="1678" y="146"/>
                    <a:pt x="1678" y="65"/>
                    <a:pt x="1632" y="53"/>
                  </a:cubicBezTo>
                  <a:cubicBezTo>
                    <a:pt x="1450" y="13"/>
                    <a:pt x="1252" y="0"/>
                    <a:pt x="1051" y="0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268" name="Google Shape;3268;p93"/>
            <p:cNvSpPr/>
            <p:nvPr/>
          </p:nvSpPr>
          <p:spPr>
            <a:xfrm>
              <a:off x="6985725" y="3360500"/>
              <a:ext cx="31375" cy="9375"/>
            </a:xfrm>
            <a:custGeom>
              <a:avLst/>
              <a:gdLst/>
              <a:ahLst/>
              <a:cxnLst/>
              <a:rect l="l" t="t" r="r" b="b"/>
              <a:pathLst>
                <a:path w="1255" h="375" extrusionOk="0">
                  <a:moveTo>
                    <a:pt x="1173" y="1"/>
                  </a:moveTo>
                  <a:cubicBezTo>
                    <a:pt x="812" y="1"/>
                    <a:pt x="416" y="164"/>
                    <a:pt x="78" y="246"/>
                  </a:cubicBezTo>
                  <a:cubicBezTo>
                    <a:pt x="0" y="268"/>
                    <a:pt x="28" y="375"/>
                    <a:pt x="91" y="375"/>
                  </a:cubicBezTo>
                  <a:cubicBezTo>
                    <a:pt x="95" y="375"/>
                    <a:pt x="98" y="374"/>
                    <a:pt x="101" y="374"/>
                  </a:cubicBezTo>
                  <a:cubicBezTo>
                    <a:pt x="462" y="304"/>
                    <a:pt x="882" y="269"/>
                    <a:pt x="1208" y="117"/>
                  </a:cubicBezTo>
                  <a:cubicBezTo>
                    <a:pt x="1255" y="82"/>
                    <a:pt x="1232" y="1"/>
                    <a:pt x="11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269" name="Google Shape;3269;p93"/>
            <p:cNvSpPr/>
            <p:nvPr/>
          </p:nvSpPr>
          <p:spPr>
            <a:xfrm>
              <a:off x="6319000" y="2840150"/>
              <a:ext cx="62950" cy="25950"/>
            </a:xfrm>
            <a:custGeom>
              <a:avLst/>
              <a:gdLst/>
              <a:ahLst/>
              <a:cxnLst/>
              <a:rect l="l" t="t" r="r" b="b"/>
              <a:pathLst>
                <a:path w="2518" h="1038" extrusionOk="0">
                  <a:moveTo>
                    <a:pt x="1259" y="1"/>
                  </a:moveTo>
                  <a:cubicBezTo>
                    <a:pt x="560" y="1"/>
                    <a:pt x="0" y="234"/>
                    <a:pt x="0" y="525"/>
                  </a:cubicBezTo>
                  <a:cubicBezTo>
                    <a:pt x="0" y="805"/>
                    <a:pt x="560" y="1038"/>
                    <a:pt x="1259" y="1038"/>
                  </a:cubicBezTo>
                  <a:cubicBezTo>
                    <a:pt x="1958" y="1038"/>
                    <a:pt x="2518" y="805"/>
                    <a:pt x="2518" y="525"/>
                  </a:cubicBezTo>
                  <a:cubicBezTo>
                    <a:pt x="2518" y="234"/>
                    <a:pt x="1958" y="1"/>
                    <a:pt x="1259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270" name="Google Shape;3270;p93"/>
            <p:cNvSpPr/>
            <p:nvPr/>
          </p:nvSpPr>
          <p:spPr>
            <a:xfrm>
              <a:off x="6424175" y="2798700"/>
              <a:ext cx="66175" cy="67450"/>
            </a:xfrm>
            <a:custGeom>
              <a:avLst/>
              <a:gdLst/>
              <a:ahLst/>
              <a:cxnLst/>
              <a:rect l="l" t="t" r="r" b="b"/>
              <a:pathLst>
                <a:path w="2647" h="2698" extrusionOk="0">
                  <a:moveTo>
                    <a:pt x="535" y="1"/>
                  </a:moveTo>
                  <a:cubicBezTo>
                    <a:pt x="490" y="1"/>
                    <a:pt x="443" y="33"/>
                    <a:pt x="432" y="97"/>
                  </a:cubicBezTo>
                  <a:cubicBezTo>
                    <a:pt x="339" y="878"/>
                    <a:pt x="1" y="2638"/>
                    <a:pt x="1283" y="2696"/>
                  </a:cubicBezTo>
                  <a:cubicBezTo>
                    <a:pt x="1299" y="2697"/>
                    <a:pt x="1315" y="2697"/>
                    <a:pt x="1331" y="2697"/>
                  </a:cubicBezTo>
                  <a:cubicBezTo>
                    <a:pt x="1755" y="2697"/>
                    <a:pt x="2141" y="2403"/>
                    <a:pt x="2343" y="2043"/>
                  </a:cubicBezTo>
                  <a:cubicBezTo>
                    <a:pt x="2646" y="1484"/>
                    <a:pt x="2530" y="808"/>
                    <a:pt x="2425" y="213"/>
                  </a:cubicBezTo>
                  <a:cubicBezTo>
                    <a:pt x="2410" y="137"/>
                    <a:pt x="2355" y="104"/>
                    <a:pt x="2297" y="104"/>
                  </a:cubicBezTo>
                  <a:cubicBezTo>
                    <a:pt x="2213" y="104"/>
                    <a:pt x="2124" y="173"/>
                    <a:pt x="2145" y="283"/>
                  </a:cubicBezTo>
                  <a:cubicBezTo>
                    <a:pt x="2227" y="750"/>
                    <a:pt x="2331" y="1286"/>
                    <a:pt x="2157" y="1752"/>
                  </a:cubicBezTo>
                  <a:cubicBezTo>
                    <a:pt x="2022" y="2092"/>
                    <a:pt x="1696" y="2405"/>
                    <a:pt x="1340" y="2405"/>
                  </a:cubicBezTo>
                  <a:cubicBezTo>
                    <a:pt x="1233" y="2405"/>
                    <a:pt x="1123" y="2376"/>
                    <a:pt x="1014" y="2311"/>
                  </a:cubicBezTo>
                  <a:cubicBezTo>
                    <a:pt x="269" y="1880"/>
                    <a:pt x="677" y="773"/>
                    <a:pt x="630" y="97"/>
                  </a:cubicBezTo>
                  <a:cubicBezTo>
                    <a:pt x="624" y="33"/>
                    <a:pt x="580" y="1"/>
                    <a:pt x="53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271" name="Google Shape;3271;p93"/>
            <p:cNvSpPr/>
            <p:nvPr/>
          </p:nvSpPr>
          <p:spPr>
            <a:xfrm>
              <a:off x="6326175" y="2736125"/>
              <a:ext cx="92500" cy="78600"/>
            </a:xfrm>
            <a:custGeom>
              <a:avLst/>
              <a:gdLst/>
              <a:ahLst/>
              <a:cxnLst/>
              <a:rect l="l" t="t" r="r" b="b"/>
              <a:pathLst>
                <a:path w="3700" h="3144" extrusionOk="0">
                  <a:moveTo>
                    <a:pt x="1564" y="1"/>
                  </a:moveTo>
                  <a:cubicBezTo>
                    <a:pt x="79" y="1"/>
                    <a:pt x="1" y="1893"/>
                    <a:pt x="168" y="3008"/>
                  </a:cubicBezTo>
                  <a:cubicBezTo>
                    <a:pt x="183" y="3101"/>
                    <a:pt x="266" y="3144"/>
                    <a:pt x="350" y="3144"/>
                  </a:cubicBezTo>
                  <a:cubicBezTo>
                    <a:pt x="454" y="3144"/>
                    <a:pt x="560" y="3078"/>
                    <a:pt x="541" y="2961"/>
                  </a:cubicBezTo>
                  <a:cubicBezTo>
                    <a:pt x="432" y="2077"/>
                    <a:pt x="343" y="385"/>
                    <a:pt x="1568" y="385"/>
                  </a:cubicBezTo>
                  <a:cubicBezTo>
                    <a:pt x="1650" y="385"/>
                    <a:pt x="1739" y="393"/>
                    <a:pt x="1834" y="409"/>
                  </a:cubicBezTo>
                  <a:cubicBezTo>
                    <a:pt x="3151" y="642"/>
                    <a:pt x="3233" y="2006"/>
                    <a:pt x="3338" y="3078"/>
                  </a:cubicBezTo>
                  <a:cubicBezTo>
                    <a:pt x="3338" y="3089"/>
                    <a:pt x="3347" y="3095"/>
                    <a:pt x="3357" y="3095"/>
                  </a:cubicBezTo>
                  <a:cubicBezTo>
                    <a:pt x="3367" y="3095"/>
                    <a:pt x="3379" y="3089"/>
                    <a:pt x="3384" y="3078"/>
                  </a:cubicBezTo>
                  <a:cubicBezTo>
                    <a:pt x="3699" y="1877"/>
                    <a:pt x="3210" y="164"/>
                    <a:pt x="1776" y="13"/>
                  </a:cubicBezTo>
                  <a:cubicBezTo>
                    <a:pt x="1702" y="5"/>
                    <a:pt x="1632" y="1"/>
                    <a:pt x="15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272" name="Google Shape;3272;p93"/>
            <p:cNvSpPr/>
            <p:nvPr/>
          </p:nvSpPr>
          <p:spPr>
            <a:xfrm>
              <a:off x="6537800" y="2840150"/>
              <a:ext cx="63250" cy="25950"/>
            </a:xfrm>
            <a:custGeom>
              <a:avLst/>
              <a:gdLst/>
              <a:ahLst/>
              <a:cxnLst/>
              <a:rect l="l" t="t" r="r" b="b"/>
              <a:pathLst>
                <a:path w="2530" h="1038" extrusionOk="0">
                  <a:moveTo>
                    <a:pt x="1271" y="1"/>
                  </a:moveTo>
                  <a:cubicBezTo>
                    <a:pt x="572" y="1"/>
                    <a:pt x="1" y="234"/>
                    <a:pt x="1" y="525"/>
                  </a:cubicBezTo>
                  <a:cubicBezTo>
                    <a:pt x="1" y="805"/>
                    <a:pt x="572" y="1038"/>
                    <a:pt x="1271" y="1038"/>
                  </a:cubicBezTo>
                  <a:cubicBezTo>
                    <a:pt x="1959" y="1038"/>
                    <a:pt x="2530" y="805"/>
                    <a:pt x="2530" y="525"/>
                  </a:cubicBezTo>
                  <a:cubicBezTo>
                    <a:pt x="2530" y="234"/>
                    <a:pt x="1959" y="1"/>
                    <a:pt x="127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273" name="Google Shape;3273;p93"/>
            <p:cNvSpPr/>
            <p:nvPr/>
          </p:nvSpPr>
          <p:spPr>
            <a:xfrm>
              <a:off x="6501100" y="2736125"/>
              <a:ext cx="92475" cy="78600"/>
            </a:xfrm>
            <a:custGeom>
              <a:avLst/>
              <a:gdLst/>
              <a:ahLst/>
              <a:cxnLst/>
              <a:rect l="l" t="t" r="r" b="b"/>
              <a:pathLst>
                <a:path w="3699" h="3144" extrusionOk="0">
                  <a:moveTo>
                    <a:pt x="2135" y="1"/>
                  </a:moveTo>
                  <a:cubicBezTo>
                    <a:pt x="2068" y="1"/>
                    <a:pt x="1997" y="5"/>
                    <a:pt x="1923" y="13"/>
                  </a:cubicBezTo>
                  <a:cubicBezTo>
                    <a:pt x="490" y="164"/>
                    <a:pt x="0" y="1877"/>
                    <a:pt x="315" y="3078"/>
                  </a:cubicBezTo>
                  <a:cubicBezTo>
                    <a:pt x="321" y="3089"/>
                    <a:pt x="332" y="3095"/>
                    <a:pt x="343" y="3095"/>
                  </a:cubicBezTo>
                  <a:cubicBezTo>
                    <a:pt x="353" y="3095"/>
                    <a:pt x="362" y="3089"/>
                    <a:pt x="362" y="3078"/>
                  </a:cubicBezTo>
                  <a:cubicBezTo>
                    <a:pt x="478" y="2006"/>
                    <a:pt x="548" y="642"/>
                    <a:pt x="1865" y="409"/>
                  </a:cubicBezTo>
                  <a:cubicBezTo>
                    <a:pt x="1960" y="393"/>
                    <a:pt x="2049" y="385"/>
                    <a:pt x="2132" y="385"/>
                  </a:cubicBezTo>
                  <a:cubicBezTo>
                    <a:pt x="3358" y="385"/>
                    <a:pt x="3279" y="2077"/>
                    <a:pt x="3159" y="2961"/>
                  </a:cubicBezTo>
                  <a:cubicBezTo>
                    <a:pt x="3146" y="3078"/>
                    <a:pt x="3251" y="3144"/>
                    <a:pt x="3354" y="3144"/>
                  </a:cubicBezTo>
                  <a:cubicBezTo>
                    <a:pt x="3436" y="3144"/>
                    <a:pt x="3516" y="3101"/>
                    <a:pt x="3532" y="3008"/>
                  </a:cubicBezTo>
                  <a:cubicBezTo>
                    <a:pt x="3699" y="1893"/>
                    <a:pt x="3621" y="1"/>
                    <a:pt x="213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274" name="Google Shape;3274;p93"/>
            <p:cNvSpPr/>
            <p:nvPr/>
          </p:nvSpPr>
          <p:spPr>
            <a:xfrm>
              <a:off x="7085550" y="2961450"/>
              <a:ext cx="125900" cy="506125"/>
            </a:xfrm>
            <a:custGeom>
              <a:avLst/>
              <a:gdLst/>
              <a:ahLst/>
              <a:cxnLst/>
              <a:rect l="l" t="t" r="r" b="b"/>
              <a:pathLst>
                <a:path w="5036" h="20245" extrusionOk="0">
                  <a:moveTo>
                    <a:pt x="72" y="0"/>
                  </a:moveTo>
                  <a:cubicBezTo>
                    <a:pt x="36" y="0"/>
                    <a:pt x="0" y="42"/>
                    <a:pt x="24" y="90"/>
                  </a:cubicBezTo>
                  <a:cubicBezTo>
                    <a:pt x="1422" y="3225"/>
                    <a:pt x="2483" y="6500"/>
                    <a:pt x="3136" y="9879"/>
                  </a:cubicBezTo>
                  <a:cubicBezTo>
                    <a:pt x="3788" y="13306"/>
                    <a:pt x="3777" y="16639"/>
                    <a:pt x="3893" y="20100"/>
                  </a:cubicBezTo>
                  <a:cubicBezTo>
                    <a:pt x="3899" y="20198"/>
                    <a:pt x="3967" y="20244"/>
                    <a:pt x="4037" y="20244"/>
                  </a:cubicBezTo>
                  <a:cubicBezTo>
                    <a:pt x="4109" y="20244"/>
                    <a:pt x="4184" y="20195"/>
                    <a:pt x="4196" y="20100"/>
                  </a:cubicBezTo>
                  <a:cubicBezTo>
                    <a:pt x="5035" y="13364"/>
                    <a:pt x="3031" y="6034"/>
                    <a:pt x="117" y="32"/>
                  </a:cubicBezTo>
                  <a:cubicBezTo>
                    <a:pt x="106" y="9"/>
                    <a:pt x="89" y="0"/>
                    <a:pt x="7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275" name="Google Shape;3275;p93"/>
            <p:cNvSpPr/>
            <p:nvPr/>
          </p:nvSpPr>
          <p:spPr>
            <a:xfrm>
              <a:off x="5806500" y="3037875"/>
              <a:ext cx="55875" cy="243700"/>
            </a:xfrm>
            <a:custGeom>
              <a:avLst/>
              <a:gdLst/>
              <a:ahLst/>
              <a:cxnLst/>
              <a:rect l="l" t="t" r="r" b="b"/>
              <a:pathLst>
                <a:path w="2235" h="9748" extrusionOk="0">
                  <a:moveTo>
                    <a:pt x="2056" y="1"/>
                  </a:moveTo>
                  <a:cubicBezTo>
                    <a:pt x="1998" y="1"/>
                    <a:pt x="1939" y="30"/>
                    <a:pt x="1912" y="98"/>
                  </a:cubicBezTo>
                  <a:cubicBezTo>
                    <a:pt x="653" y="3151"/>
                    <a:pt x="1" y="6368"/>
                    <a:pt x="175" y="9678"/>
                  </a:cubicBezTo>
                  <a:cubicBezTo>
                    <a:pt x="181" y="9724"/>
                    <a:pt x="219" y="9748"/>
                    <a:pt x="256" y="9748"/>
                  </a:cubicBezTo>
                  <a:cubicBezTo>
                    <a:pt x="292" y="9748"/>
                    <a:pt x="327" y="9724"/>
                    <a:pt x="327" y="9678"/>
                  </a:cubicBezTo>
                  <a:cubicBezTo>
                    <a:pt x="385" y="6368"/>
                    <a:pt x="933" y="3233"/>
                    <a:pt x="2192" y="180"/>
                  </a:cubicBezTo>
                  <a:cubicBezTo>
                    <a:pt x="2234" y="73"/>
                    <a:pt x="2147" y="1"/>
                    <a:pt x="2056" y="1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sp>
        <p:nvSpPr>
          <p:cNvPr id="88" name="Google Shape;3229;p93"/>
          <p:cNvSpPr txBox="1">
            <a:spLocks noGrp="1"/>
          </p:cNvSpPr>
          <p:nvPr>
            <p:ph type="title"/>
          </p:nvPr>
        </p:nvSpPr>
        <p:spPr>
          <a:xfrm>
            <a:off x="1101019" y="1365587"/>
            <a:ext cx="6442278" cy="550447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indent="0">
              <a:lnSpc>
                <a:spcPts val="5470"/>
              </a:lnSpc>
            </a:pPr>
            <a:r>
              <a:rPr lang="en-US" sz="3200" b="1" spc="-131" dirty="0">
                <a:solidFill>
                  <a:schemeClr val="bg2"/>
                </a:solidFill>
                <a:latin typeface="p22-mackinac-pro" pitchFamily="34" charset="0"/>
                <a:ea typeface="p22-mackinac-pro" pitchFamily="34" charset="-122"/>
                <a:cs typeface="p22-mackinac-pro" pitchFamily="34" charset="-120"/>
              </a:rPr>
              <a:t>Conclusion and Reflection</a:t>
            </a:r>
            <a:endParaRPr lang="en-US" sz="3200" dirty="0">
              <a:solidFill>
                <a:schemeClr val="bg2"/>
              </a:solidFill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971600" y="1851670"/>
            <a:ext cx="8530574" cy="19184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indent="0">
              <a:lnSpc>
                <a:spcPts val="2800"/>
              </a:lnSpc>
              <a:buNone/>
            </a:pPr>
            <a:r>
              <a:rPr lang="en-US" sz="2400" dirty="0" smtClean="0">
                <a:solidFill>
                  <a:srgbClr val="272525"/>
                </a:solidFill>
                <a:latin typeface="Eudoxus Sans" pitchFamily="34" charset="0"/>
                <a:ea typeface="Eudoxus Sans" pitchFamily="34" charset="-122"/>
                <a:cs typeface="Eudoxus Sans" pitchFamily="34" charset="-120"/>
              </a:rPr>
              <a:t>Shows </a:t>
            </a:r>
            <a:r>
              <a:rPr lang="en-US" sz="2400" dirty="0">
                <a:solidFill>
                  <a:srgbClr val="272525"/>
                </a:solidFill>
                <a:latin typeface="Eudoxus Sans" pitchFamily="34" charset="0"/>
                <a:ea typeface="Eudoxus Sans" pitchFamily="34" charset="-122"/>
                <a:cs typeface="Eudoxus Sans" pitchFamily="34" charset="-120"/>
              </a:rPr>
              <a:t>the relation between the dependent and </a:t>
            </a:r>
            <a:endParaRPr lang="en-US" sz="2400" dirty="0" smtClean="0">
              <a:solidFill>
                <a:srgbClr val="272525"/>
              </a:solidFill>
              <a:latin typeface="Eudoxus Sans" pitchFamily="34" charset="0"/>
              <a:ea typeface="Eudoxus Sans" pitchFamily="34" charset="-122"/>
              <a:cs typeface="Eudoxus Sans" pitchFamily="34" charset="-120"/>
            </a:endParaRPr>
          </a:p>
          <a:p>
            <a:pPr marL="0" indent="0">
              <a:lnSpc>
                <a:spcPts val="2800"/>
              </a:lnSpc>
              <a:buNone/>
            </a:pPr>
            <a:r>
              <a:rPr lang="en-US" sz="2400" dirty="0" smtClean="0">
                <a:solidFill>
                  <a:srgbClr val="272525"/>
                </a:solidFill>
                <a:latin typeface="Eudoxus Sans" pitchFamily="34" charset="0"/>
                <a:ea typeface="Eudoxus Sans" pitchFamily="34" charset="-122"/>
                <a:cs typeface="Eudoxus Sans" pitchFamily="34" charset="-120"/>
              </a:rPr>
              <a:t>independent </a:t>
            </a:r>
            <a:r>
              <a:rPr lang="en-US" sz="2400" dirty="0">
                <a:solidFill>
                  <a:srgbClr val="272525"/>
                </a:solidFill>
                <a:latin typeface="Eudoxus Sans" pitchFamily="34" charset="0"/>
                <a:ea typeface="Eudoxus Sans" pitchFamily="34" charset="-122"/>
                <a:cs typeface="Eudoxus Sans" pitchFamily="34" charset="-120"/>
              </a:rPr>
              <a:t>variables</a:t>
            </a:r>
            <a:endParaRPr lang="en-US" sz="2400" dirty="0"/>
          </a:p>
          <a:p>
            <a:r>
              <a:rPr lang="en-US" sz="2400" b="1" u="sng" spc="-79" dirty="0" smtClean="0">
                <a:solidFill>
                  <a:schemeClr val="tx1"/>
                </a:solidFill>
                <a:latin typeface="p22-mackinac-pro" pitchFamily="34" charset="0"/>
                <a:ea typeface="p22-mackinac-pro" pitchFamily="34" charset="-122"/>
                <a:cs typeface="Eudoxus Sans" pitchFamily="34" charset="-120"/>
              </a:rPr>
              <a:t>Example:</a:t>
            </a:r>
            <a:endParaRPr lang="en-US" sz="2400" b="1" u="sng" spc="-79" dirty="0" smtClean="0">
              <a:solidFill>
                <a:schemeClr val="tx1"/>
              </a:solidFill>
              <a:latin typeface="p22-mackinac-pro" pitchFamily="34" charset="0"/>
              <a:ea typeface="p22-mackinac-pro" pitchFamily="34" charset="-122"/>
              <a:cs typeface="Eudoxus Sans" pitchFamily="34" charset="-120"/>
            </a:endParaRPr>
          </a:p>
          <a:p>
            <a:r>
              <a:rPr lang="en-US" sz="2400" dirty="0">
                <a:solidFill>
                  <a:srgbClr val="272525"/>
                </a:solidFill>
                <a:latin typeface="Eudoxus Sans" pitchFamily="34" charset="0"/>
                <a:ea typeface="Eudoxus Sans" pitchFamily="34" charset="-122"/>
                <a:cs typeface="Eudoxus Sans" pitchFamily="34" charset="-120"/>
              </a:rPr>
              <a:t>The greater the --------------, the more the ------------------------.</a:t>
            </a:r>
            <a:endParaRPr lang="en-US" sz="2400" dirty="0"/>
          </a:p>
          <a:p>
            <a:endParaRPr lang="en-US" sz="2400" b="1" u="sng" spc="-79" dirty="0" smtClean="0">
              <a:solidFill>
                <a:schemeClr val="tx1"/>
              </a:solidFill>
              <a:latin typeface="p22-mackinac-pro" pitchFamily="34" charset="0"/>
              <a:ea typeface="p22-mackinac-pro" pitchFamily="34" charset="-122"/>
              <a:cs typeface="Eudoxus Sans" pitchFamily="34" charset="-120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8" name="Google Shape;3228;p93"/>
          <p:cNvSpPr/>
          <p:nvPr/>
        </p:nvSpPr>
        <p:spPr>
          <a:xfrm>
            <a:off x="5825118" y="2089603"/>
            <a:ext cx="1074821" cy="1316272"/>
          </a:xfrm>
          <a:custGeom>
            <a:avLst/>
            <a:gdLst/>
            <a:ahLst/>
            <a:cxnLst/>
            <a:rect l="l" t="t" r="r" b="b"/>
            <a:pathLst>
              <a:path w="33818" h="41415" extrusionOk="0">
                <a:moveTo>
                  <a:pt x="25840" y="1"/>
                </a:moveTo>
                <a:lnTo>
                  <a:pt x="25840" y="1"/>
                </a:lnTo>
                <a:cubicBezTo>
                  <a:pt x="23244" y="4454"/>
                  <a:pt x="20958" y="8812"/>
                  <a:pt x="18362" y="13218"/>
                </a:cubicBezTo>
                <a:cubicBezTo>
                  <a:pt x="17171" y="10170"/>
                  <a:pt x="16099" y="7336"/>
                  <a:pt x="14980" y="4454"/>
                </a:cubicBezTo>
                <a:cubicBezTo>
                  <a:pt x="14623" y="4740"/>
                  <a:pt x="14671" y="5026"/>
                  <a:pt x="14623" y="5264"/>
                </a:cubicBezTo>
                <a:cubicBezTo>
                  <a:pt x="14051" y="8169"/>
                  <a:pt x="13504" y="11075"/>
                  <a:pt x="12932" y="13980"/>
                </a:cubicBezTo>
                <a:cubicBezTo>
                  <a:pt x="12815" y="14537"/>
                  <a:pt x="12770" y="14761"/>
                  <a:pt x="12541" y="14761"/>
                </a:cubicBezTo>
                <a:cubicBezTo>
                  <a:pt x="12398" y="14761"/>
                  <a:pt x="12184" y="14674"/>
                  <a:pt x="11837" y="14528"/>
                </a:cubicBezTo>
                <a:cubicBezTo>
                  <a:pt x="9503" y="13575"/>
                  <a:pt x="7145" y="12622"/>
                  <a:pt x="4788" y="11646"/>
                </a:cubicBezTo>
                <a:cubicBezTo>
                  <a:pt x="4508" y="11546"/>
                  <a:pt x="4244" y="11362"/>
                  <a:pt x="3928" y="11362"/>
                </a:cubicBezTo>
                <a:cubicBezTo>
                  <a:pt x="3867" y="11362"/>
                  <a:pt x="3805" y="11369"/>
                  <a:pt x="3740" y="11384"/>
                </a:cubicBezTo>
                <a:cubicBezTo>
                  <a:pt x="3763" y="11646"/>
                  <a:pt x="3930" y="11789"/>
                  <a:pt x="4073" y="11979"/>
                </a:cubicBezTo>
                <a:cubicBezTo>
                  <a:pt x="5740" y="14075"/>
                  <a:pt x="7407" y="16195"/>
                  <a:pt x="9074" y="18314"/>
                </a:cubicBezTo>
                <a:cubicBezTo>
                  <a:pt x="9717" y="19148"/>
                  <a:pt x="9717" y="19148"/>
                  <a:pt x="8931" y="19791"/>
                </a:cubicBezTo>
                <a:cubicBezTo>
                  <a:pt x="6240" y="22005"/>
                  <a:pt x="3525" y="24196"/>
                  <a:pt x="858" y="26411"/>
                </a:cubicBezTo>
                <a:cubicBezTo>
                  <a:pt x="549" y="26673"/>
                  <a:pt x="144" y="26840"/>
                  <a:pt x="1" y="27292"/>
                </a:cubicBezTo>
                <a:cubicBezTo>
                  <a:pt x="73" y="27314"/>
                  <a:pt x="143" y="27322"/>
                  <a:pt x="212" y="27322"/>
                </a:cubicBezTo>
                <a:cubicBezTo>
                  <a:pt x="369" y="27322"/>
                  <a:pt x="518" y="27278"/>
                  <a:pt x="668" y="27244"/>
                </a:cubicBezTo>
                <a:cubicBezTo>
                  <a:pt x="3930" y="26482"/>
                  <a:pt x="7169" y="25697"/>
                  <a:pt x="10408" y="24958"/>
                </a:cubicBezTo>
                <a:cubicBezTo>
                  <a:pt x="10651" y="24904"/>
                  <a:pt x="10830" y="24871"/>
                  <a:pt x="10960" y="24871"/>
                </a:cubicBezTo>
                <a:cubicBezTo>
                  <a:pt x="11286" y="24871"/>
                  <a:pt x="11289" y="25082"/>
                  <a:pt x="11170" y="25697"/>
                </a:cubicBezTo>
                <a:cubicBezTo>
                  <a:pt x="10479" y="29483"/>
                  <a:pt x="9789" y="33270"/>
                  <a:pt x="9098" y="37080"/>
                </a:cubicBezTo>
                <a:cubicBezTo>
                  <a:pt x="8836" y="38509"/>
                  <a:pt x="8598" y="39938"/>
                  <a:pt x="8336" y="41366"/>
                </a:cubicBezTo>
                <a:cubicBezTo>
                  <a:pt x="8431" y="41390"/>
                  <a:pt x="8503" y="41414"/>
                  <a:pt x="8574" y="41414"/>
                </a:cubicBezTo>
                <a:cubicBezTo>
                  <a:pt x="11289" y="37437"/>
                  <a:pt x="13980" y="33460"/>
                  <a:pt x="16790" y="29340"/>
                </a:cubicBezTo>
                <a:cubicBezTo>
                  <a:pt x="18671" y="33365"/>
                  <a:pt x="20457" y="37199"/>
                  <a:pt x="22267" y="41057"/>
                </a:cubicBezTo>
                <a:lnTo>
                  <a:pt x="22482" y="40985"/>
                </a:lnTo>
                <a:cubicBezTo>
                  <a:pt x="22482" y="36627"/>
                  <a:pt x="22339" y="32246"/>
                  <a:pt x="22053" y="27792"/>
                </a:cubicBezTo>
                <a:lnTo>
                  <a:pt x="22053" y="27792"/>
                </a:lnTo>
                <a:cubicBezTo>
                  <a:pt x="26078" y="28911"/>
                  <a:pt x="29936" y="30007"/>
                  <a:pt x="33817" y="31079"/>
                </a:cubicBezTo>
                <a:cubicBezTo>
                  <a:pt x="33698" y="30674"/>
                  <a:pt x="33484" y="30412"/>
                  <a:pt x="33270" y="30174"/>
                </a:cubicBezTo>
                <a:cubicBezTo>
                  <a:pt x="30698" y="27411"/>
                  <a:pt x="28102" y="24649"/>
                  <a:pt x="25530" y="21886"/>
                </a:cubicBezTo>
                <a:cubicBezTo>
                  <a:pt x="24839" y="21148"/>
                  <a:pt x="24720" y="21196"/>
                  <a:pt x="25554" y="20410"/>
                </a:cubicBezTo>
                <a:cubicBezTo>
                  <a:pt x="28126" y="18076"/>
                  <a:pt x="30674" y="15695"/>
                  <a:pt x="33246" y="13337"/>
                </a:cubicBezTo>
                <a:cubicBezTo>
                  <a:pt x="33389" y="13194"/>
                  <a:pt x="33651" y="13123"/>
                  <a:pt x="33460" y="12765"/>
                </a:cubicBezTo>
                <a:lnTo>
                  <a:pt x="33460" y="12765"/>
                </a:lnTo>
                <a:cubicBezTo>
                  <a:pt x="31936" y="13099"/>
                  <a:pt x="30412" y="13432"/>
                  <a:pt x="28888" y="13766"/>
                </a:cubicBezTo>
                <a:cubicBezTo>
                  <a:pt x="27126" y="14147"/>
                  <a:pt x="25363" y="14551"/>
                  <a:pt x="23625" y="14932"/>
                </a:cubicBezTo>
                <a:cubicBezTo>
                  <a:pt x="23444" y="14971"/>
                  <a:pt x="23306" y="14994"/>
                  <a:pt x="23204" y="14994"/>
                </a:cubicBezTo>
                <a:cubicBezTo>
                  <a:pt x="22931" y="14994"/>
                  <a:pt x="22912" y="14829"/>
                  <a:pt x="22982" y="14361"/>
                </a:cubicBezTo>
                <a:cubicBezTo>
                  <a:pt x="23006" y="14266"/>
                  <a:pt x="23029" y="14194"/>
                  <a:pt x="23029" y="14123"/>
                </a:cubicBezTo>
                <a:cubicBezTo>
                  <a:pt x="23815" y="10432"/>
                  <a:pt x="24601" y="6740"/>
                  <a:pt x="25363" y="3049"/>
                </a:cubicBezTo>
                <a:cubicBezTo>
                  <a:pt x="25530" y="2120"/>
                  <a:pt x="25863" y="1215"/>
                  <a:pt x="25840" y="1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3229" name="Google Shape;3229;p93"/>
          <p:cNvSpPr txBox="1">
            <a:spLocks noGrp="1"/>
          </p:cNvSpPr>
          <p:nvPr>
            <p:ph type="title"/>
          </p:nvPr>
        </p:nvSpPr>
        <p:spPr>
          <a:xfrm>
            <a:off x="825689" y="-20538"/>
            <a:ext cx="6442278" cy="969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4800" dirty="0" smtClean="0"/>
              <a:t>Scientific Method</a:t>
            </a:r>
            <a:endParaRPr sz="4800" dirty="0"/>
          </a:p>
        </p:txBody>
      </p:sp>
      <p:grpSp>
        <p:nvGrpSpPr>
          <p:cNvPr id="3232" name="Google Shape;3232;p93"/>
          <p:cNvGrpSpPr/>
          <p:nvPr/>
        </p:nvGrpSpPr>
        <p:grpSpPr>
          <a:xfrm>
            <a:off x="6681144" y="3616841"/>
            <a:ext cx="1495621" cy="1291831"/>
            <a:chOff x="5614619" y="2740966"/>
            <a:chExt cx="1495621" cy="1291831"/>
          </a:xfrm>
        </p:grpSpPr>
        <p:sp>
          <p:nvSpPr>
            <p:cNvPr id="3233" name="Google Shape;3233;p93"/>
            <p:cNvSpPr/>
            <p:nvPr/>
          </p:nvSpPr>
          <p:spPr>
            <a:xfrm>
              <a:off x="5614619" y="3232736"/>
              <a:ext cx="233570" cy="259568"/>
            </a:xfrm>
            <a:custGeom>
              <a:avLst/>
              <a:gdLst/>
              <a:ahLst/>
              <a:cxnLst/>
              <a:rect l="l" t="t" r="r" b="b"/>
              <a:pathLst>
                <a:path w="7349" h="8167" extrusionOk="0">
                  <a:moveTo>
                    <a:pt x="2648" y="0"/>
                  </a:moveTo>
                  <a:cubicBezTo>
                    <a:pt x="2113" y="0"/>
                    <a:pt x="1614" y="173"/>
                    <a:pt x="1262" y="512"/>
                  </a:cubicBezTo>
                  <a:cubicBezTo>
                    <a:pt x="453" y="1275"/>
                    <a:pt x="0" y="2275"/>
                    <a:pt x="96" y="3394"/>
                  </a:cubicBezTo>
                  <a:cubicBezTo>
                    <a:pt x="286" y="5466"/>
                    <a:pt x="1644" y="7442"/>
                    <a:pt x="3882" y="8038"/>
                  </a:cubicBezTo>
                  <a:cubicBezTo>
                    <a:pt x="4194" y="8124"/>
                    <a:pt x="4508" y="8167"/>
                    <a:pt x="4812" y="8167"/>
                  </a:cubicBezTo>
                  <a:cubicBezTo>
                    <a:pt x="6181" y="8167"/>
                    <a:pt x="7348" y="7306"/>
                    <a:pt x="7192" y="5728"/>
                  </a:cubicBezTo>
                  <a:cubicBezTo>
                    <a:pt x="7002" y="3513"/>
                    <a:pt x="6002" y="1751"/>
                    <a:pt x="4192" y="489"/>
                  </a:cubicBezTo>
                  <a:cubicBezTo>
                    <a:pt x="3712" y="161"/>
                    <a:pt x="3164" y="0"/>
                    <a:pt x="2648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234" name="Google Shape;3234;p93"/>
            <p:cNvSpPr/>
            <p:nvPr/>
          </p:nvSpPr>
          <p:spPr>
            <a:xfrm>
              <a:off x="5985489" y="3413038"/>
              <a:ext cx="243740" cy="219522"/>
            </a:xfrm>
            <a:custGeom>
              <a:avLst/>
              <a:gdLst/>
              <a:ahLst/>
              <a:cxnLst/>
              <a:rect l="l" t="t" r="r" b="b"/>
              <a:pathLst>
                <a:path w="7669" h="6907" extrusionOk="0">
                  <a:moveTo>
                    <a:pt x="2579" y="0"/>
                  </a:moveTo>
                  <a:cubicBezTo>
                    <a:pt x="1203" y="0"/>
                    <a:pt x="0" y="1093"/>
                    <a:pt x="0" y="2436"/>
                  </a:cubicBezTo>
                  <a:cubicBezTo>
                    <a:pt x="0" y="3151"/>
                    <a:pt x="215" y="3960"/>
                    <a:pt x="643" y="4675"/>
                  </a:cubicBezTo>
                  <a:cubicBezTo>
                    <a:pt x="1361" y="5791"/>
                    <a:pt x="2761" y="6906"/>
                    <a:pt x="4274" y="6906"/>
                  </a:cubicBezTo>
                  <a:cubicBezTo>
                    <a:pt x="4569" y="6906"/>
                    <a:pt x="4869" y="6864"/>
                    <a:pt x="5168" y="6770"/>
                  </a:cubicBezTo>
                  <a:cubicBezTo>
                    <a:pt x="6859" y="6247"/>
                    <a:pt x="7669" y="4794"/>
                    <a:pt x="6930" y="3198"/>
                  </a:cubicBezTo>
                  <a:cubicBezTo>
                    <a:pt x="6168" y="1627"/>
                    <a:pt x="4954" y="483"/>
                    <a:pt x="3215" y="79"/>
                  </a:cubicBezTo>
                  <a:cubicBezTo>
                    <a:pt x="3002" y="25"/>
                    <a:pt x="2789" y="0"/>
                    <a:pt x="2579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235" name="Google Shape;3235;p93"/>
            <p:cNvSpPr/>
            <p:nvPr/>
          </p:nvSpPr>
          <p:spPr>
            <a:xfrm>
              <a:off x="5884071" y="2740966"/>
              <a:ext cx="218759" cy="222064"/>
            </a:xfrm>
            <a:custGeom>
              <a:avLst/>
              <a:gdLst/>
              <a:ahLst/>
              <a:cxnLst/>
              <a:rect l="l" t="t" r="r" b="b"/>
              <a:pathLst>
                <a:path w="6883" h="6987" extrusionOk="0">
                  <a:moveTo>
                    <a:pt x="3502" y="0"/>
                  </a:moveTo>
                  <a:cubicBezTo>
                    <a:pt x="2862" y="0"/>
                    <a:pt x="2233" y="161"/>
                    <a:pt x="1643" y="482"/>
                  </a:cubicBezTo>
                  <a:cubicBezTo>
                    <a:pt x="643" y="1030"/>
                    <a:pt x="0" y="2364"/>
                    <a:pt x="381" y="3340"/>
                  </a:cubicBezTo>
                  <a:cubicBezTo>
                    <a:pt x="1000" y="4983"/>
                    <a:pt x="2120" y="6174"/>
                    <a:pt x="3811" y="6793"/>
                  </a:cubicBezTo>
                  <a:cubicBezTo>
                    <a:pt x="4163" y="6925"/>
                    <a:pt x="4487" y="6986"/>
                    <a:pt x="4780" y="6986"/>
                  </a:cubicBezTo>
                  <a:cubicBezTo>
                    <a:pt x="5817" y="6986"/>
                    <a:pt x="6485" y="6218"/>
                    <a:pt x="6764" y="5031"/>
                  </a:cubicBezTo>
                  <a:cubicBezTo>
                    <a:pt x="6811" y="4769"/>
                    <a:pt x="6764" y="4507"/>
                    <a:pt x="6764" y="4269"/>
                  </a:cubicBezTo>
                  <a:cubicBezTo>
                    <a:pt x="6883" y="3435"/>
                    <a:pt x="6645" y="2673"/>
                    <a:pt x="6311" y="1959"/>
                  </a:cubicBezTo>
                  <a:cubicBezTo>
                    <a:pt x="5882" y="1006"/>
                    <a:pt x="5239" y="220"/>
                    <a:pt x="4144" y="54"/>
                  </a:cubicBezTo>
                  <a:cubicBezTo>
                    <a:pt x="3930" y="18"/>
                    <a:pt x="3715" y="0"/>
                    <a:pt x="3502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236" name="Google Shape;3236;p93"/>
            <p:cNvSpPr/>
            <p:nvPr/>
          </p:nvSpPr>
          <p:spPr>
            <a:xfrm>
              <a:off x="6513046" y="3075190"/>
              <a:ext cx="249779" cy="202200"/>
            </a:xfrm>
            <a:custGeom>
              <a:avLst/>
              <a:gdLst/>
              <a:ahLst/>
              <a:cxnLst/>
              <a:rect l="l" t="t" r="r" b="b"/>
              <a:pathLst>
                <a:path w="7859" h="6362" extrusionOk="0">
                  <a:moveTo>
                    <a:pt x="2811" y="0"/>
                  </a:moveTo>
                  <a:cubicBezTo>
                    <a:pt x="2016" y="0"/>
                    <a:pt x="1274" y="376"/>
                    <a:pt x="715" y="1064"/>
                  </a:cubicBezTo>
                  <a:cubicBezTo>
                    <a:pt x="0" y="1945"/>
                    <a:pt x="0" y="3064"/>
                    <a:pt x="810" y="4160"/>
                  </a:cubicBezTo>
                  <a:cubicBezTo>
                    <a:pt x="1874" y="5571"/>
                    <a:pt x="3275" y="6353"/>
                    <a:pt x="5057" y="6353"/>
                  </a:cubicBezTo>
                  <a:cubicBezTo>
                    <a:pt x="5109" y="6353"/>
                    <a:pt x="5162" y="6352"/>
                    <a:pt x="5215" y="6351"/>
                  </a:cubicBezTo>
                  <a:cubicBezTo>
                    <a:pt x="5358" y="6351"/>
                    <a:pt x="5512" y="6361"/>
                    <a:pt x="5662" y="6361"/>
                  </a:cubicBezTo>
                  <a:cubicBezTo>
                    <a:pt x="5737" y="6361"/>
                    <a:pt x="5811" y="6359"/>
                    <a:pt x="5882" y="6351"/>
                  </a:cubicBezTo>
                  <a:cubicBezTo>
                    <a:pt x="7240" y="6255"/>
                    <a:pt x="7859" y="5303"/>
                    <a:pt x="7454" y="4041"/>
                  </a:cubicBezTo>
                  <a:cubicBezTo>
                    <a:pt x="6883" y="2278"/>
                    <a:pt x="5668" y="1040"/>
                    <a:pt x="4001" y="278"/>
                  </a:cubicBezTo>
                  <a:cubicBezTo>
                    <a:pt x="3602" y="90"/>
                    <a:pt x="3200" y="0"/>
                    <a:pt x="2811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237" name="Google Shape;3237;p93"/>
            <p:cNvSpPr/>
            <p:nvPr/>
          </p:nvSpPr>
          <p:spPr>
            <a:xfrm>
              <a:off x="6376795" y="3405887"/>
              <a:ext cx="229470" cy="191839"/>
            </a:xfrm>
            <a:custGeom>
              <a:avLst/>
              <a:gdLst/>
              <a:ahLst/>
              <a:cxnLst/>
              <a:rect l="l" t="t" r="r" b="b"/>
              <a:pathLst>
                <a:path w="7220" h="6036" extrusionOk="0">
                  <a:moveTo>
                    <a:pt x="2204" y="1"/>
                  </a:moveTo>
                  <a:cubicBezTo>
                    <a:pt x="1854" y="1"/>
                    <a:pt x="1482" y="140"/>
                    <a:pt x="1144" y="280"/>
                  </a:cubicBezTo>
                  <a:cubicBezTo>
                    <a:pt x="477" y="566"/>
                    <a:pt x="1" y="1399"/>
                    <a:pt x="96" y="2114"/>
                  </a:cubicBezTo>
                  <a:cubicBezTo>
                    <a:pt x="429" y="4424"/>
                    <a:pt x="1858" y="5829"/>
                    <a:pt x="4049" y="6019"/>
                  </a:cubicBezTo>
                  <a:cubicBezTo>
                    <a:pt x="4166" y="6030"/>
                    <a:pt x="4282" y="6036"/>
                    <a:pt x="4395" y="6036"/>
                  </a:cubicBezTo>
                  <a:cubicBezTo>
                    <a:pt x="5995" y="6036"/>
                    <a:pt x="7220" y="4946"/>
                    <a:pt x="6597" y="2923"/>
                  </a:cubicBezTo>
                  <a:cubicBezTo>
                    <a:pt x="6168" y="1518"/>
                    <a:pt x="4478" y="42"/>
                    <a:pt x="2406" y="18"/>
                  </a:cubicBezTo>
                  <a:cubicBezTo>
                    <a:pt x="2340" y="6"/>
                    <a:pt x="2272" y="1"/>
                    <a:pt x="2204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238" name="Google Shape;3238;p93"/>
            <p:cNvSpPr/>
            <p:nvPr/>
          </p:nvSpPr>
          <p:spPr>
            <a:xfrm>
              <a:off x="6099715" y="3104208"/>
              <a:ext cx="178713" cy="173119"/>
            </a:xfrm>
            <a:custGeom>
              <a:avLst/>
              <a:gdLst/>
              <a:ahLst/>
              <a:cxnLst/>
              <a:rect l="l" t="t" r="r" b="b"/>
              <a:pathLst>
                <a:path w="5623" h="5447" extrusionOk="0">
                  <a:moveTo>
                    <a:pt x="2987" y="1"/>
                  </a:moveTo>
                  <a:cubicBezTo>
                    <a:pt x="2618" y="1"/>
                    <a:pt x="2239" y="92"/>
                    <a:pt x="1860" y="246"/>
                  </a:cubicBezTo>
                  <a:cubicBezTo>
                    <a:pt x="955" y="651"/>
                    <a:pt x="336" y="1246"/>
                    <a:pt x="193" y="2318"/>
                  </a:cubicBezTo>
                  <a:cubicBezTo>
                    <a:pt x="0" y="3988"/>
                    <a:pt x="1926" y="5447"/>
                    <a:pt x="3441" y="5447"/>
                  </a:cubicBezTo>
                  <a:cubicBezTo>
                    <a:pt x="3611" y="5447"/>
                    <a:pt x="3776" y="5428"/>
                    <a:pt x="3932" y="5390"/>
                  </a:cubicBezTo>
                  <a:cubicBezTo>
                    <a:pt x="5051" y="5080"/>
                    <a:pt x="5623" y="4390"/>
                    <a:pt x="5623" y="3342"/>
                  </a:cubicBezTo>
                  <a:cubicBezTo>
                    <a:pt x="5623" y="2127"/>
                    <a:pt x="5170" y="1246"/>
                    <a:pt x="4384" y="556"/>
                  </a:cubicBezTo>
                  <a:cubicBezTo>
                    <a:pt x="3950" y="162"/>
                    <a:pt x="3477" y="1"/>
                    <a:pt x="2987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239" name="Google Shape;3239;p93"/>
            <p:cNvSpPr/>
            <p:nvPr/>
          </p:nvSpPr>
          <p:spPr>
            <a:xfrm>
              <a:off x="5900121" y="3798306"/>
              <a:ext cx="164125" cy="145564"/>
            </a:xfrm>
            <a:custGeom>
              <a:avLst/>
              <a:gdLst/>
              <a:ahLst/>
              <a:cxnLst/>
              <a:rect l="l" t="t" r="r" b="b"/>
              <a:pathLst>
                <a:path w="5164" h="4580" extrusionOk="0">
                  <a:moveTo>
                    <a:pt x="2026" y="0"/>
                  </a:moveTo>
                  <a:cubicBezTo>
                    <a:pt x="859" y="0"/>
                    <a:pt x="0" y="1133"/>
                    <a:pt x="424" y="2341"/>
                  </a:cubicBezTo>
                  <a:cubicBezTo>
                    <a:pt x="877" y="3626"/>
                    <a:pt x="1758" y="4460"/>
                    <a:pt x="3187" y="4579"/>
                  </a:cubicBezTo>
                  <a:cubicBezTo>
                    <a:pt x="4020" y="4484"/>
                    <a:pt x="4639" y="4079"/>
                    <a:pt x="5163" y="3460"/>
                  </a:cubicBezTo>
                  <a:cubicBezTo>
                    <a:pt x="5139" y="3222"/>
                    <a:pt x="5163" y="3007"/>
                    <a:pt x="5115" y="2793"/>
                  </a:cubicBezTo>
                  <a:cubicBezTo>
                    <a:pt x="4806" y="1340"/>
                    <a:pt x="3901" y="412"/>
                    <a:pt x="2472" y="54"/>
                  </a:cubicBezTo>
                  <a:cubicBezTo>
                    <a:pt x="2320" y="18"/>
                    <a:pt x="2171" y="0"/>
                    <a:pt x="2026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240" name="Google Shape;3240;p93"/>
            <p:cNvSpPr/>
            <p:nvPr/>
          </p:nvSpPr>
          <p:spPr>
            <a:xfrm>
              <a:off x="6873301" y="3460045"/>
              <a:ext cx="236939" cy="186690"/>
            </a:xfrm>
            <a:custGeom>
              <a:avLst/>
              <a:gdLst/>
              <a:ahLst/>
              <a:cxnLst/>
              <a:rect l="l" t="t" r="r" b="b"/>
              <a:pathLst>
                <a:path w="7455" h="5874" extrusionOk="0">
                  <a:moveTo>
                    <a:pt x="3176" y="1"/>
                  </a:moveTo>
                  <a:cubicBezTo>
                    <a:pt x="2331" y="1"/>
                    <a:pt x="1547" y="476"/>
                    <a:pt x="882" y="1434"/>
                  </a:cubicBezTo>
                  <a:cubicBezTo>
                    <a:pt x="1" y="2648"/>
                    <a:pt x="239" y="3982"/>
                    <a:pt x="1501" y="4815"/>
                  </a:cubicBezTo>
                  <a:cubicBezTo>
                    <a:pt x="2644" y="5577"/>
                    <a:pt x="3954" y="5815"/>
                    <a:pt x="5311" y="5863"/>
                  </a:cubicBezTo>
                  <a:cubicBezTo>
                    <a:pt x="5438" y="5863"/>
                    <a:pt x="5565" y="5874"/>
                    <a:pt x="5685" y="5874"/>
                  </a:cubicBezTo>
                  <a:cubicBezTo>
                    <a:pt x="5745" y="5874"/>
                    <a:pt x="5804" y="5871"/>
                    <a:pt x="5859" y="5863"/>
                  </a:cubicBezTo>
                  <a:cubicBezTo>
                    <a:pt x="7026" y="5768"/>
                    <a:pt x="7455" y="5268"/>
                    <a:pt x="7336" y="4101"/>
                  </a:cubicBezTo>
                  <a:cubicBezTo>
                    <a:pt x="7288" y="3863"/>
                    <a:pt x="7217" y="3601"/>
                    <a:pt x="7121" y="3363"/>
                  </a:cubicBezTo>
                  <a:cubicBezTo>
                    <a:pt x="6764" y="2338"/>
                    <a:pt x="6074" y="1576"/>
                    <a:pt x="5264" y="886"/>
                  </a:cubicBezTo>
                  <a:cubicBezTo>
                    <a:pt x="4549" y="297"/>
                    <a:pt x="3844" y="1"/>
                    <a:pt x="3176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241" name="Google Shape;3241;p93"/>
            <p:cNvSpPr/>
            <p:nvPr/>
          </p:nvSpPr>
          <p:spPr>
            <a:xfrm>
              <a:off x="6360141" y="3860981"/>
              <a:ext cx="180938" cy="171816"/>
            </a:xfrm>
            <a:custGeom>
              <a:avLst/>
              <a:gdLst/>
              <a:ahLst/>
              <a:cxnLst/>
              <a:rect l="l" t="t" r="r" b="b"/>
              <a:pathLst>
                <a:path w="5693" h="5406" extrusionOk="0">
                  <a:moveTo>
                    <a:pt x="2939" y="1"/>
                  </a:moveTo>
                  <a:cubicBezTo>
                    <a:pt x="2400" y="1"/>
                    <a:pt x="1842" y="186"/>
                    <a:pt x="1310" y="559"/>
                  </a:cubicBezTo>
                  <a:cubicBezTo>
                    <a:pt x="310" y="1250"/>
                    <a:pt x="1" y="2393"/>
                    <a:pt x="477" y="3512"/>
                  </a:cubicBezTo>
                  <a:cubicBezTo>
                    <a:pt x="943" y="4665"/>
                    <a:pt x="2131" y="5406"/>
                    <a:pt x="3447" y="5406"/>
                  </a:cubicBezTo>
                  <a:cubicBezTo>
                    <a:pt x="3544" y="5406"/>
                    <a:pt x="3641" y="5402"/>
                    <a:pt x="3739" y="5393"/>
                  </a:cubicBezTo>
                  <a:cubicBezTo>
                    <a:pt x="5049" y="5298"/>
                    <a:pt x="5692" y="4607"/>
                    <a:pt x="5692" y="3298"/>
                  </a:cubicBezTo>
                  <a:cubicBezTo>
                    <a:pt x="5692" y="2321"/>
                    <a:pt x="5287" y="1321"/>
                    <a:pt x="4597" y="678"/>
                  </a:cubicBezTo>
                  <a:cubicBezTo>
                    <a:pt x="4109" y="228"/>
                    <a:pt x="3535" y="1"/>
                    <a:pt x="2939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242" name="Google Shape;3242;p93"/>
            <p:cNvSpPr/>
            <p:nvPr/>
          </p:nvSpPr>
          <p:spPr>
            <a:xfrm>
              <a:off x="6799121" y="3820808"/>
              <a:ext cx="156720" cy="160819"/>
            </a:xfrm>
            <a:custGeom>
              <a:avLst/>
              <a:gdLst/>
              <a:ahLst/>
              <a:cxnLst/>
              <a:rect l="l" t="t" r="r" b="b"/>
              <a:pathLst>
                <a:path w="4931" h="5060" extrusionOk="0">
                  <a:moveTo>
                    <a:pt x="2551" y="0"/>
                  </a:moveTo>
                  <a:cubicBezTo>
                    <a:pt x="2088" y="0"/>
                    <a:pt x="1601" y="147"/>
                    <a:pt x="1144" y="442"/>
                  </a:cubicBezTo>
                  <a:cubicBezTo>
                    <a:pt x="215" y="1013"/>
                    <a:pt x="1" y="1894"/>
                    <a:pt x="525" y="2966"/>
                  </a:cubicBezTo>
                  <a:cubicBezTo>
                    <a:pt x="954" y="3895"/>
                    <a:pt x="1692" y="4490"/>
                    <a:pt x="2621" y="4895"/>
                  </a:cubicBezTo>
                  <a:cubicBezTo>
                    <a:pt x="2887" y="5005"/>
                    <a:pt x="3137" y="5059"/>
                    <a:pt x="3368" y="5059"/>
                  </a:cubicBezTo>
                  <a:cubicBezTo>
                    <a:pt x="3986" y="5059"/>
                    <a:pt x="4469" y="4677"/>
                    <a:pt x="4764" y="3966"/>
                  </a:cubicBezTo>
                  <a:cubicBezTo>
                    <a:pt x="4883" y="3633"/>
                    <a:pt x="4907" y="3300"/>
                    <a:pt x="4907" y="2966"/>
                  </a:cubicBezTo>
                  <a:cubicBezTo>
                    <a:pt x="4931" y="2156"/>
                    <a:pt x="4597" y="1442"/>
                    <a:pt x="4145" y="799"/>
                  </a:cubicBezTo>
                  <a:cubicBezTo>
                    <a:pt x="3749" y="266"/>
                    <a:pt x="3172" y="0"/>
                    <a:pt x="2551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grpSp>
        <p:nvGrpSpPr>
          <p:cNvPr id="3243" name="Google Shape;3243;p93"/>
          <p:cNvGrpSpPr/>
          <p:nvPr/>
        </p:nvGrpSpPr>
        <p:grpSpPr>
          <a:xfrm>
            <a:off x="7445135" y="40744"/>
            <a:ext cx="1624825" cy="1376466"/>
            <a:chOff x="5806500" y="2591150"/>
            <a:chExt cx="1404950" cy="1190200"/>
          </a:xfrm>
        </p:grpSpPr>
        <p:sp>
          <p:nvSpPr>
            <p:cNvPr id="3244" name="Google Shape;3244;p93"/>
            <p:cNvSpPr/>
            <p:nvPr/>
          </p:nvSpPr>
          <p:spPr>
            <a:xfrm>
              <a:off x="6178275" y="3511600"/>
              <a:ext cx="141600" cy="269750"/>
            </a:xfrm>
            <a:custGeom>
              <a:avLst/>
              <a:gdLst/>
              <a:ahLst/>
              <a:cxnLst/>
              <a:rect l="l" t="t" r="r" b="b"/>
              <a:pathLst>
                <a:path w="5664" h="10790" extrusionOk="0">
                  <a:moveTo>
                    <a:pt x="5358" y="1"/>
                  </a:moveTo>
                  <a:cubicBezTo>
                    <a:pt x="5279" y="1"/>
                    <a:pt x="5199" y="34"/>
                    <a:pt x="5152" y="110"/>
                  </a:cubicBezTo>
                  <a:cubicBezTo>
                    <a:pt x="4184" y="1590"/>
                    <a:pt x="3683" y="3373"/>
                    <a:pt x="3473" y="5110"/>
                  </a:cubicBezTo>
                  <a:cubicBezTo>
                    <a:pt x="3345" y="6077"/>
                    <a:pt x="3334" y="7056"/>
                    <a:pt x="3427" y="8035"/>
                  </a:cubicBezTo>
                  <a:cubicBezTo>
                    <a:pt x="3438" y="8210"/>
                    <a:pt x="3450" y="8396"/>
                    <a:pt x="3462" y="8583"/>
                  </a:cubicBezTo>
                  <a:cubicBezTo>
                    <a:pt x="3020" y="8212"/>
                    <a:pt x="2403" y="7996"/>
                    <a:pt x="1819" y="7996"/>
                  </a:cubicBezTo>
                  <a:cubicBezTo>
                    <a:pt x="1065" y="7996"/>
                    <a:pt x="366" y="8357"/>
                    <a:pt x="175" y="9212"/>
                  </a:cubicBezTo>
                  <a:cubicBezTo>
                    <a:pt x="0" y="10016"/>
                    <a:pt x="630" y="10576"/>
                    <a:pt x="1364" y="10715"/>
                  </a:cubicBezTo>
                  <a:cubicBezTo>
                    <a:pt x="1617" y="10766"/>
                    <a:pt x="1877" y="10790"/>
                    <a:pt x="2138" y="10790"/>
                  </a:cubicBezTo>
                  <a:cubicBezTo>
                    <a:pt x="2971" y="10790"/>
                    <a:pt x="3816" y="10544"/>
                    <a:pt x="4499" y="10109"/>
                  </a:cubicBezTo>
                  <a:cubicBezTo>
                    <a:pt x="4720" y="9970"/>
                    <a:pt x="4662" y="9655"/>
                    <a:pt x="4464" y="9550"/>
                  </a:cubicBezTo>
                  <a:cubicBezTo>
                    <a:pt x="4534" y="8944"/>
                    <a:pt x="4301" y="8268"/>
                    <a:pt x="4254" y="7674"/>
                  </a:cubicBezTo>
                  <a:cubicBezTo>
                    <a:pt x="4196" y="6881"/>
                    <a:pt x="4208" y="6089"/>
                    <a:pt x="4277" y="5296"/>
                  </a:cubicBezTo>
                  <a:cubicBezTo>
                    <a:pt x="4441" y="3537"/>
                    <a:pt x="4988" y="1940"/>
                    <a:pt x="5594" y="308"/>
                  </a:cubicBezTo>
                  <a:cubicBezTo>
                    <a:pt x="5663" y="124"/>
                    <a:pt x="5511" y="1"/>
                    <a:pt x="535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245" name="Google Shape;3245;p93"/>
            <p:cNvSpPr/>
            <p:nvPr/>
          </p:nvSpPr>
          <p:spPr>
            <a:xfrm>
              <a:off x="6579250" y="3508975"/>
              <a:ext cx="150575" cy="266700"/>
            </a:xfrm>
            <a:custGeom>
              <a:avLst/>
              <a:gdLst/>
              <a:ahLst/>
              <a:cxnLst/>
              <a:rect l="l" t="t" r="r" b="b"/>
              <a:pathLst>
                <a:path w="6023" h="10668" extrusionOk="0">
                  <a:moveTo>
                    <a:pt x="319" y="0"/>
                  </a:moveTo>
                  <a:cubicBezTo>
                    <a:pt x="160" y="0"/>
                    <a:pt x="1" y="128"/>
                    <a:pt x="79" y="308"/>
                  </a:cubicBezTo>
                  <a:cubicBezTo>
                    <a:pt x="743" y="1928"/>
                    <a:pt x="1350" y="3502"/>
                    <a:pt x="1571" y="5250"/>
                  </a:cubicBezTo>
                  <a:cubicBezTo>
                    <a:pt x="1664" y="6031"/>
                    <a:pt x="1711" y="6835"/>
                    <a:pt x="1676" y="7627"/>
                  </a:cubicBezTo>
                  <a:cubicBezTo>
                    <a:pt x="1653" y="8222"/>
                    <a:pt x="1443" y="8909"/>
                    <a:pt x="1536" y="9515"/>
                  </a:cubicBezTo>
                  <a:cubicBezTo>
                    <a:pt x="1338" y="9620"/>
                    <a:pt x="1291" y="9935"/>
                    <a:pt x="1524" y="10075"/>
                  </a:cubicBezTo>
                  <a:cubicBezTo>
                    <a:pt x="2182" y="10457"/>
                    <a:pt x="2976" y="10668"/>
                    <a:pt x="3758" y="10668"/>
                  </a:cubicBezTo>
                  <a:cubicBezTo>
                    <a:pt x="4071" y="10668"/>
                    <a:pt x="4383" y="10634"/>
                    <a:pt x="4683" y="10564"/>
                  </a:cubicBezTo>
                  <a:cubicBezTo>
                    <a:pt x="5417" y="10401"/>
                    <a:pt x="6023" y="9818"/>
                    <a:pt x="5813" y="9014"/>
                  </a:cubicBezTo>
                  <a:cubicBezTo>
                    <a:pt x="5598" y="8197"/>
                    <a:pt x="4932" y="7855"/>
                    <a:pt x="4210" y="7855"/>
                  </a:cubicBezTo>
                  <a:cubicBezTo>
                    <a:pt x="3602" y="7855"/>
                    <a:pt x="2956" y="8097"/>
                    <a:pt x="2503" y="8501"/>
                  </a:cubicBezTo>
                  <a:cubicBezTo>
                    <a:pt x="2515" y="8315"/>
                    <a:pt x="2515" y="8140"/>
                    <a:pt x="2527" y="7954"/>
                  </a:cubicBezTo>
                  <a:cubicBezTo>
                    <a:pt x="2585" y="6986"/>
                    <a:pt x="2527" y="6007"/>
                    <a:pt x="2375" y="5040"/>
                  </a:cubicBezTo>
                  <a:cubicBezTo>
                    <a:pt x="2107" y="3304"/>
                    <a:pt x="1536" y="1544"/>
                    <a:pt x="522" y="99"/>
                  </a:cubicBezTo>
                  <a:cubicBezTo>
                    <a:pt x="473" y="30"/>
                    <a:pt x="396" y="0"/>
                    <a:pt x="31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246" name="Google Shape;3246;p93"/>
            <p:cNvSpPr/>
            <p:nvPr/>
          </p:nvSpPr>
          <p:spPr>
            <a:xfrm>
              <a:off x="5834325" y="2628600"/>
              <a:ext cx="180500" cy="280175"/>
            </a:xfrm>
            <a:custGeom>
              <a:avLst/>
              <a:gdLst/>
              <a:ahLst/>
              <a:cxnLst/>
              <a:rect l="l" t="t" r="r" b="b"/>
              <a:pathLst>
                <a:path w="7220" h="11207" extrusionOk="0">
                  <a:moveTo>
                    <a:pt x="3026" y="0"/>
                  </a:moveTo>
                  <a:cubicBezTo>
                    <a:pt x="2810" y="0"/>
                    <a:pt x="2599" y="143"/>
                    <a:pt x="2594" y="433"/>
                  </a:cubicBezTo>
                  <a:lnTo>
                    <a:pt x="2582" y="1179"/>
                  </a:lnTo>
                  <a:cubicBezTo>
                    <a:pt x="2535" y="1074"/>
                    <a:pt x="2489" y="946"/>
                    <a:pt x="2454" y="829"/>
                  </a:cubicBezTo>
                  <a:cubicBezTo>
                    <a:pt x="2393" y="609"/>
                    <a:pt x="2222" y="513"/>
                    <a:pt x="2047" y="513"/>
                  </a:cubicBezTo>
                  <a:cubicBezTo>
                    <a:pt x="1787" y="513"/>
                    <a:pt x="1519" y="727"/>
                    <a:pt x="1603" y="1062"/>
                  </a:cubicBezTo>
                  <a:lnTo>
                    <a:pt x="1848" y="1948"/>
                  </a:lnTo>
                  <a:cubicBezTo>
                    <a:pt x="1521" y="1750"/>
                    <a:pt x="1207" y="1563"/>
                    <a:pt x="880" y="1365"/>
                  </a:cubicBezTo>
                  <a:cubicBezTo>
                    <a:pt x="811" y="1324"/>
                    <a:pt x="738" y="1305"/>
                    <a:pt x="668" y="1305"/>
                  </a:cubicBezTo>
                  <a:cubicBezTo>
                    <a:pt x="307" y="1305"/>
                    <a:pt x="1" y="1793"/>
                    <a:pt x="333" y="2076"/>
                  </a:cubicBezTo>
                  <a:cubicBezTo>
                    <a:pt x="939" y="2577"/>
                    <a:pt x="1603" y="3137"/>
                    <a:pt x="2361" y="3370"/>
                  </a:cubicBezTo>
                  <a:cubicBezTo>
                    <a:pt x="1941" y="6376"/>
                    <a:pt x="3852" y="9558"/>
                    <a:pt x="6311" y="11131"/>
                  </a:cubicBezTo>
                  <a:cubicBezTo>
                    <a:pt x="6394" y="11184"/>
                    <a:pt x="6476" y="11207"/>
                    <a:pt x="6553" y="11207"/>
                  </a:cubicBezTo>
                  <a:cubicBezTo>
                    <a:pt x="6953" y="11207"/>
                    <a:pt x="7219" y="10589"/>
                    <a:pt x="6789" y="10316"/>
                  </a:cubicBezTo>
                  <a:cubicBezTo>
                    <a:pt x="4085" y="8591"/>
                    <a:pt x="3141" y="5829"/>
                    <a:pt x="3071" y="2799"/>
                  </a:cubicBezTo>
                  <a:cubicBezTo>
                    <a:pt x="3246" y="2764"/>
                    <a:pt x="3409" y="2601"/>
                    <a:pt x="3444" y="2414"/>
                  </a:cubicBezTo>
                  <a:cubicBezTo>
                    <a:pt x="3677" y="2204"/>
                    <a:pt x="3922" y="2030"/>
                    <a:pt x="4202" y="1878"/>
                  </a:cubicBezTo>
                  <a:cubicBezTo>
                    <a:pt x="4538" y="1672"/>
                    <a:pt x="4350" y="1205"/>
                    <a:pt x="4004" y="1205"/>
                  </a:cubicBezTo>
                  <a:cubicBezTo>
                    <a:pt x="3978" y="1205"/>
                    <a:pt x="3950" y="1208"/>
                    <a:pt x="3922" y="1214"/>
                  </a:cubicBezTo>
                  <a:cubicBezTo>
                    <a:pt x="3771" y="1249"/>
                    <a:pt x="3631" y="1295"/>
                    <a:pt x="3491" y="1354"/>
                  </a:cubicBezTo>
                  <a:cubicBezTo>
                    <a:pt x="3503" y="1051"/>
                    <a:pt x="3514" y="736"/>
                    <a:pt x="3491" y="433"/>
                  </a:cubicBezTo>
                  <a:cubicBezTo>
                    <a:pt x="3468" y="146"/>
                    <a:pt x="3244" y="0"/>
                    <a:pt x="302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247" name="Google Shape;3247;p93"/>
            <p:cNvSpPr/>
            <p:nvPr/>
          </p:nvSpPr>
          <p:spPr>
            <a:xfrm>
              <a:off x="6901425" y="2591150"/>
              <a:ext cx="171400" cy="266975"/>
            </a:xfrm>
            <a:custGeom>
              <a:avLst/>
              <a:gdLst/>
              <a:ahLst/>
              <a:cxnLst/>
              <a:rect l="l" t="t" r="r" b="b"/>
              <a:pathLst>
                <a:path w="6856" h="10679" extrusionOk="0">
                  <a:moveTo>
                    <a:pt x="5541" y="0"/>
                  </a:moveTo>
                  <a:cubicBezTo>
                    <a:pt x="5372" y="0"/>
                    <a:pt x="5205" y="91"/>
                    <a:pt x="5140" y="299"/>
                  </a:cubicBezTo>
                  <a:cubicBezTo>
                    <a:pt x="5023" y="649"/>
                    <a:pt x="4872" y="964"/>
                    <a:pt x="4709" y="1290"/>
                  </a:cubicBezTo>
                  <a:cubicBezTo>
                    <a:pt x="4639" y="1022"/>
                    <a:pt x="4580" y="765"/>
                    <a:pt x="4557" y="497"/>
                  </a:cubicBezTo>
                  <a:cubicBezTo>
                    <a:pt x="4533" y="227"/>
                    <a:pt x="4313" y="87"/>
                    <a:pt x="4103" y="87"/>
                  </a:cubicBezTo>
                  <a:cubicBezTo>
                    <a:pt x="3897" y="87"/>
                    <a:pt x="3700" y="221"/>
                    <a:pt x="3706" y="497"/>
                  </a:cubicBezTo>
                  <a:cubicBezTo>
                    <a:pt x="3718" y="870"/>
                    <a:pt x="3718" y="1232"/>
                    <a:pt x="3741" y="1593"/>
                  </a:cubicBezTo>
                  <a:cubicBezTo>
                    <a:pt x="3496" y="1360"/>
                    <a:pt x="3240" y="1127"/>
                    <a:pt x="2995" y="882"/>
                  </a:cubicBezTo>
                  <a:cubicBezTo>
                    <a:pt x="2946" y="836"/>
                    <a:pt x="2890" y="816"/>
                    <a:pt x="2834" y="816"/>
                  </a:cubicBezTo>
                  <a:cubicBezTo>
                    <a:pt x="2665" y="816"/>
                    <a:pt x="2505" y="1001"/>
                    <a:pt x="2611" y="1185"/>
                  </a:cubicBezTo>
                  <a:cubicBezTo>
                    <a:pt x="2984" y="1873"/>
                    <a:pt x="3520" y="2455"/>
                    <a:pt x="4056" y="3026"/>
                  </a:cubicBezTo>
                  <a:cubicBezTo>
                    <a:pt x="4056" y="3026"/>
                    <a:pt x="4056" y="3038"/>
                    <a:pt x="4056" y="3038"/>
                  </a:cubicBezTo>
                  <a:cubicBezTo>
                    <a:pt x="3811" y="4355"/>
                    <a:pt x="3590" y="5614"/>
                    <a:pt x="2937" y="6849"/>
                  </a:cubicBezTo>
                  <a:cubicBezTo>
                    <a:pt x="2319" y="8003"/>
                    <a:pt x="1305" y="9343"/>
                    <a:pt x="210" y="10065"/>
                  </a:cubicBezTo>
                  <a:cubicBezTo>
                    <a:pt x="24" y="10194"/>
                    <a:pt x="0" y="10462"/>
                    <a:pt x="210" y="10578"/>
                  </a:cubicBezTo>
                  <a:cubicBezTo>
                    <a:pt x="327" y="10647"/>
                    <a:pt x="450" y="10678"/>
                    <a:pt x="579" y="10678"/>
                  </a:cubicBezTo>
                  <a:cubicBezTo>
                    <a:pt x="1671" y="10678"/>
                    <a:pt x="3111" y="8423"/>
                    <a:pt x="3496" y="7735"/>
                  </a:cubicBezTo>
                  <a:cubicBezTo>
                    <a:pt x="4196" y="6523"/>
                    <a:pt x="4732" y="5008"/>
                    <a:pt x="4674" y="3562"/>
                  </a:cubicBezTo>
                  <a:cubicBezTo>
                    <a:pt x="4755" y="3562"/>
                    <a:pt x="4837" y="3551"/>
                    <a:pt x="4918" y="3504"/>
                  </a:cubicBezTo>
                  <a:cubicBezTo>
                    <a:pt x="4977" y="3481"/>
                    <a:pt x="5035" y="3434"/>
                    <a:pt x="5093" y="3376"/>
                  </a:cubicBezTo>
                  <a:cubicBezTo>
                    <a:pt x="5466" y="3131"/>
                    <a:pt x="6025" y="3003"/>
                    <a:pt x="6410" y="2805"/>
                  </a:cubicBezTo>
                  <a:cubicBezTo>
                    <a:pt x="6855" y="2572"/>
                    <a:pt x="6571" y="1980"/>
                    <a:pt x="6153" y="1980"/>
                  </a:cubicBezTo>
                  <a:cubicBezTo>
                    <a:pt x="6090" y="1980"/>
                    <a:pt x="6023" y="1993"/>
                    <a:pt x="5956" y="2024"/>
                  </a:cubicBezTo>
                  <a:cubicBezTo>
                    <a:pt x="5804" y="2094"/>
                    <a:pt x="5652" y="2141"/>
                    <a:pt x="5501" y="2187"/>
                  </a:cubicBezTo>
                  <a:cubicBezTo>
                    <a:pt x="5652" y="1640"/>
                    <a:pt x="5816" y="1080"/>
                    <a:pt x="5967" y="532"/>
                  </a:cubicBezTo>
                  <a:cubicBezTo>
                    <a:pt x="6058" y="209"/>
                    <a:pt x="5798" y="0"/>
                    <a:pt x="55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248" name="Google Shape;3248;p93"/>
            <p:cNvSpPr/>
            <p:nvPr/>
          </p:nvSpPr>
          <p:spPr>
            <a:xfrm>
              <a:off x="5875550" y="3399550"/>
              <a:ext cx="49450" cy="9950"/>
            </a:xfrm>
            <a:custGeom>
              <a:avLst/>
              <a:gdLst/>
              <a:ahLst/>
              <a:cxnLst/>
              <a:rect l="l" t="t" r="r" b="b"/>
              <a:pathLst>
                <a:path w="1978" h="398" extrusionOk="0">
                  <a:moveTo>
                    <a:pt x="106" y="0"/>
                  </a:moveTo>
                  <a:cubicBezTo>
                    <a:pt x="24" y="0"/>
                    <a:pt x="1" y="105"/>
                    <a:pt x="59" y="140"/>
                  </a:cubicBezTo>
                  <a:cubicBezTo>
                    <a:pt x="338" y="329"/>
                    <a:pt x="700" y="397"/>
                    <a:pt x="1063" y="397"/>
                  </a:cubicBezTo>
                  <a:cubicBezTo>
                    <a:pt x="1352" y="397"/>
                    <a:pt x="1641" y="354"/>
                    <a:pt x="1889" y="292"/>
                  </a:cubicBezTo>
                  <a:cubicBezTo>
                    <a:pt x="1978" y="270"/>
                    <a:pt x="1939" y="151"/>
                    <a:pt x="1854" y="151"/>
                  </a:cubicBezTo>
                  <a:cubicBezTo>
                    <a:pt x="1850" y="151"/>
                    <a:pt x="1846" y="151"/>
                    <a:pt x="1842" y="152"/>
                  </a:cubicBezTo>
                  <a:cubicBezTo>
                    <a:pt x="1679" y="175"/>
                    <a:pt x="1516" y="187"/>
                    <a:pt x="1353" y="187"/>
                  </a:cubicBezTo>
                  <a:cubicBezTo>
                    <a:pt x="1189" y="187"/>
                    <a:pt x="1026" y="175"/>
                    <a:pt x="863" y="152"/>
                  </a:cubicBezTo>
                  <a:cubicBezTo>
                    <a:pt x="607" y="117"/>
                    <a:pt x="362" y="35"/>
                    <a:pt x="10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249" name="Google Shape;3249;p93"/>
            <p:cNvSpPr/>
            <p:nvPr/>
          </p:nvSpPr>
          <p:spPr>
            <a:xfrm>
              <a:off x="5875275" y="3273100"/>
              <a:ext cx="33325" cy="10325"/>
            </a:xfrm>
            <a:custGeom>
              <a:avLst/>
              <a:gdLst/>
              <a:ahLst/>
              <a:cxnLst/>
              <a:rect l="l" t="t" r="r" b="b"/>
              <a:pathLst>
                <a:path w="1333" h="413" extrusionOk="0">
                  <a:moveTo>
                    <a:pt x="114" y="1"/>
                  </a:moveTo>
                  <a:cubicBezTo>
                    <a:pt x="54" y="1"/>
                    <a:pt x="0" y="83"/>
                    <a:pt x="58" y="140"/>
                  </a:cubicBezTo>
                  <a:cubicBezTo>
                    <a:pt x="250" y="332"/>
                    <a:pt x="517" y="412"/>
                    <a:pt x="785" y="412"/>
                  </a:cubicBezTo>
                  <a:cubicBezTo>
                    <a:pt x="940" y="412"/>
                    <a:pt x="1094" y="386"/>
                    <a:pt x="1235" y="339"/>
                  </a:cubicBezTo>
                  <a:cubicBezTo>
                    <a:pt x="1333" y="306"/>
                    <a:pt x="1310" y="173"/>
                    <a:pt x="1222" y="173"/>
                  </a:cubicBezTo>
                  <a:cubicBezTo>
                    <a:pt x="1215" y="173"/>
                    <a:pt x="1208" y="174"/>
                    <a:pt x="1200" y="175"/>
                  </a:cubicBezTo>
                  <a:cubicBezTo>
                    <a:pt x="1095" y="201"/>
                    <a:pt x="995" y="212"/>
                    <a:pt x="899" y="212"/>
                  </a:cubicBezTo>
                  <a:cubicBezTo>
                    <a:pt x="641" y="212"/>
                    <a:pt x="406" y="131"/>
                    <a:pt x="152" y="12"/>
                  </a:cubicBezTo>
                  <a:cubicBezTo>
                    <a:pt x="139" y="4"/>
                    <a:pt x="127" y="1"/>
                    <a:pt x="11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250" name="Google Shape;3250;p93"/>
            <p:cNvSpPr/>
            <p:nvPr/>
          </p:nvSpPr>
          <p:spPr>
            <a:xfrm>
              <a:off x="5903325" y="3115450"/>
              <a:ext cx="37925" cy="9700"/>
            </a:xfrm>
            <a:custGeom>
              <a:avLst/>
              <a:gdLst/>
              <a:ahLst/>
              <a:cxnLst/>
              <a:rect l="l" t="t" r="r" b="b"/>
              <a:pathLst>
                <a:path w="1517" h="388" extrusionOk="0">
                  <a:moveTo>
                    <a:pt x="89" y="0"/>
                  </a:moveTo>
                  <a:cubicBezTo>
                    <a:pt x="37" y="0"/>
                    <a:pt x="0" y="63"/>
                    <a:pt x="43" y="107"/>
                  </a:cubicBezTo>
                  <a:cubicBezTo>
                    <a:pt x="224" y="314"/>
                    <a:pt x="517" y="387"/>
                    <a:pt x="813" y="387"/>
                  </a:cubicBezTo>
                  <a:cubicBezTo>
                    <a:pt x="1032" y="387"/>
                    <a:pt x="1252" y="348"/>
                    <a:pt x="1430" y="293"/>
                  </a:cubicBezTo>
                  <a:cubicBezTo>
                    <a:pt x="1516" y="272"/>
                    <a:pt x="1483" y="151"/>
                    <a:pt x="1404" y="151"/>
                  </a:cubicBezTo>
                  <a:cubicBezTo>
                    <a:pt x="1398" y="151"/>
                    <a:pt x="1391" y="151"/>
                    <a:pt x="1384" y="153"/>
                  </a:cubicBezTo>
                  <a:cubicBezTo>
                    <a:pt x="1259" y="179"/>
                    <a:pt x="1124" y="195"/>
                    <a:pt x="988" y="195"/>
                  </a:cubicBezTo>
                  <a:cubicBezTo>
                    <a:pt x="882" y="195"/>
                    <a:pt x="775" y="185"/>
                    <a:pt x="673" y="165"/>
                  </a:cubicBezTo>
                  <a:cubicBezTo>
                    <a:pt x="475" y="130"/>
                    <a:pt x="300" y="37"/>
                    <a:pt x="102" y="2"/>
                  </a:cubicBezTo>
                  <a:cubicBezTo>
                    <a:pt x="97" y="1"/>
                    <a:pt x="93" y="0"/>
                    <a:pt x="8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251" name="Google Shape;3251;p93"/>
            <p:cNvSpPr/>
            <p:nvPr/>
          </p:nvSpPr>
          <p:spPr>
            <a:xfrm>
              <a:off x="5835050" y="2620875"/>
              <a:ext cx="1353950" cy="946525"/>
            </a:xfrm>
            <a:custGeom>
              <a:avLst/>
              <a:gdLst/>
              <a:ahLst/>
              <a:cxnLst/>
              <a:rect l="l" t="t" r="r" b="b"/>
              <a:pathLst>
                <a:path w="54158" h="37861" extrusionOk="0">
                  <a:moveTo>
                    <a:pt x="26334" y="12008"/>
                  </a:moveTo>
                  <a:cubicBezTo>
                    <a:pt x="40873" y="12008"/>
                    <a:pt x="39509" y="27581"/>
                    <a:pt x="39509" y="27581"/>
                  </a:cubicBezTo>
                  <a:lnTo>
                    <a:pt x="12646" y="27581"/>
                  </a:lnTo>
                  <a:cubicBezTo>
                    <a:pt x="12646" y="27581"/>
                    <a:pt x="11049" y="12268"/>
                    <a:pt x="25978" y="12011"/>
                  </a:cubicBezTo>
                  <a:cubicBezTo>
                    <a:pt x="26098" y="12009"/>
                    <a:pt x="26217" y="12008"/>
                    <a:pt x="26334" y="12008"/>
                  </a:cubicBezTo>
                  <a:close/>
                  <a:moveTo>
                    <a:pt x="26670" y="0"/>
                  </a:moveTo>
                  <a:cubicBezTo>
                    <a:pt x="16102" y="0"/>
                    <a:pt x="6822" y="8293"/>
                    <a:pt x="4185" y="15181"/>
                  </a:cubicBezTo>
                  <a:cubicBezTo>
                    <a:pt x="1" y="26055"/>
                    <a:pt x="1154" y="33303"/>
                    <a:pt x="1970" y="37860"/>
                  </a:cubicBezTo>
                  <a:lnTo>
                    <a:pt x="50883" y="37581"/>
                  </a:lnTo>
                  <a:cubicBezTo>
                    <a:pt x="50883" y="37581"/>
                    <a:pt x="54158" y="15240"/>
                    <a:pt x="39217" y="4296"/>
                  </a:cubicBezTo>
                  <a:cubicBezTo>
                    <a:pt x="35049" y="1244"/>
                    <a:pt x="30763" y="0"/>
                    <a:pt x="26670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252" name="Google Shape;3252;p93"/>
            <p:cNvSpPr/>
            <p:nvPr/>
          </p:nvSpPr>
          <p:spPr>
            <a:xfrm>
              <a:off x="6107775" y="2951450"/>
              <a:ext cx="224075" cy="358100"/>
            </a:xfrm>
            <a:custGeom>
              <a:avLst/>
              <a:gdLst/>
              <a:ahLst/>
              <a:cxnLst/>
              <a:rect l="l" t="t" r="r" b="b"/>
              <a:pathLst>
                <a:path w="8963" h="14324" extrusionOk="0">
                  <a:moveTo>
                    <a:pt x="8962" y="0"/>
                  </a:moveTo>
                  <a:cubicBezTo>
                    <a:pt x="8088" y="164"/>
                    <a:pt x="7226" y="385"/>
                    <a:pt x="6387" y="700"/>
                  </a:cubicBezTo>
                  <a:cubicBezTo>
                    <a:pt x="4487" y="1411"/>
                    <a:pt x="3182" y="2576"/>
                    <a:pt x="2191" y="4301"/>
                  </a:cubicBezTo>
                  <a:cubicBezTo>
                    <a:pt x="1142" y="6119"/>
                    <a:pt x="315" y="8240"/>
                    <a:pt x="128" y="10349"/>
                  </a:cubicBezTo>
                  <a:cubicBezTo>
                    <a:pt x="0" y="11748"/>
                    <a:pt x="117" y="13519"/>
                    <a:pt x="1387" y="14323"/>
                  </a:cubicBezTo>
                  <a:cubicBezTo>
                    <a:pt x="1492" y="14277"/>
                    <a:pt x="1608" y="14242"/>
                    <a:pt x="1725" y="14218"/>
                  </a:cubicBezTo>
                  <a:cubicBezTo>
                    <a:pt x="1632" y="12937"/>
                    <a:pt x="1189" y="3415"/>
                    <a:pt x="8962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253" name="Google Shape;3253;p93"/>
            <p:cNvSpPr/>
            <p:nvPr/>
          </p:nvSpPr>
          <p:spPr>
            <a:xfrm>
              <a:off x="5869425" y="2620925"/>
              <a:ext cx="1319575" cy="946475"/>
            </a:xfrm>
            <a:custGeom>
              <a:avLst/>
              <a:gdLst/>
              <a:ahLst/>
              <a:cxnLst/>
              <a:rect l="l" t="t" r="r" b="b"/>
              <a:pathLst>
                <a:path w="52783" h="37859" extrusionOk="0">
                  <a:moveTo>
                    <a:pt x="25315" y="1"/>
                  </a:moveTo>
                  <a:cubicBezTo>
                    <a:pt x="24889" y="1"/>
                    <a:pt x="24465" y="14"/>
                    <a:pt x="24044" y="41"/>
                  </a:cubicBezTo>
                  <a:cubicBezTo>
                    <a:pt x="24964" y="297"/>
                    <a:pt x="25885" y="612"/>
                    <a:pt x="26771" y="973"/>
                  </a:cubicBezTo>
                  <a:cubicBezTo>
                    <a:pt x="38821" y="5844"/>
                    <a:pt x="47818" y="18874"/>
                    <a:pt x="47061" y="32031"/>
                  </a:cubicBezTo>
                  <a:cubicBezTo>
                    <a:pt x="47014" y="32847"/>
                    <a:pt x="46420" y="33488"/>
                    <a:pt x="45581" y="33500"/>
                  </a:cubicBezTo>
                  <a:cubicBezTo>
                    <a:pt x="41292" y="33593"/>
                    <a:pt x="36991" y="33628"/>
                    <a:pt x="32703" y="33628"/>
                  </a:cubicBezTo>
                  <a:cubicBezTo>
                    <a:pt x="25209" y="33628"/>
                    <a:pt x="17715" y="33535"/>
                    <a:pt x="10233" y="33511"/>
                  </a:cubicBezTo>
                  <a:cubicBezTo>
                    <a:pt x="10125" y="33511"/>
                    <a:pt x="10016" y="33511"/>
                    <a:pt x="9908" y="33511"/>
                  </a:cubicBezTo>
                  <a:cubicBezTo>
                    <a:pt x="6602" y="33511"/>
                    <a:pt x="3296" y="33680"/>
                    <a:pt x="1" y="33838"/>
                  </a:cubicBezTo>
                  <a:cubicBezTo>
                    <a:pt x="152" y="35364"/>
                    <a:pt x="386" y="36693"/>
                    <a:pt x="595" y="37858"/>
                  </a:cubicBezTo>
                  <a:lnTo>
                    <a:pt x="49508" y="37579"/>
                  </a:lnTo>
                  <a:cubicBezTo>
                    <a:pt x="49508" y="37579"/>
                    <a:pt x="52783" y="15238"/>
                    <a:pt x="37842" y="4294"/>
                  </a:cubicBezTo>
                  <a:cubicBezTo>
                    <a:pt x="33684" y="1244"/>
                    <a:pt x="29402" y="1"/>
                    <a:pt x="25315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254" name="Google Shape;3254;p93"/>
            <p:cNvSpPr/>
            <p:nvPr/>
          </p:nvSpPr>
          <p:spPr>
            <a:xfrm>
              <a:off x="5868925" y="2626575"/>
              <a:ext cx="1213275" cy="919250"/>
            </a:xfrm>
            <a:custGeom>
              <a:avLst/>
              <a:gdLst/>
              <a:ahLst/>
              <a:cxnLst/>
              <a:rect l="l" t="t" r="r" b="b"/>
              <a:pathLst>
                <a:path w="48531" h="36770" extrusionOk="0">
                  <a:moveTo>
                    <a:pt x="24881" y="0"/>
                  </a:moveTo>
                  <a:cubicBezTo>
                    <a:pt x="24795" y="0"/>
                    <a:pt x="24755" y="142"/>
                    <a:pt x="24856" y="164"/>
                  </a:cubicBezTo>
                  <a:cubicBezTo>
                    <a:pt x="31522" y="1877"/>
                    <a:pt x="37536" y="5851"/>
                    <a:pt x="41487" y="11527"/>
                  </a:cubicBezTo>
                  <a:cubicBezTo>
                    <a:pt x="45740" y="17634"/>
                    <a:pt x="47349" y="25360"/>
                    <a:pt x="46043" y="32668"/>
                  </a:cubicBezTo>
                  <a:cubicBezTo>
                    <a:pt x="46043" y="32726"/>
                    <a:pt x="46055" y="32772"/>
                    <a:pt x="46078" y="32807"/>
                  </a:cubicBezTo>
                  <a:cubicBezTo>
                    <a:pt x="46050" y="32779"/>
                    <a:pt x="46021" y="32758"/>
                    <a:pt x="45973" y="32758"/>
                  </a:cubicBezTo>
                  <a:cubicBezTo>
                    <a:pt x="45962" y="32758"/>
                    <a:pt x="45951" y="32759"/>
                    <a:pt x="45939" y="32761"/>
                  </a:cubicBezTo>
                  <a:cubicBezTo>
                    <a:pt x="41054" y="33197"/>
                    <a:pt x="36161" y="33310"/>
                    <a:pt x="31264" y="33310"/>
                  </a:cubicBezTo>
                  <a:cubicBezTo>
                    <a:pt x="28449" y="33310"/>
                    <a:pt x="25633" y="33273"/>
                    <a:pt x="22817" y="33239"/>
                  </a:cubicBezTo>
                  <a:cubicBezTo>
                    <a:pt x="20623" y="33205"/>
                    <a:pt x="18429" y="33179"/>
                    <a:pt x="16236" y="33179"/>
                  </a:cubicBezTo>
                  <a:cubicBezTo>
                    <a:pt x="14642" y="33179"/>
                    <a:pt x="13048" y="33193"/>
                    <a:pt x="11454" y="33227"/>
                  </a:cubicBezTo>
                  <a:cubicBezTo>
                    <a:pt x="7701" y="33309"/>
                    <a:pt x="3820" y="33355"/>
                    <a:pt x="114" y="34008"/>
                  </a:cubicBezTo>
                  <a:cubicBezTo>
                    <a:pt x="1" y="34019"/>
                    <a:pt x="20" y="34206"/>
                    <a:pt x="128" y="34206"/>
                  </a:cubicBezTo>
                  <a:cubicBezTo>
                    <a:pt x="131" y="34206"/>
                    <a:pt x="134" y="34206"/>
                    <a:pt x="137" y="34206"/>
                  </a:cubicBezTo>
                  <a:cubicBezTo>
                    <a:pt x="3913" y="34031"/>
                    <a:pt x="7666" y="33658"/>
                    <a:pt x="11454" y="33588"/>
                  </a:cubicBezTo>
                  <a:cubicBezTo>
                    <a:pt x="12942" y="33557"/>
                    <a:pt x="14431" y="33544"/>
                    <a:pt x="15919" y="33544"/>
                  </a:cubicBezTo>
                  <a:cubicBezTo>
                    <a:pt x="18288" y="33544"/>
                    <a:pt x="20657" y="33576"/>
                    <a:pt x="23026" y="33612"/>
                  </a:cubicBezTo>
                  <a:cubicBezTo>
                    <a:pt x="25976" y="33652"/>
                    <a:pt x="28927" y="33700"/>
                    <a:pt x="31876" y="33700"/>
                  </a:cubicBezTo>
                  <a:cubicBezTo>
                    <a:pt x="36560" y="33700"/>
                    <a:pt x="41241" y="33580"/>
                    <a:pt x="45904" y="33122"/>
                  </a:cubicBezTo>
                  <a:cubicBezTo>
                    <a:pt x="45904" y="33169"/>
                    <a:pt x="45915" y="33204"/>
                    <a:pt x="45939" y="33250"/>
                  </a:cubicBezTo>
                  <a:cubicBezTo>
                    <a:pt x="46859" y="34322"/>
                    <a:pt x="47628" y="35488"/>
                    <a:pt x="48304" y="36712"/>
                  </a:cubicBezTo>
                  <a:cubicBezTo>
                    <a:pt x="48327" y="36753"/>
                    <a:pt x="48360" y="36770"/>
                    <a:pt x="48393" y="36770"/>
                  </a:cubicBezTo>
                  <a:cubicBezTo>
                    <a:pt x="48463" y="36770"/>
                    <a:pt x="48530" y="36694"/>
                    <a:pt x="48491" y="36607"/>
                  </a:cubicBezTo>
                  <a:cubicBezTo>
                    <a:pt x="47873" y="35313"/>
                    <a:pt x="47081" y="34136"/>
                    <a:pt x="46148" y="33041"/>
                  </a:cubicBezTo>
                  <a:cubicBezTo>
                    <a:pt x="46137" y="33017"/>
                    <a:pt x="46113" y="33006"/>
                    <a:pt x="46102" y="32994"/>
                  </a:cubicBezTo>
                  <a:cubicBezTo>
                    <a:pt x="46125" y="32947"/>
                    <a:pt x="46113" y="32877"/>
                    <a:pt x="46090" y="32831"/>
                  </a:cubicBezTo>
                  <a:lnTo>
                    <a:pt x="46090" y="32831"/>
                  </a:lnTo>
                  <a:cubicBezTo>
                    <a:pt x="46133" y="32879"/>
                    <a:pt x="46197" y="32907"/>
                    <a:pt x="46258" y="32907"/>
                  </a:cubicBezTo>
                  <a:cubicBezTo>
                    <a:pt x="46331" y="32907"/>
                    <a:pt x="46397" y="32867"/>
                    <a:pt x="46416" y="32772"/>
                  </a:cubicBezTo>
                  <a:cubicBezTo>
                    <a:pt x="48479" y="21363"/>
                    <a:pt x="43340" y="9616"/>
                    <a:pt x="33480" y="3497"/>
                  </a:cubicBezTo>
                  <a:cubicBezTo>
                    <a:pt x="30835" y="1854"/>
                    <a:pt x="27933" y="677"/>
                    <a:pt x="24891" y="1"/>
                  </a:cubicBezTo>
                  <a:cubicBezTo>
                    <a:pt x="24888" y="1"/>
                    <a:pt x="24884" y="0"/>
                    <a:pt x="2488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255" name="Google Shape;3255;p93"/>
            <p:cNvSpPr/>
            <p:nvPr/>
          </p:nvSpPr>
          <p:spPr>
            <a:xfrm>
              <a:off x="6093500" y="2927150"/>
              <a:ext cx="273600" cy="372250"/>
            </a:xfrm>
            <a:custGeom>
              <a:avLst/>
              <a:gdLst/>
              <a:ahLst/>
              <a:cxnLst/>
              <a:rect l="l" t="t" r="r" b="b"/>
              <a:pathLst>
                <a:path w="10944" h="14890" extrusionOk="0">
                  <a:moveTo>
                    <a:pt x="10603" y="0"/>
                  </a:moveTo>
                  <a:cubicBezTo>
                    <a:pt x="6929" y="0"/>
                    <a:pt x="3599" y="2887"/>
                    <a:pt x="1993" y="5995"/>
                  </a:cubicBezTo>
                  <a:cubicBezTo>
                    <a:pt x="1061" y="7802"/>
                    <a:pt x="548" y="9806"/>
                    <a:pt x="396" y="11834"/>
                  </a:cubicBezTo>
                  <a:cubicBezTo>
                    <a:pt x="328" y="12727"/>
                    <a:pt x="191" y="14890"/>
                    <a:pt x="1577" y="14890"/>
                  </a:cubicBezTo>
                  <a:cubicBezTo>
                    <a:pt x="1603" y="14890"/>
                    <a:pt x="1629" y="14889"/>
                    <a:pt x="1655" y="14887"/>
                  </a:cubicBezTo>
                  <a:cubicBezTo>
                    <a:pt x="1806" y="14876"/>
                    <a:pt x="1865" y="14631"/>
                    <a:pt x="1690" y="14608"/>
                  </a:cubicBezTo>
                  <a:cubicBezTo>
                    <a:pt x="0" y="14305"/>
                    <a:pt x="839" y="10739"/>
                    <a:pt x="1061" y="9713"/>
                  </a:cubicBezTo>
                  <a:cubicBezTo>
                    <a:pt x="1422" y="8012"/>
                    <a:pt x="2074" y="6368"/>
                    <a:pt x="3042" y="4923"/>
                  </a:cubicBezTo>
                  <a:cubicBezTo>
                    <a:pt x="4906" y="2138"/>
                    <a:pt x="7645" y="693"/>
                    <a:pt x="10873" y="133"/>
                  </a:cubicBezTo>
                  <a:cubicBezTo>
                    <a:pt x="10943" y="122"/>
                    <a:pt x="10932" y="5"/>
                    <a:pt x="10862" y="5"/>
                  </a:cubicBezTo>
                  <a:cubicBezTo>
                    <a:pt x="10775" y="2"/>
                    <a:pt x="10689" y="0"/>
                    <a:pt x="1060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256" name="Google Shape;3256;p93"/>
            <p:cNvSpPr/>
            <p:nvPr/>
          </p:nvSpPr>
          <p:spPr>
            <a:xfrm>
              <a:off x="5946300" y="2988250"/>
              <a:ext cx="39075" cy="20850"/>
            </a:xfrm>
            <a:custGeom>
              <a:avLst/>
              <a:gdLst/>
              <a:ahLst/>
              <a:cxnLst/>
              <a:rect l="l" t="t" r="r" b="b"/>
              <a:pathLst>
                <a:path w="1563" h="834" extrusionOk="0">
                  <a:moveTo>
                    <a:pt x="118" y="0"/>
                  </a:moveTo>
                  <a:cubicBezTo>
                    <a:pt x="37" y="0"/>
                    <a:pt x="1" y="132"/>
                    <a:pt x="73" y="183"/>
                  </a:cubicBezTo>
                  <a:cubicBezTo>
                    <a:pt x="480" y="440"/>
                    <a:pt x="958" y="638"/>
                    <a:pt x="1389" y="824"/>
                  </a:cubicBezTo>
                  <a:cubicBezTo>
                    <a:pt x="1404" y="831"/>
                    <a:pt x="1418" y="834"/>
                    <a:pt x="1432" y="834"/>
                  </a:cubicBezTo>
                  <a:cubicBezTo>
                    <a:pt x="1514" y="834"/>
                    <a:pt x="1563" y="725"/>
                    <a:pt x="1483" y="684"/>
                  </a:cubicBezTo>
                  <a:cubicBezTo>
                    <a:pt x="1052" y="440"/>
                    <a:pt x="609" y="172"/>
                    <a:pt x="154" y="9"/>
                  </a:cubicBezTo>
                  <a:cubicBezTo>
                    <a:pt x="141" y="3"/>
                    <a:pt x="129" y="0"/>
                    <a:pt x="118" y="0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257" name="Google Shape;3257;p93"/>
            <p:cNvSpPr/>
            <p:nvPr/>
          </p:nvSpPr>
          <p:spPr>
            <a:xfrm>
              <a:off x="6017775" y="2862525"/>
              <a:ext cx="38175" cy="25975"/>
            </a:xfrm>
            <a:custGeom>
              <a:avLst/>
              <a:gdLst/>
              <a:ahLst/>
              <a:cxnLst/>
              <a:rect l="l" t="t" r="r" b="b"/>
              <a:pathLst>
                <a:path w="1527" h="1039" extrusionOk="0">
                  <a:moveTo>
                    <a:pt x="113" y="1"/>
                  </a:moveTo>
                  <a:cubicBezTo>
                    <a:pt x="38" y="1"/>
                    <a:pt x="1" y="108"/>
                    <a:pt x="69" y="166"/>
                  </a:cubicBezTo>
                  <a:cubicBezTo>
                    <a:pt x="488" y="469"/>
                    <a:pt x="943" y="749"/>
                    <a:pt x="1386" y="1029"/>
                  </a:cubicBezTo>
                  <a:cubicBezTo>
                    <a:pt x="1398" y="1035"/>
                    <a:pt x="1410" y="1039"/>
                    <a:pt x="1421" y="1039"/>
                  </a:cubicBezTo>
                  <a:cubicBezTo>
                    <a:pt x="1485" y="1039"/>
                    <a:pt x="1527" y="940"/>
                    <a:pt x="1467" y="900"/>
                  </a:cubicBezTo>
                  <a:cubicBezTo>
                    <a:pt x="1036" y="597"/>
                    <a:pt x="605" y="283"/>
                    <a:pt x="162" y="15"/>
                  </a:cubicBezTo>
                  <a:cubicBezTo>
                    <a:pt x="145" y="5"/>
                    <a:pt x="128" y="1"/>
                    <a:pt x="113" y="1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258" name="Google Shape;3258;p93"/>
            <p:cNvSpPr/>
            <p:nvPr/>
          </p:nvSpPr>
          <p:spPr>
            <a:xfrm>
              <a:off x="6105500" y="2785975"/>
              <a:ext cx="31775" cy="37200"/>
            </a:xfrm>
            <a:custGeom>
              <a:avLst/>
              <a:gdLst/>
              <a:ahLst/>
              <a:cxnLst/>
              <a:rect l="l" t="t" r="r" b="b"/>
              <a:pathLst>
                <a:path w="1271" h="1488" extrusionOk="0">
                  <a:moveTo>
                    <a:pt x="119" y="0"/>
                  </a:moveTo>
                  <a:cubicBezTo>
                    <a:pt x="62" y="0"/>
                    <a:pt x="1" y="64"/>
                    <a:pt x="33" y="128"/>
                  </a:cubicBezTo>
                  <a:cubicBezTo>
                    <a:pt x="313" y="664"/>
                    <a:pt x="674" y="1119"/>
                    <a:pt x="1152" y="1480"/>
                  </a:cubicBezTo>
                  <a:cubicBezTo>
                    <a:pt x="1160" y="1485"/>
                    <a:pt x="1170" y="1488"/>
                    <a:pt x="1179" y="1488"/>
                  </a:cubicBezTo>
                  <a:cubicBezTo>
                    <a:pt x="1228" y="1488"/>
                    <a:pt x="1271" y="1415"/>
                    <a:pt x="1222" y="1375"/>
                  </a:cubicBezTo>
                  <a:cubicBezTo>
                    <a:pt x="790" y="1002"/>
                    <a:pt x="429" y="559"/>
                    <a:pt x="184" y="47"/>
                  </a:cubicBezTo>
                  <a:cubicBezTo>
                    <a:pt x="170" y="14"/>
                    <a:pt x="145" y="0"/>
                    <a:pt x="119" y="0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259" name="Google Shape;3259;p93"/>
            <p:cNvSpPr/>
            <p:nvPr/>
          </p:nvSpPr>
          <p:spPr>
            <a:xfrm>
              <a:off x="6225650" y="2703850"/>
              <a:ext cx="20925" cy="42700"/>
            </a:xfrm>
            <a:custGeom>
              <a:avLst/>
              <a:gdLst/>
              <a:ahLst/>
              <a:cxnLst/>
              <a:rect l="l" t="t" r="r" b="b"/>
              <a:pathLst>
                <a:path w="837" h="1708" extrusionOk="0">
                  <a:moveTo>
                    <a:pt x="112" y="1"/>
                  </a:moveTo>
                  <a:cubicBezTo>
                    <a:pt x="56" y="1"/>
                    <a:pt x="1" y="46"/>
                    <a:pt x="28" y="115"/>
                  </a:cubicBezTo>
                  <a:cubicBezTo>
                    <a:pt x="238" y="639"/>
                    <a:pt x="460" y="1152"/>
                    <a:pt x="681" y="1677"/>
                  </a:cubicBezTo>
                  <a:cubicBezTo>
                    <a:pt x="692" y="1699"/>
                    <a:pt x="712" y="1708"/>
                    <a:pt x="734" y="1708"/>
                  </a:cubicBezTo>
                  <a:cubicBezTo>
                    <a:pt x="781" y="1708"/>
                    <a:pt x="837" y="1663"/>
                    <a:pt x="821" y="1607"/>
                  </a:cubicBezTo>
                  <a:cubicBezTo>
                    <a:pt x="623" y="1094"/>
                    <a:pt x="413" y="581"/>
                    <a:pt x="203" y="68"/>
                  </a:cubicBezTo>
                  <a:cubicBezTo>
                    <a:pt x="189" y="21"/>
                    <a:pt x="150" y="1"/>
                    <a:pt x="112" y="1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260" name="Google Shape;3260;p93"/>
            <p:cNvSpPr/>
            <p:nvPr/>
          </p:nvSpPr>
          <p:spPr>
            <a:xfrm>
              <a:off x="6360650" y="2649175"/>
              <a:ext cx="11750" cy="53450"/>
            </a:xfrm>
            <a:custGeom>
              <a:avLst/>
              <a:gdLst/>
              <a:ahLst/>
              <a:cxnLst/>
              <a:rect l="l" t="t" r="r" b="b"/>
              <a:pathLst>
                <a:path w="470" h="2138" extrusionOk="0">
                  <a:moveTo>
                    <a:pt x="173" y="1"/>
                  </a:moveTo>
                  <a:cubicBezTo>
                    <a:pt x="127" y="1"/>
                    <a:pt x="81" y="31"/>
                    <a:pt x="71" y="99"/>
                  </a:cubicBezTo>
                  <a:cubicBezTo>
                    <a:pt x="1" y="787"/>
                    <a:pt x="71" y="1440"/>
                    <a:pt x="304" y="2092"/>
                  </a:cubicBezTo>
                  <a:cubicBezTo>
                    <a:pt x="318" y="2124"/>
                    <a:pt x="347" y="2138"/>
                    <a:pt x="376" y="2138"/>
                  </a:cubicBezTo>
                  <a:cubicBezTo>
                    <a:pt x="423" y="2138"/>
                    <a:pt x="470" y="2103"/>
                    <a:pt x="455" y="2046"/>
                  </a:cubicBezTo>
                  <a:cubicBezTo>
                    <a:pt x="246" y="1428"/>
                    <a:pt x="176" y="775"/>
                    <a:pt x="269" y="123"/>
                  </a:cubicBezTo>
                  <a:cubicBezTo>
                    <a:pt x="282" y="46"/>
                    <a:pt x="228" y="1"/>
                    <a:pt x="173" y="1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261" name="Google Shape;3261;p93"/>
            <p:cNvSpPr/>
            <p:nvPr/>
          </p:nvSpPr>
          <p:spPr>
            <a:xfrm>
              <a:off x="6515525" y="2643825"/>
              <a:ext cx="12700" cy="58825"/>
            </a:xfrm>
            <a:custGeom>
              <a:avLst/>
              <a:gdLst/>
              <a:ahLst/>
              <a:cxnLst/>
              <a:rect l="l" t="t" r="r" b="b"/>
              <a:pathLst>
                <a:path w="508" h="2353" extrusionOk="0">
                  <a:moveTo>
                    <a:pt x="432" y="1"/>
                  </a:moveTo>
                  <a:cubicBezTo>
                    <a:pt x="409" y="1"/>
                    <a:pt x="388" y="11"/>
                    <a:pt x="379" y="34"/>
                  </a:cubicBezTo>
                  <a:cubicBezTo>
                    <a:pt x="76" y="698"/>
                    <a:pt x="29" y="1560"/>
                    <a:pt x="6" y="2283"/>
                  </a:cubicBezTo>
                  <a:cubicBezTo>
                    <a:pt x="0" y="2330"/>
                    <a:pt x="35" y="2353"/>
                    <a:pt x="73" y="2353"/>
                  </a:cubicBezTo>
                  <a:cubicBezTo>
                    <a:pt x="111" y="2353"/>
                    <a:pt x="152" y="2330"/>
                    <a:pt x="157" y="2283"/>
                  </a:cubicBezTo>
                  <a:cubicBezTo>
                    <a:pt x="227" y="1537"/>
                    <a:pt x="449" y="803"/>
                    <a:pt x="507" y="69"/>
                  </a:cubicBezTo>
                  <a:cubicBezTo>
                    <a:pt x="507" y="26"/>
                    <a:pt x="468" y="1"/>
                    <a:pt x="432" y="1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262" name="Google Shape;3262;p93"/>
            <p:cNvSpPr/>
            <p:nvPr/>
          </p:nvSpPr>
          <p:spPr>
            <a:xfrm>
              <a:off x="6645800" y="2703625"/>
              <a:ext cx="21875" cy="42125"/>
            </a:xfrm>
            <a:custGeom>
              <a:avLst/>
              <a:gdLst/>
              <a:ahLst/>
              <a:cxnLst/>
              <a:rect l="l" t="t" r="r" b="b"/>
              <a:pathLst>
                <a:path w="875" h="1685" extrusionOk="0">
                  <a:moveTo>
                    <a:pt x="751" y="1"/>
                  </a:moveTo>
                  <a:cubicBezTo>
                    <a:pt x="723" y="1"/>
                    <a:pt x="696" y="16"/>
                    <a:pt x="680" y="54"/>
                  </a:cubicBezTo>
                  <a:cubicBezTo>
                    <a:pt x="459" y="567"/>
                    <a:pt x="226" y="1080"/>
                    <a:pt x="16" y="1592"/>
                  </a:cubicBezTo>
                  <a:cubicBezTo>
                    <a:pt x="1" y="1646"/>
                    <a:pt x="46" y="1685"/>
                    <a:pt x="89" y="1685"/>
                  </a:cubicBezTo>
                  <a:cubicBezTo>
                    <a:pt x="111" y="1685"/>
                    <a:pt x="132" y="1675"/>
                    <a:pt x="144" y="1651"/>
                  </a:cubicBezTo>
                  <a:cubicBezTo>
                    <a:pt x="389" y="1150"/>
                    <a:pt x="610" y="648"/>
                    <a:pt x="844" y="147"/>
                  </a:cubicBezTo>
                  <a:cubicBezTo>
                    <a:pt x="875" y="69"/>
                    <a:pt x="811" y="1"/>
                    <a:pt x="751" y="1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263" name="Google Shape;3263;p93"/>
            <p:cNvSpPr/>
            <p:nvPr/>
          </p:nvSpPr>
          <p:spPr>
            <a:xfrm>
              <a:off x="6750775" y="2797175"/>
              <a:ext cx="31725" cy="36225"/>
            </a:xfrm>
            <a:custGeom>
              <a:avLst/>
              <a:gdLst/>
              <a:ahLst/>
              <a:cxnLst/>
              <a:rect l="l" t="t" r="r" b="b"/>
              <a:pathLst>
                <a:path w="1269" h="1449" extrusionOk="0">
                  <a:moveTo>
                    <a:pt x="1170" y="0"/>
                  </a:moveTo>
                  <a:cubicBezTo>
                    <a:pt x="1153" y="0"/>
                    <a:pt x="1135" y="9"/>
                    <a:pt x="1120" y="30"/>
                  </a:cubicBezTo>
                  <a:cubicBezTo>
                    <a:pt x="758" y="461"/>
                    <a:pt x="397" y="904"/>
                    <a:pt x="36" y="1347"/>
                  </a:cubicBezTo>
                  <a:cubicBezTo>
                    <a:pt x="1" y="1391"/>
                    <a:pt x="39" y="1448"/>
                    <a:pt x="80" y="1448"/>
                  </a:cubicBezTo>
                  <a:cubicBezTo>
                    <a:pt x="93" y="1448"/>
                    <a:pt x="106" y="1442"/>
                    <a:pt x="118" y="1428"/>
                  </a:cubicBezTo>
                  <a:cubicBezTo>
                    <a:pt x="490" y="997"/>
                    <a:pt x="863" y="566"/>
                    <a:pt x="1225" y="135"/>
                  </a:cubicBezTo>
                  <a:cubicBezTo>
                    <a:pt x="1268" y="74"/>
                    <a:pt x="1221" y="0"/>
                    <a:pt x="1170" y="0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264" name="Google Shape;3264;p93"/>
            <p:cNvSpPr/>
            <p:nvPr/>
          </p:nvSpPr>
          <p:spPr>
            <a:xfrm>
              <a:off x="6848675" y="2911350"/>
              <a:ext cx="37100" cy="25825"/>
            </a:xfrm>
            <a:custGeom>
              <a:avLst/>
              <a:gdLst/>
              <a:ahLst/>
              <a:cxnLst/>
              <a:rect l="l" t="t" r="r" b="b"/>
              <a:pathLst>
                <a:path w="1484" h="1033" extrusionOk="0">
                  <a:moveTo>
                    <a:pt x="1380" y="0"/>
                  </a:moveTo>
                  <a:cubicBezTo>
                    <a:pt x="1371" y="0"/>
                    <a:pt x="1362" y="3"/>
                    <a:pt x="1353" y="8"/>
                  </a:cubicBezTo>
                  <a:cubicBezTo>
                    <a:pt x="898" y="276"/>
                    <a:pt x="479" y="602"/>
                    <a:pt x="59" y="905"/>
                  </a:cubicBezTo>
                  <a:cubicBezTo>
                    <a:pt x="0" y="944"/>
                    <a:pt x="32" y="1033"/>
                    <a:pt x="85" y="1033"/>
                  </a:cubicBezTo>
                  <a:cubicBezTo>
                    <a:pt x="95" y="1033"/>
                    <a:pt x="106" y="1029"/>
                    <a:pt x="117" y="1022"/>
                  </a:cubicBezTo>
                  <a:cubicBezTo>
                    <a:pt x="560" y="719"/>
                    <a:pt x="1015" y="439"/>
                    <a:pt x="1434" y="113"/>
                  </a:cubicBezTo>
                  <a:cubicBezTo>
                    <a:pt x="1484" y="73"/>
                    <a:pt x="1433" y="0"/>
                    <a:pt x="1380" y="0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265" name="Google Shape;3265;p93"/>
            <p:cNvSpPr/>
            <p:nvPr/>
          </p:nvSpPr>
          <p:spPr>
            <a:xfrm>
              <a:off x="6919800" y="3037875"/>
              <a:ext cx="47900" cy="25725"/>
            </a:xfrm>
            <a:custGeom>
              <a:avLst/>
              <a:gdLst/>
              <a:ahLst/>
              <a:cxnLst/>
              <a:rect l="l" t="t" r="r" b="b"/>
              <a:pathLst>
                <a:path w="1916" h="1029" extrusionOk="0">
                  <a:moveTo>
                    <a:pt x="1841" y="0"/>
                  </a:moveTo>
                  <a:cubicBezTo>
                    <a:pt x="1833" y="0"/>
                    <a:pt x="1826" y="2"/>
                    <a:pt x="1817" y="5"/>
                  </a:cubicBezTo>
                  <a:cubicBezTo>
                    <a:pt x="1526" y="75"/>
                    <a:pt x="1258" y="261"/>
                    <a:pt x="990" y="413"/>
                  </a:cubicBezTo>
                  <a:cubicBezTo>
                    <a:pt x="687" y="576"/>
                    <a:pt x="372" y="739"/>
                    <a:pt x="69" y="902"/>
                  </a:cubicBezTo>
                  <a:cubicBezTo>
                    <a:pt x="0" y="932"/>
                    <a:pt x="40" y="1029"/>
                    <a:pt x="104" y="1029"/>
                  </a:cubicBezTo>
                  <a:cubicBezTo>
                    <a:pt x="115" y="1029"/>
                    <a:pt x="127" y="1026"/>
                    <a:pt x="139" y="1019"/>
                  </a:cubicBezTo>
                  <a:cubicBezTo>
                    <a:pt x="454" y="855"/>
                    <a:pt x="757" y="704"/>
                    <a:pt x="1072" y="541"/>
                  </a:cubicBezTo>
                  <a:cubicBezTo>
                    <a:pt x="1340" y="401"/>
                    <a:pt x="1643" y="284"/>
                    <a:pt x="1876" y="86"/>
                  </a:cubicBezTo>
                  <a:cubicBezTo>
                    <a:pt x="1916" y="56"/>
                    <a:pt x="1887" y="0"/>
                    <a:pt x="1841" y="0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266" name="Google Shape;3266;p93"/>
            <p:cNvSpPr/>
            <p:nvPr/>
          </p:nvSpPr>
          <p:spPr>
            <a:xfrm>
              <a:off x="6963000" y="3141100"/>
              <a:ext cx="44400" cy="10550"/>
            </a:xfrm>
            <a:custGeom>
              <a:avLst/>
              <a:gdLst/>
              <a:ahLst/>
              <a:cxnLst/>
              <a:rect l="l" t="t" r="r" b="b"/>
              <a:pathLst>
                <a:path w="1776" h="422" extrusionOk="0">
                  <a:moveTo>
                    <a:pt x="1638" y="1"/>
                  </a:moveTo>
                  <a:cubicBezTo>
                    <a:pt x="1635" y="1"/>
                    <a:pt x="1631" y="1"/>
                    <a:pt x="1628" y="1"/>
                  </a:cubicBezTo>
                  <a:cubicBezTo>
                    <a:pt x="1115" y="83"/>
                    <a:pt x="602" y="176"/>
                    <a:pt x="101" y="269"/>
                  </a:cubicBezTo>
                  <a:cubicBezTo>
                    <a:pt x="0" y="281"/>
                    <a:pt x="40" y="421"/>
                    <a:pt x="136" y="421"/>
                  </a:cubicBezTo>
                  <a:cubicBezTo>
                    <a:pt x="140" y="421"/>
                    <a:pt x="144" y="421"/>
                    <a:pt x="148" y="421"/>
                  </a:cubicBezTo>
                  <a:cubicBezTo>
                    <a:pt x="649" y="339"/>
                    <a:pt x="1162" y="269"/>
                    <a:pt x="1674" y="176"/>
                  </a:cubicBezTo>
                  <a:cubicBezTo>
                    <a:pt x="1776" y="165"/>
                    <a:pt x="1736" y="1"/>
                    <a:pt x="1638" y="1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267" name="Google Shape;3267;p93"/>
            <p:cNvSpPr/>
            <p:nvPr/>
          </p:nvSpPr>
          <p:spPr>
            <a:xfrm>
              <a:off x="6985625" y="3266250"/>
              <a:ext cx="41975" cy="5500"/>
            </a:xfrm>
            <a:custGeom>
              <a:avLst/>
              <a:gdLst/>
              <a:ahLst/>
              <a:cxnLst/>
              <a:rect l="l" t="t" r="r" b="b"/>
              <a:pathLst>
                <a:path w="1679" h="220" extrusionOk="0">
                  <a:moveTo>
                    <a:pt x="1051" y="0"/>
                  </a:moveTo>
                  <a:cubicBezTo>
                    <a:pt x="723" y="0"/>
                    <a:pt x="385" y="34"/>
                    <a:pt x="82" y="42"/>
                  </a:cubicBezTo>
                  <a:cubicBezTo>
                    <a:pt x="0" y="42"/>
                    <a:pt x="0" y="181"/>
                    <a:pt x="82" y="181"/>
                  </a:cubicBezTo>
                  <a:cubicBezTo>
                    <a:pt x="395" y="181"/>
                    <a:pt x="747" y="220"/>
                    <a:pt x="1084" y="220"/>
                  </a:cubicBezTo>
                  <a:cubicBezTo>
                    <a:pt x="1274" y="220"/>
                    <a:pt x="1460" y="207"/>
                    <a:pt x="1632" y="170"/>
                  </a:cubicBezTo>
                  <a:cubicBezTo>
                    <a:pt x="1678" y="146"/>
                    <a:pt x="1678" y="65"/>
                    <a:pt x="1632" y="53"/>
                  </a:cubicBezTo>
                  <a:cubicBezTo>
                    <a:pt x="1450" y="13"/>
                    <a:pt x="1252" y="0"/>
                    <a:pt x="1051" y="0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268" name="Google Shape;3268;p93"/>
            <p:cNvSpPr/>
            <p:nvPr/>
          </p:nvSpPr>
          <p:spPr>
            <a:xfrm>
              <a:off x="6985725" y="3360500"/>
              <a:ext cx="31375" cy="9375"/>
            </a:xfrm>
            <a:custGeom>
              <a:avLst/>
              <a:gdLst/>
              <a:ahLst/>
              <a:cxnLst/>
              <a:rect l="l" t="t" r="r" b="b"/>
              <a:pathLst>
                <a:path w="1255" h="375" extrusionOk="0">
                  <a:moveTo>
                    <a:pt x="1173" y="1"/>
                  </a:moveTo>
                  <a:cubicBezTo>
                    <a:pt x="812" y="1"/>
                    <a:pt x="416" y="164"/>
                    <a:pt x="78" y="246"/>
                  </a:cubicBezTo>
                  <a:cubicBezTo>
                    <a:pt x="0" y="268"/>
                    <a:pt x="28" y="375"/>
                    <a:pt x="91" y="375"/>
                  </a:cubicBezTo>
                  <a:cubicBezTo>
                    <a:pt x="95" y="375"/>
                    <a:pt x="98" y="374"/>
                    <a:pt x="101" y="374"/>
                  </a:cubicBezTo>
                  <a:cubicBezTo>
                    <a:pt x="462" y="304"/>
                    <a:pt x="882" y="269"/>
                    <a:pt x="1208" y="117"/>
                  </a:cubicBezTo>
                  <a:cubicBezTo>
                    <a:pt x="1255" y="82"/>
                    <a:pt x="1232" y="1"/>
                    <a:pt x="11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269" name="Google Shape;3269;p93"/>
            <p:cNvSpPr/>
            <p:nvPr/>
          </p:nvSpPr>
          <p:spPr>
            <a:xfrm>
              <a:off x="6319000" y="2840150"/>
              <a:ext cx="62950" cy="25950"/>
            </a:xfrm>
            <a:custGeom>
              <a:avLst/>
              <a:gdLst/>
              <a:ahLst/>
              <a:cxnLst/>
              <a:rect l="l" t="t" r="r" b="b"/>
              <a:pathLst>
                <a:path w="2518" h="1038" extrusionOk="0">
                  <a:moveTo>
                    <a:pt x="1259" y="1"/>
                  </a:moveTo>
                  <a:cubicBezTo>
                    <a:pt x="560" y="1"/>
                    <a:pt x="0" y="234"/>
                    <a:pt x="0" y="525"/>
                  </a:cubicBezTo>
                  <a:cubicBezTo>
                    <a:pt x="0" y="805"/>
                    <a:pt x="560" y="1038"/>
                    <a:pt x="1259" y="1038"/>
                  </a:cubicBezTo>
                  <a:cubicBezTo>
                    <a:pt x="1958" y="1038"/>
                    <a:pt x="2518" y="805"/>
                    <a:pt x="2518" y="525"/>
                  </a:cubicBezTo>
                  <a:cubicBezTo>
                    <a:pt x="2518" y="234"/>
                    <a:pt x="1958" y="1"/>
                    <a:pt x="1259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270" name="Google Shape;3270;p93"/>
            <p:cNvSpPr/>
            <p:nvPr/>
          </p:nvSpPr>
          <p:spPr>
            <a:xfrm>
              <a:off x="6424175" y="2798700"/>
              <a:ext cx="66175" cy="67450"/>
            </a:xfrm>
            <a:custGeom>
              <a:avLst/>
              <a:gdLst/>
              <a:ahLst/>
              <a:cxnLst/>
              <a:rect l="l" t="t" r="r" b="b"/>
              <a:pathLst>
                <a:path w="2647" h="2698" extrusionOk="0">
                  <a:moveTo>
                    <a:pt x="535" y="1"/>
                  </a:moveTo>
                  <a:cubicBezTo>
                    <a:pt x="490" y="1"/>
                    <a:pt x="443" y="33"/>
                    <a:pt x="432" y="97"/>
                  </a:cubicBezTo>
                  <a:cubicBezTo>
                    <a:pt x="339" y="878"/>
                    <a:pt x="1" y="2638"/>
                    <a:pt x="1283" y="2696"/>
                  </a:cubicBezTo>
                  <a:cubicBezTo>
                    <a:pt x="1299" y="2697"/>
                    <a:pt x="1315" y="2697"/>
                    <a:pt x="1331" y="2697"/>
                  </a:cubicBezTo>
                  <a:cubicBezTo>
                    <a:pt x="1755" y="2697"/>
                    <a:pt x="2141" y="2403"/>
                    <a:pt x="2343" y="2043"/>
                  </a:cubicBezTo>
                  <a:cubicBezTo>
                    <a:pt x="2646" y="1484"/>
                    <a:pt x="2530" y="808"/>
                    <a:pt x="2425" y="213"/>
                  </a:cubicBezTo>
                  <a:cubicBezTo>
                    <a:pt x="2410" y="137"/>
                    <a:pt x="2355" y="104"/>
                    <a:pt x="2297" y="104"/>
                  </a:cubicBezTo>
                  <a:cubicBezTo>
                    <a:pt x="2213" y="104"/>
                    <a:pt x="2124" y="173"/>
                    <a:pt x="2145" y="283"/>
                  </a:cubicBezTo>
                  <a:cubicBezTo>
                    <a:pt x="2227" y="750"/>
                    <a:pt x="2331" y="1286"/>
                    <a:pt x="2157" y="1752"/>
                  </a:cubicBezTo>
                  <a:cubicBezTo>
                    <a:pt x="2022" y="2092"/>
                    <a:pt x="1696" y="2405"/>
                    <a:pt x="1340" y="2405"/>
                  </a:cubicBezTo>
                  <a:cubicBezTo>
                    <a:pt x="1233" y="2405"/>
                    <a:pt x="1123" y="2376"/>
                    <a:pt x="1014" y="2311"/>
                  </a:cubicBezTo>
                  <a:cubicBezTo>
                    <a:pt x="269" y="1880"/>
                    <a:pt x="677" y="773"/>
                    <a:pt x="630" y="97"/>
                  </a:cubicBezTo>
                  <a:cubicBezTo>
                    <a:pt x="624" y="33"/>
                    <a:pt x="580" y="1"/>
                    <a:pt x="53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271" name="Google Shape;3271;p93"/>
            <p:cNvSpPr/>
            <p:nvPr/>
          </p:nvSpPr>
          <p:spPr>
            <a:xfrm>
              <a:off x="6326175" y="2736125"/>
              <a:ext cx="92500" cy="78600"/>
            </a:xfrm>
            <a:custGeom>
              <a:avLst/>
              <a:gdLst/>
              <a:ahLst/>
              <a:cxnLst/>
              <a:rect l="l" t="t" r="r" b="b"/>
              <a:pathLst>
                <a:path w="3700" h="3144" extrusionOk="0">
                  <a:moveTo>
                    <a:pt x="1564" y="1"/>
                  </a:moveTo>
                  <a:cubicBezTo>
                    <a:pt x="79" y="1"/>
                    <a:pt x="1" y="1893"/>
                    <a:pt x="168" y="3008"/>
                  </a:cubicBezTo>
                  <a:cubicBezTo>
                    <a:pt x="183" y="3101"/>
                    <a:pt x="266" y="3144"/>
                    <a:pt x="350" y="3144"/>
                  </a:cubicBezTo>
                  <a:cubicBezTo>
                    <a:pt x="454" y="3144"/>
                    <a:pt x="560" y="3078"/>
                    <a:pt x="541" y="2961"/>
                  </a:cubicBezTo>
                  <a:cubicBezTo>
                    <a:pt x="432" y="2077"/>
                    <a:pt x="343" y="385"/>
                    <a:pt x="1568" y="385"/>
                  </a:cubicBezTo>
                  <a:cubicBezTo>
                    <a:pt x="1650" y="385"/>
                    <a:pt x="1739" y="393"/>
                    <a:pt x="1834" y="409"/>
                  </a:cubicBezTo>
                  <a:cubicBezTo>
                    <a:pt x="3151" y="642"/>
                    <a:pt x="3233" y="2006"/>
                    <a:pt x="3338" y="3078"/>
                  </a:cubicBezTo>
                  <a:cubicBezTo>
                    <a:pt x="3338" y="3089"/>
                    <a:pt x="3347" y="3095"/>
                    <a:pt x="3357" y="3095"/>
                  </a:cubicBezTo>
                  <a:cubicBezTo>
                    <a:pt x="3367" y="3095"/>
                    <a:pt x="3379" y="3089"/>
                    <a:pt x="3384" y="3078"/>
                  </a:cubicBezTo>
                  <a:cubicBezTo>
                    <a:pt x="3699" y="1877"/>
                    <a:pt x="3210" y="164"/>
                    <a:pt x="1776" y="13"/>
                  </a:cubicBezTo>
                  <a:cubicBezTo>
                    <a:pt x="1702" y="5"/>
                    <a:pt x="1632" y="1"/>
                    <a:pt x="15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272" name="Google Shape;3272;p93"/>
            <p:cNvSpPr/>
            <p:nvPr/>
          </p:nvSpPr>
          <p:spPr>
            <a:xfrm>
              <a:off x="6537800" y="2840150"/>
              <a:ext cx="63250" cy="25950"/>
            </a:xfrm>
            <a:custGeom>
              <a:avLst/>
              <a:gdLst/>
              <a:ahLst/>
              <a:cxnLst/>
              <a:rect l="l" t="t" r="r" b="b"/>
              <a:pathLst>
                <a:path w="2530" h="1038" extrusionOk="0">
                  <a:moveTo>
                    <a:pt x="1271" y="1"/>
                  </a:moveTo>
                  <a:cubicBezTo>
                    <a:pt x="572" y="1"/>
                    <a:pt x="1" y="234"/>
                    <a:pt x="1" y="525"/>
                  </a:cubicBezTo>
                  <a:cubicBezTo>
                    <a:pt x="1" y="805"/>
                    <a:pt x="572" y="1038"/>
                    <a:pt x="1271" y="1038"/>
                  </a:cubicBezTo>
                  <a:cubicBezTo>
                    <a:pt x="1959" y="1038"/>
                    <a:pt x="2530" y="805"/>
                    <a:pt x="2530" y="525"/>
                  </a:cubicBezTo>
                  <a:cubicBezTo>
                    <a:pt x="2530" y="234"/>
                    <a:pt x="1959" y="1"/>
                    <a:pt x="127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273" name="Google Shape;3273;p93"/>
            <p:cNvSpPr/>
            <p:nvPr/>
          </p:nvSpPr>
          <p:spPr>
            <a:xfrm>
              <a:off x="6501100" y="2736125"/>
              <a:ext cx="92475" cy="78600"/>
            </a:xfrm>
            <a:custGeom>
              <a:avLst/>
              <a:gdLst/>
              <a:ahLst/>
              <a:cxnLst/>
              <a:rect l="l" t="t" r="r" b="b"/>
              <a:pathLst>
                <a:path w="3699" h="3144" extrusionOk="0">
                  <a:moveTo>
                    <a:pt x="2135" y="1"/>
                  </a:moveTo>
                  <a:cubicBezTo>
                    <a:pt x="2068" y="1"/>
                    <a:pt x="1997" y="5"/>
                    <a:pt x="1923" y="13"/>
                  </a:cubicBezTo>
                  <a:cubicBezTo>
                    <a:pt x="490" y="164"/>
                    <a:pt x="0" y="1877"/>
                    <a:pt x="315" y="3078"/>
                  </a:cubicBezTo>
                  <a:cubicBezTo>
                    <a:pt x="321" y="3089"/>
                    <a:pt x="332" y="3095"/>
                    <a:pt x="343" y="3095"/>
                  </a:cubicBezTo>
                  <a:cubicBezTo>
                    <a:pt x="353" y="3095"/>
                    <a:pt x="362" y="3089"/>
                    <a:pt x="362" y="3078"/>
                  </a:cubicBezTo>
                  <a:cubicBezTo>
                    <a:pt x="478" y="2006"/>
                    <a:pt x="548" y="642"/>
                    <a:pt x="1865" y="409"/>
                  </a:cubicBezTo>
                  <a:cubicBezTo>
                    <a:pt x="1960" y="393"/>
                    <a:pt x="2049" y="385"/>
                    <a:pt x="2132" y="385"/>
                  </a:cubicBezTo>
                  <a:cubicBezTo>
                    <a:pt x="3358" y="385"/>
                    <a:pt x="3279" y="2077"/>
                    <a:pt x="3159" y="2961"/>
                  </a:cubicBezTo>
                  <a:cubicBezTo>
                    <a:pt x="3146" y="3078"/>
                    <a:pt x="3251" y="3144"/>
                    <a:pt x="3354" y="3144"/>
                  </a:cubicBezTo>
                  <a:cubicBezTo>
                    <a:pt x="3436" y="3144"/>
                    <a:pt x="3516" y="3101"/>
                    <a:pt x="3532" y="3008"/>
                  </a:cubicBezTo>
                  <a:cubicBezTo>
                    <a:pt x="3699" y="1893"/>
                    <a:pt x="3621" y="1"/>
                    <a:pt x="213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274" name="Google Shape;3274;p93"/>
            <p:cNvSpPr/>
            <p:nvPr/>
          </p:nvSpPr>
          <p:spPr>
            <a:xfrm>
              <a:off x="7085550" y="2961450"/>
              <a:ext cx="125900" cy="506125"/>
            </a:xfrm>
            <a:custGeom>
              <a:avLst/>
              <a:gdLst/>
              <a:ahLst/>
              <a:cxnLst/>
              <a:rect l="l" t="t" r="r" b="b"/>
              <a:pathLst>
                <a:path w="5036" h="20245" extrusionOk="0">
                  <a:moveTo>
                    <a:pt x="72" y="0"/>
                  </a:moveTo>
                  <a:cubicBezTo>
                    <a:pt x="36" y="0"/>
                    <a:pt x="0" y="42"/>
                    <a:pt x="24" y="90"/>
                  </a:cubicBezTo>
                  <a:cubicBezTo>
                    <a:pt x="1422" y="3225"/>
                    <a:pt x="2483" y="6500"/>
                    <a:pt x="3136" y="9879"/>
                  </a:cubicBezTo>
                  <a:cubicBezTo>
                    <a:pt x="3788" y="13306"/>
                    <a:pt x="3777" y="16639"/>
                    <a:pt x="3893" y="20100"/>
                  </a:cubicBezTo>
                  <a:cubicBezTo>
                    <a:pt x="3899" y="20198"/>
                    <a:pt x="3967" y="20244"/>
                    <a:pt x="4037" y="20244"/>
                  </a:cubicBezTo>
                  <a:cubicBezTo>
                    <a:pt x="4109" y="20244"/>
                    <a:pt x="4184" y="20195"/>
                    <a:pt x="4196" y="20100"/>
                  </a:cubicBezTo>
                  <a:cubicBezTo>
                    <a:pt x="5035" y="13364"/>
                    <a:pt x="3031" y="6034"/>
                    <a:pt x="117" y="32"/>
                  </a:cubicBezTo>
                  <a:cubicBezTo>
                    <a:pt x="106" y="9"/>
                    <a:pt x="89" y="0"/>
                    <a:pt x="7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275" name="Google Shape;3275;p93"/>
            <p:cNvSpPr/>
            <p:nvPr/>
          </p:nvSpPr>
          <p:spPr>
            <a:xfrm>
              <a:off x="5806500" y="3037875"/>
              <a:ext cx="55875" cy="243700"/>
            </a:xfrm>
            <a:custGeom>
              <a:avLst/>
              <a:gdLst/>
              <a:ahLst/>
              <a:cxnLst/>
              <a:rect l="l" t="t" r="r" b="b"/>
              <a:pathLst>
                <a:path w="2235" h="9748" extrusionOk="0">
                  <a:moveTo>
                    <a:pt x="2056" y="1"/>
                  </a:moveTo>
                  <a:cubicBezTo>
                    <a:pt x="1998" y="1"/>
                    <a:pt x="1939" y="30"/>
                    <a:pt x="1912" y="98"/>
                  </a:cubicBezTo>
                  <a:cubicBezTo>
                    <a:pt x="653" y="3151"/>
                    <a:pt x="1" y="6368"/>
                    <a:pt x="175" y="9678"/>
                  </a:cubicBezTo>
                  <a:cubicBezTo>
                    <a:pt x="181" y="9724"/>
                    <a:pt x="219" y="9748"/>
                    <a:pt x="256" y="9748"/>
                  </a:cubicBezTo>
                  <a:cubicBezTo>
                    <a:pt x="292" y="9748"/>
                    <a:pt x="327" y="9724"/>
                    <a:pt x="327" y="9678"/>
                  </a:cubicBezTo>
                  <a:cubicBezTo>
                    <a:pt x="385" y="6368"/>
                    <a:pt x="933" y="3233"/>
                    <a:pt x="2192" y="180"/>
                  </a:cubicBezTo>
                  <a:cubicBezTo>
                    <a:pt x="2234" y="73"/>
                    <a:pt x="2147" y="1"/>
                    <a:pt x="2056" y="1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sp>
        <p:nvSpPr>
          <p:cNvPr id="88" name="Google Shape;3229;p93"/>
          <p:cNvSpPr txBox="1">
            <a:spLocks noGrp="1"/>
          </p:cNvSpPr>
          <p:nvPr>
            <p:ph type="title"/>
          </p:nvPr>
        </p:nvSpPr>
        <p:spPr>
          <a:xfrm>
            <a:off x="813318" y="869175"/>
            <a:ext cx="6442278" cy="550447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indent="0">
              <a:lnSpc>
                <a:spcPts val="5470"/>
              </a:lnSpc>
            </a:pPr>
            <a:r>
              <a:rPr lang="en-US" sz="3200" b="1" spc="-131" dirty="0" smtClean="0">
                <a:solidFill>
                  <a:schemeClr val="bg2"/>
                </a:solidFill>
                <a:latin typeface="p22-mackinac-pro" pitchFamily="34" charset="0"/>
                <a:ea typeface="p22-mackinac-pro" pitchFamily="34" charset="-122"/>
                <a:cs typeface="p22-mackinac-pro" pitchFamily="34" charset="-120"/>
              </a:rPr>
              <a:t>Different lab equipment.</a:t>
            </a:r>
            <a:endParaRPr lang="en-US" sz="3200" dirty="0">
              <a:solidFill>
                <a:schemeClr val="bg2"/>
              </a:solidFill>
            </a:endParaRPr>
          </a:p>
        </p:txBody>
      </p:sp>
      <p:pic>
        <p:nvPicPr>
          <p:cNvPr id="3074" name="Picture 2" descr="20 Common School Science Laboratory Equipment | eBay"/>
          <p:cNvPicPr>
            <a:picLocks noChangeAspect="1" noChangeArrowheads="1"/>
          </p:cNvPicPr>
          <p:nvPr/>
        </p:nvPicPr>
        <p:blipFill rotWithShape="1"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0910" b="4119"/>
          <a:stretch>
            <a:fillRect/>
          </a:stretch>
        </p:blipFill>
        <p:spPr bwMode="auto">
          <a:xfrm>
            <a:off x="908737" y="1278075"/>
            <a:ext cx="7020260" cy="36093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2" name="Google Shape;2512;p81"/>
          <p:cNvSpPr/>
          <p:nvPr/>
        </p:nvSpPr>
        <p:spPr>
          <a:xfrm>
            <a:off x="4034631" y="2520128"/>
            <a:ext cx="1074821" cy="1316272"/>
          </a:xfrm>
          <a:custGeom>
            <a:avLst/>
            <a:gdLst/>
            <a:ahLst/>
            <a:cxnLst/>
            <a:rect l="l" t="t" r="r" b="b"/>
            <a:pathLst>
              <a:path w="33818" h="41415" extrusionOk="0">
                <a:moveTo>
                  <a:pt x="25840" y="1"/>
                </a:moveTo>
                <a:lnTo>
                  <a:pt x="25840" y="1"/>
                </a:lnTo>
                <a:cubicBezTo>
                  <a:pt x="23244" y="4454"/>
                  <a:pt x="20958" y="8812"/>
                  <a:pt x="18362" y="13218"/>
                </a:cubicBezTo>
                <a:cubicBezTo>
                  <a:pt x="17171" y="10170"/>
                  <a:pt x="16099" y="7336"/>
                  <a:pt x="14980" y="4454"/>
                </a:cubicBezTo>
                <a:cubicBezTo>
                  <a:pt x="14623" y="4740"/>
                  <a:pt x="14671" y="5026"/>
                  <a:pt x="14623" y="5264"/>
                </a:cubicBezTo>
                <a:cubicBezTo>
                  <a:pt x="14051" y="8169"/>
                  <a:pt x="13504" y="11075"/>
                  <a:pt x="12932" y="13980"/>
                </a:cubicBezTo>
                <a:cubicBezTo>
                  <a:pt x="12815" y="14537"/>
                  <a:pt x="12770" y="14761"/>
                  <a:pt x="12541" y="14761"/>
                </a:cubicBezTo>
                <a:cubicBezTo>
                  <a:pt x="12398" y="14761"/>
                  <a:pt x="12184" y="14674"/>
                  <a:pt x="11837" y="14528"/>
                </a:cubicBezTo>
                <a:cubicBezTo>
                  <a:pt x="9503" y="13575"/>
                  <a:pt x="7145" y="12622"/>
                  <a:pt x="4788" y="11646"/>
                </a:cubicBezTo>
                <a:cubicBezTo>
                  <a:pt x="4508" y="11546"/>
                  <a:pt x="4244" y="11362"/>
                  <a:pt x="3928" y="11362"/>
                </a:cubicBezTo>
                <a:cubicBezTo>
                  <a:pt x="3867" y="11362"/>
                  <a:pt x="3805" y="11369"/>
                  <a:pt x="3740" y="11384"/>
                </a:cubicBezTo>
                <a:cubicBezTo>
                  <a:pt x="3763" y="11646"/>
                  <a:pt x="3930" y="11789"/>
                  <a:pt x="4073" y="11979"/>
                </a:cubicBezTo>
                <a:cubicBezTo>
                  <a:pt x="5740" y="14075"/>
                  <a:pt x="7407" y="16195"/>
                  <a:pt x="9074" y="18314"/>
                </a:cubicBezTo>
                <a:cubicBezTo>
                  <a:pt x="9717" y="19148"/>
                  <a:pt x="9717" y="19148"/>
                  <a:pt x="8931" y="19791"/>
                </a:cubicBezTo>
                <a:cubicBezTo>
                  <a:pt x="6240" y="22005"/>
                  <a:pt x="3525" y="24196"/>
                  <a:pt x="858" y="26411"/>
                </a:cubicBezTo>
                <a:cubicBezTo>
                  <a:pt x="549" y="26673"/>
                  <a:pt x="144" y="26840"/>
                  <a:pt x="1" y="27292"/>
                </a:cubicBezTo>
                <a:cubicBezTo>
                  <a:pt x="73" y="27314"/>
                  <a:pt x="143" y="27322"/>
                  <a:pt x="212" y="27322"/>
                </a:cubicBezTo>
                <a:cubicBezTo>
                  <a:pt x="369" y="27322"/>
                  <a:pt x="518" y="27278"/>
                  <a:pt x="668" y="27244"/>
                </a:cubicBezTo>
                <a:cubicBezTo>
                  <a:pt x="3930" y="26482"/>
                  <a:pt x="7169" y="25697"/>
                  <a:pt x="10408" y="24958"/>
                </a:cubicBezTo>
                <a:cubicBezTo>
                  <a:pt x="10651" y="24904"/>
                  <a:pt x="10830" y="24871"/>
                  <a:pt x="10960" y="24871"/>
                </a:cubicBezTo>
                <a:cubicBezTo>
                  <a:pt x="11286" y="24871"/>
                  <a:pt x="11289" y="25082"/>
                  <a:pt x="11170" y="25697"/>
                </a:cubicBezTo>
                <a:cubicBezTo>
                  <a:pt x="10479" y="29483"/>
                  <a:pt x="9789" y="33270"/>
                  <a:pt x="9098" y="37080"/>
                </a:cubicBezTo>
                <a:cubicBezTo>
                  <a:pt x="8836" y="38509"/>
                  <a:pt x="8598" y="39938"/>
                  <a:pt x="8336" y="41366"/>
                </a:cubicBezTo>
                <a:cubicBezTo>
                  <a:pt x="8431" y="41390"/>
                  <a:pt x="8503" y="41414"/>
                  <a:pt x="8574" y="41414"/>
                </a:cubicBezTo>
                <a:cubicBezTo>
                  <a:pt x="11289" y="37437"/>
                  <a:pt x="13980" y="33460"/>
                  <a:pt x="16790" y="29340"/>
                </a:cubicBezTo>
                <a:cubicBezTo>
                  <a:pt x="18671" y="33365"/>
                  <a:pt x="20457" y="37199"/>
                  <a:pt x="22267" y="41057"/>
                </a:cubicBezTo>
                <a:lnTo>
                  <a:pt x="22482" y="40985"/>
                </a:lnTo>
                <a:cubicBezTo>
                  <a:pt x="22482" y="36627"/>
                  <a:pt x="22339" y="32246"/>
                  <a:pt x="22053" y="27792"/>
                </a:cubicBezTo>
                <a:lnTo>
                  <a:pt x="22053" y="27792"/>
                </a:lnTo>
                <a:cubicBezTo>
                  <a:pt x="26078" y="28911"/>
                  <a:pt x="29936" y="30007"/>
                  <a:pt x="33817" y="31079"/>
                </a:cubicBezTo>
                <a:cubicBezTo>
                  <a:pt x="33698" y="30674"/>
                  <a:pt x="33484" y="30412"/>
                  <a:pt x="33270" y="30174"/>
                </a:cubicBezTo>
                <a:cubicBezTo>
                  <a:pt x="30698" y="27411"/>
                  <a:pt x="28102" y="24649"/>
                  <a:pt x="25530" y="21886"/>
                </a:cubicBezTo>
                <a:cubicBezTo>
                  <a:pt x="24839" y="21148"/>
                  <a:pt x="24720" y="21196"/>
                  <a:pt x="25554" y="20410"/>
                </a:cubicBezTo>
                <a:cubicBezTo>
                  <a:pt x="28126" y="18076"/>
                  <a:pt x="30674" y="15695"/>
                  <a:pt x="33246" y="13337"/>
                </a:cubicBezTo>
                <a:cubicBezTo>
                  <a:pt x="33389" y="13194"/>
                  <a:pt x="33651" y="13123"/>
                  <a:pt x="33460" y="12765"/>
                </a:cubicBezTo>
                <a:lnTo>
                  <a:pt x="33460" y="12765"/>
                </a:lnTo>
                <a:cubicBezTo>
                  <a:pt x="31936" y="13099"/>
                  <a:pt x="30412" y="13432"/>
                  <a:pt x="28888" y="13766"/>
                </a:cubicBezTo>
                <a:cubicBezTo>
                  <a:pt x="27126" y="14147"/>
                  <a:pt x="25363" y="14551"/>
                  <a:pt x="23625" y="14932"/>
                </a:cubicBezTo>
                <a:cubicBezTo>
                  <a:pt x="23444" y="14971"/>
                  <a:pt x="23306" y="14994"/>
                  <a:pt x="23204" y="14994"/>
                </a:cubicBezTo>
                <a:cubicBezTo>
                  <a:pt x="22931" y="14994"/>
                  <a:pt x="22912" y="14829"/>
                  <a:pt x="22982" y="14361"/>
                </a:cubicBezTo>
                <a:cubicBezTo>
                  <a:pt x="23006" y="14266"/>
                  <a:pt x="23029" y="14194"/>
                  <a:pt x="23029" y="14123"/>
                </a:cubicBezTo>
                <a:cubicBezTo>
                  <a:pt x="23815" y="10432"/>
                  <a:pt x="24601" y="6740"/>
                  <a:pt x="25363" y="3049"/>
                </a:cubicBezTo>
                <a:cubicBezTo>
                  <a:pt x="25530" y="2120"/>
                  <a:pt x="25863" y="1215"/>
                  <a:pt x="25840" y="1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2513" name="Google Shape;2513;p81"/>
          <p:cNvSpPr/>
          <p:nvPr/>
        </p:nvSpPr>
        <p:spPr>
          <a:xfrm flipH="1">
            <a:off x="-162" y="2330826"/>
            <a:ext cx="4504937" cy="2813618"/>
          </a:xfrm>
          <a:custGeom>
            <a:avLst/>
            <a:gdLst/>
            <a:ahLst/>
            <a:cxnLst/>
            <a:rect l="l" t="t" r="r" b="b"/>
            <a:pathLst>
              <a:path w="209240" h="120575" extrusionOk="0">
                <a:moveTo>
                  <a:pt x="0" y="120446"/>
                </a:moveTo>
                <a:lnTo>
                  <a:pt x="209240" y="0"/>
                </a:lnTo>
                <a:lnTo>
                  <a:pt x="209240" y="70819"/>
                </a:lnTo>
                <a:lnTo>
                  <a:pt x="90481" y="120575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</p:sp>
      <p:sp>
        <p:nvSpPr>
          <p:cNvPr id="2514" name="Google Shape;2514;p81"/>
          <p:cNvSpPr txBox="1">
            <a:spLocks noGrp="1"/>
          </p:cNvSpPr>
          <p:nvPr>
            <p:ph type="title"/>
          </p:nvPr>
        </p:nvSpPr>
        <p:spPr>
          <a:xfrm>
            <a:off x="1755675" y="474498"/>
            <a:ext cx="5541600" cy="2529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 smtClean="0">
                <a:solidFill>
                  <a:schemeClr val="lt2"/>
                </a:solidFill>
              </a:rPr>
              <a:t>Study well</a:t>
            </a:r>
            <a:endParaRPr dirty="0"/>
          </a:p>
        </p:txBody>
      </p:sp>
      <p:sp>
        <p:nvSpPr>
          <p:cNvPr id="2515" name="Google Shape;2515;p81"/>
          <p:cNvSpPr/>
          <p:nvPr/>
        </p:nvSpPr>
        <p:spPr>
          <a:xfrm rot="-10087101">
            <a:off x="-334989" y="3905941"/>
            <a:ext cx="2225325" cy="2114241"/>
          </a:xfrm>
          <a:custGeom>
            <a:avLst/>
            <a:gdLst/>
            <a:ahLst/>
            <a:cxnLst/>
            <a:rect l="l" t="t" r="r" b="b"/>
            <a:pathLst>
              <a:path w="68206" h="79041" fill="none" extrusionOk="0">
                <a:moveTo>
                  <a:pt x="63443" y="14218"/>
                </a:moveTo>
                <a:cubicBezTo>
                  <a:pt x="63443" y="14218"/>
                  <a:pt x="52345" y="26125"/>
                  <a:pt x="15814" y="16599"/>
                </a:cubicBezTo>
                <a:cubicBezTo>
                  <a:pt x="12861" y="15837"/>
                  <a:pt x="9312" y="13717"/>
                  <a:pt x="7312" y="11479"/>
                </a:cubicBezTo>
                <a:cubicBezTo>
                  <a:pt x="4621" y="8478"/>
                  <a:pt x="5312" y="4096"/>
                  <a:pt x="8812" y="2120"/>
                </a:cubicBezTo>
                <a:cubicBezTo>
                  <a:pt x="12504" y="0"/>
                  <a:pt x="17671" y="1810"/>
                  <a:pt x="20981" y="3954"/>
                </a:cubicBezTo>
                <a:cubicBezTo>
                  <a:pt x="37390" y="14551"/>
                  <a:pt x="44058" y="45772"/>
                  <a:pt x="22958" y="55250"/>
                </a:cubicBezTo>
                <a:cubicBezTo>
                  <a:pt x="18886" y="57060"/>
                  <a:pt x="13456" y="56464"/>
                  <a:pt x="9384" y="55035"/>
                </a:cubicBezTo>
                <a:cubicBezTo>
                  <a:pt x="1858" y="52368"/>
                  <a:pt x="1" y="45367"/>
                  <a:pt x="7502" y="41175"/>
                </a:cubicBezTo>
                <a:cubicBezTo>
                  <a:pt x="8598" y="40580"/>
                  <a:pt x="9860" y="40318"/>
                  <a:pt x="11098" y="40175"/>
                </a:cubicBezTo>
                <a:cubicBezTo>
                  <a:pt x="21886" y="38913"/>
                  <a:pt x="33151" y="42866"/>
                  <a:pt x="41414" y="49772"/>
                </a:cubicBezTo>
                <a:cubicBezTo>
                  <a:pt x="45606" y="53273"/>
                  <a:pt x="49106" y="57655"/>
                  <a:pt x="51297" y="62656"/>
                </a:cubicBezTo>
                <a:cubicBezTo>
                  <a:pt x="52607" y="65680"/>
                  <a:pt x="54084" y="69372"/>
                  <a:pt x="53774" y="72706"/>
                </a:cubicBezTo>
                <a:cubicBezTo>
                  <a:pt x="53369" y="77111"/>
                  <a:pt x="48749" y="79040"/>
                  <a:pt x="44963" y="76492"/>
                </a:cubicBezTo>
                <a:cubicBezTo>
                  <a:pt x="40700" y="73611"/>
                  <a:pt x="41795" y="66704"/>
                  <a:pt x="43391" y="62608"/>
                </a:cubicBezTo>
                <a:cubicBezTo>
                  <a:pt x="47487" y="52082"/>
                  <a:pt x="61157" y="55631"/>
                  <a:pt x="68206" y="61060"/>
                </a:cubicBezTo>
              </a:path>
            </a:pathLst>
          </a:custGeom>
          <a:noFill/>
          <a:ln w="19050" cap="rnd" cmpd="sng">
            <a:solidFill>
              <a:schemeClr val="dk1"/>
            </a:solidFill>
            <a:prstDash val="solid"/>
            <a:miter lim="23814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grpSp>
        <p:nvGrpSpPr>
          <p:cNvPr id="2516" name="Google Shape;2516;p81"/>
          <p:cNvGrpSpPr/>
          <p:nvPr/>
        </p:nvGrpSpPr>
        <p:grpSpPr>
          <a:xfrm rot="10800000" flipH="1">
            <a:off x="656908" y="534999"/>
            <a:ext cx="1495621" cy="1291831"/>
            <a:chOff x="5614619" y="2740966"/>
            <a:chExt cx="1495621" cy="1291831"/>
          </a:xfrm>
        </p:grpSpPr>
        <p:sp>
          <p:nvSpPr>
            <p:cNvPr id="2517" name="Google Shape;2517;p81"/>
            <p:cNvSpPr/>
            <p:nvPr/>
          </p:nvSpPr>
          <p:spPr>
            <a:xfrm>
              <a:off x="5614619" y="3232736"/>
              <a:ext cx="233570" cy="259568"/>
            </a:xfrm>
            <a:custGeom>
              <a:avLst/>
              <a:gdLst/>
              <a:ahLst/>
              <a:cxnLst/>
              <a:rect l="l" t="t" r="r" b="b"/>
              <a:pathLst>
                <a:path w="7349" h="8167" extrusionOk="0">
                  <a:moveTo>
                    <a:pt x="2648" y="0"/>
                  </a:moveTo>
                  <a:cubicBezTo>
                    <a:pt x="2113" y="0"/>
                    <a:pt x="1614" y="173"/>
                    <a:pt x="1262" y="512"/>
                  </a:cubicBezTo>
                  <a:cubicBezTo>
                    <a:pt x="453" y="1275"/>
                    <a:pt x="0" y="2275"/>
                    <a:pt x="96" y="3394"/>
                  </a:cubicBezTo>
                  <a:cubicBezTo>
                    <a:pt x="286" y="5466"/>
                    <a:pt x="1644" y="7442"/>
                    <a:pt x="3882" y="8038"/>
                  </a:cubicBezTo>
                  <a:cubicBezTo>
                    <a:pt x="4194" y="8124"/>
                    <a:pt x="4508" y="8167"/>
                    <a:pt x="4812" y="8167"/>
                  </a:cubicBezTo>
                  <a:cubicBezTo>
                    <a:pt x="6181" y="8167"/>
                    <a:pt x="7348" y="7306"/>
                    <a:pt x="7192" y="5728"/>
                  </a:cubicBezTo>
                  <a:cubicBezTo>
                    <a:pt x="7002" y="3513"/>
                    <a:pt x="6002" y="1751"/>
                    <a:pt x="4192" y="489"/>
                  </a:cubicBezTo>
                  <a:cubicBezTo>
                    <a:pt x="3712" y="161"/>
                    <a:pt x="3164" y="0"/>
                    <a:pt x="2648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518" name="Google Shape;2518;p81"/>
            <p:cNvSpPr/>
            <p:nvPr/>
          </p:nvSpPr>
          <p:spPr>
            <a:xfrm>
              <a:off x="5985489" y="3413038"/>
              <a:ext cx="243740" cy="219522"/>
            </a:xfrm>
            <a:custGeom>
              <a:avLst/>
              <a:gdLst/>
              <a:ahLst/>
              <a:cxnLst/>
              <a:rect l="l" t="t" r="r" b="b"/>
              <a:pathLst>
                <a:path w="7669" h="6907" extrusionOk="0">
                  <a:moveTo>
                    <a:pt x="2579" y="0"/>
                  </a:moveTo>
                  <a:cubicBezTo>
                    <a:pt x="1203" y="0"/>
                    <a:pt x="0" y="1093"/>
                    <a:pt x="0" y="2436"/>
                  </a:cubicBezTo>
                  <a:cubicBezTo>
                    <a:pt x="0" y="3151"/>
                    <a:pt x="215" y="3960"/>
                    <a:pt x="643" y="4675"/>
                  </a:cubicBezTo>
                  <a:cubicBezTo>
                    <a:pt x="1361" y="5791"/>
                    <a:pt x="2761" y="6906"/>
                    <a:pt x="4274" y="6906"/>
                  </a:cubicBezTo>
                  <a:cubicBezTo>
                    <a:pt x="4569" y="6906"/>
                    <a:pt x="4869" y="6864"/>
                    <a:pt x="5168" y="6770"/>
                  </a:cubicBezTo>
                  <a:cubicBezTo>
                    <a:pt x="6859" y="6247"/>
                    <a:pt x="7669" y="4794"/>
                    <a:pt x="6930" y="3198"/>
                  </a:cubicBezTo>
                  <a:cubicBezTo>
                    <a:pt x="6168" y="1627"/>
                    <a:pt x="4954" y="483"/>
                    <a:pt x="3215" y="79"/>
                  </a:cubicBezTo>
                  <a:cubicBezTo>
                    <a:pt x="3002" y="25"/>
                    <a:pt x="2789" y="0"/>
                    <a:pt x="2579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519" name="Google Shape;2519;p81"/>
            <p:cNvSpPr/>
            <p:nvPr/>
          </p:nvSpPr>
          <p:spPr>
            <a:xfrm>
              <a:off x="5884071" y="2740966"/>
              <a:ext cx="218759" cy="222064"/>
            </a:xfrm>
            <a:custGeom>
              <a:avLst/>
              <a:gdLst/>
              <a:ahLst/>
              <a:cxnLst/>
              <a:rect l="l" t="t" r="r" b="b"/>
              <a:pathLst>
                <a:path w="6883" h="6987" extrusionOk="0">
                  <a:moveTo>
                    <a:pt x="3502" y="0"/>
                  </a:moveTo>
                  <a:cubicBezTo>
                    <a:pt x="2862" y="0"/>
                    <a:pt x="2233" y="161"/>
                    <a:pt x="1643" y="482"/>
                  </a:cubicBezTo>
                  <a:cubicBezTo>
                    <a:pt x="643" y="1030"/>
                    <a:pt x="0" y="2364"/>
                    <a:pt x="381" y="3340"/>
                  </a:cubicBezTo>
                  <a:cubicBezTo>
                    <a:pt x="1000" y="4983"/>
                    <a:pt x="2120" y="6174"/>
                    <a:pt x="3811" y="6793"/>
                  </a:cubicBezTo>
                  <a:cubicBezTo>
                    <a:pt x="4163" y="6925"/>
                    <a:pt x="4487" y="6986"/>
                    <a:pt x="4780" y="6986"/>
                  </a:cubicBezTo>
                  <a:cubicBezTo>
                    <a:pt x="5817" y="6986"/>
                    <a:pt x="6485" y="6218"/>
                    <a:pt x="6764" y="5031"/>
                  </a:cubicBezTo>
                  <a:cubicBezTo>
                    <a:pt x="6811" y="4769"/>
                    <a:pt x="6764" y="4507"/>
                    <a:pt x="6764" y="4269"/>
                  </a:cubicBezTo>
                  <a:cubicBezTo>
                    <a:pt x="6883" y="3435"/>
                    <a:pt x="6645" y="2673"/>
                    <a:pt x="6311" y="1959"/>
                  </a:cubicBezTo>
                  <a:cubicBezTo>
                    <a:pt x="5882" y="1006"/>
                    <a:pt x="5239" y="220"/>
                    <a:pt x="4144" y="54"/>
                  </a:cubicBezTo>
                  <a:cubicBezTo>
                    <a:pt x="3930" y="18"/>
                    <a:pt x="3715" y="0"/>
                    <a:pt x="3502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520" name="Google Shape;2520;p81"/>
            <p:cNvSpPr/>
            <p:nvPr/>
          </p:nvSpPr>
          <p:spPr>
            <a:xfrm>
              <a:off x="6513046" y="3075190"/>
              <a:ext cx="249779" cy="202200"/>
            </a:xfrm>
            <a:custGeom>
              <a:avLst/>
              <a:gdLst/>
              <a:ahLst/>
              <a:cxnLst/>
              <a:rect l="l" t="t" r="r" b="b"/>
              <a:pathLst>
                <a:path w="7859" h="6362" extrusionOk="0">
                  <a:moveTo>
                    <a:pt x="2811" y="0"/>
                  </a:moveTo>
                  <a:cubicBezTo>
                    <a:pt x="2016" y="0"/>
                    <a:pt x="1274" y="376"/>
                    <a:pt x="715" y="1064"/>
                  </a:cubicBezTo>
                  <a:cubicBezTo>
                    <a:pt x="0" y="1945"/>
                    <a:pt x="0" y="3064"/>
                    <a:pt x="810" y="4160"/>
                  </a:cubicBezTo>
                  <a:cubicBezTo>
                    <a:pt x="1874" y="5571"/>
                    <a:pt x="3275" y="6353"/>
                    <a:pt x="5057" y="6353"/>
                  </a:cubicBezTo>
                  <a:cubicBezTo>
                    <a:pt x="5109" y="6353"/>
                    <a:pt x="5162" y="6352"/>
                    <a:pt x="5215" y="6351"/>
                  </a:cubicBezTo>
                  <a:cubicBezTo>
                    <a:pt x="5358" y="6351"/>
                    <a:pt x="5512" y="6361"/>
                    <a:pt x="5662" y="6361"/>
                  </a:cubicBezTo>
                  <a:cubicBezTo>
                    <a:pt x="5737" y="6361"/>
                    <a:pt x="5811" y="6359"/>
                    <a:pt x="5882" y="6351"/>
                  </a:cubicBezTo>
                  <a:cubicBezTo>
                    <a:pt x="7240" y="6255"/>
                    <a:pt x="7859" y="5303"/>
                    <a:pt x="7454" y="4041"/>
                  </a:cubicBezTo>
                  <a:cubicBezTo>
                    <a:pt x="6883" y="2278"/>
                    <a:pt x="5668" y="1040"/>
                    <a:pt x="4001" y="278"/>
                  </a:cubicBezTo>
                  <a:cubicBezTo>
                    <a:pt x="3602" y="90"/>
                    <a:pt x="3200" y="0"/>
                    <a:pt x="2811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521" name="Google Shape;2521;p81"/>
            <p:cNvSpPr/>
            <p:nvPr/>
          </p:nvSpPr>
          <p:spPr>
            <a:xfrm>
              <a:off x="6376795" y="3405887"/>
              <a:ext cx="229470" cy="191839"/>
            </a:xfrm>
            <a:custGeom>
              <a:avLst/>
              <a:gdLst/>
              <a:ahLst/>
              <a:cxnLst/>
              <a:rect l="l" t="t" r="r" b="b"/>
              <a:pathLst>
                <a:path w="7220" h="6036" extrusionOk="0">
                  <a:moveTo>
                    <a:pt x="2204" y="1"/>
                  </a:moveTo>
                  <a:cubicBezTo>
                    <a:pt x="1854" y="1"/>
                    <a:pt x="1482" y="140"/>
                    <a:pt x="1144" y="280"/>
                  </a:cubicBezTo>
                  <a:cubicBezTo>
                    <a:pt x="477" y="566"/>
                    <a:pt x="1" y="1399"/>
                    <a:pt x="96" y="2114"/>
                  </a:cubicBezTo>
                  <a:cubicBezTo>
                    <a:pt x="429" y="4424"/>
                    <a:pt x="1858" y="5829"/>
                    <a:pt x="4049" y="6019"/>
                  </a:cubicBezTo>
                  <a:cubicBezTo>
                    <a:pt x="4166" y="6030"/>
                    <a:pt x="4282" y="6036"/>
                    <a:pt x="4395" y="6036"/>
                  </a:cubicBezTo>
                  <a:cubicBezTo>
                    <a:pt x="5995" y="6036"/>
                    <a:pt x="7220" y="4946"/>
                    <a:pt x="6597" y="2923"/>
                  </a:cubicBezTo>
                  <a:cubicBezTo>
                    <a:pt x="6168" y="1518"/>
                    <a:pt x="4478" y="42"/>
                    <a:pt x="2406" y="18"/>
                  </a:cubicBezTo>
                  <a:cubicBezTo>
                    <a:pt x="2340" y="6"/>
                    <a:pt x="2272" y="1"/>
                    <a:pt x="2204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522" name="Google Shape;2522;p81"/>
            <p:cNvSpPr/>
            <p:nvPr/>
          </p:nvSpPr>
          <p:spPr>
            <a:xfrm>
              <a:off x="6099715" y="3104208"/>
              <a:ext cx="178713" cy="173119"/>
            </a:xfrm>
            <a:custGeom>
              <a:avLst/>
              <a:gdLst/>
              <a:ahLst/>
              <a:cxnLst/>
              <a:rect l="l" t="t" r="r" b="b"/>
              <a:pathLst>
                <a:path w="5623" h="5447" extrusionOk="0">
                  <a:moveTo>
                    <a:pt x="2987" y="1"/>
                  </a:moveTo>
                  <a:cubicBezTo>
                    <a:pt x="2618" y="1"/>
                    <a:pt x="2239" y="92"/>
                    <a:pt x="1860" y="246"/>
                  </a:cubicBezTo>
                  <a:cubicBezTo>
                    <a:pt x="955" y="651"/>
                    <a:pt x="336" y="1246"/>
                    <a:pt x="193" y="2318"/>
                  </a:cubicBezTo>
                  <a:cubicBezTo>
                    <a:pt x="0" y="3988"/>
                    <a:pt x="1926" y="5447"/>
                    <a:pt x="3441" y="5447"/>
                  </a:cubicBezTo>
                  <a:cubicBezTo>
                    <a:pt x="3611" y="5447"/>
                    <a:pt x="3776" y="5428"/>
                    <a:pt x="3932" y="5390"/>
                  </a:cubicBezTo>
                  <a:cubicBezTo>
                    <a:pt x="5051" y="5080"/>
                    <a:pt x="5623" y="4390"/>
                    <a:pt x="5623" y="3342"/>
                  </a:cubicBezTo>
                  <a:cubicBezTo>
                    <a:pt x="5623" y="2127"/>
                    <a:pt x="5170" y="1246"/>
                    <a:pt x="4384" y="556"/>
                  </a:cubicBezTo>
                  <a:cubicBezTo>
                    <a:pt x="3950" y="162"/>
                    <a:pt x="3477" y="1"/>
                    <a:pt x="2987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523" name="Google Shape;2523;p81"/>
            <p:cNvSpPr/>
            <p:nvPr/>
          </p:nvSpPr>
          <p:spPr>
            <a:xfrm>
              <a:off x="5900121" y="3798306"/>
              <a:ext cx="164125" cy="145564"/>
            </a:xfrm>
            <a:custGeom>
              <a:avLst/>
              <a:gdLst/>
              <a:ahLst/>
              <a:cxnLst/>
              <a:rect l="l" t="t" r="r" b="b"/>
              <a:pathLst>
                <a:path w="5164" h="4580" extrusionOk="0">
                  <a:moveTo>
                    <a:pt x="2026" y="0"/>
                  </a:moveTo>
                  <a:cubicBezTo>
                    <a:pt x="859" y="0"/>
                    <a:pt x="0" y="1133"/>
                    <a:pt x="424" y="2341"/>
                  </a:cubicBezTo>
                  <a:cubicBezTo>
                    <a:pt x="877" y="3626"/>
                    <a:pt x="1758" y="4460"/>
                    <a:pt x="3187" y="4579"/>
                  </a:cubicBezTo>
                  <a:cubicBezTo>
                    <a:pt x="4020" y="4484"/>
                    <a:pt x="4639" y="4079"/>
                    <a:pt x="5163" y="3460"/>
                  </a:cubicBezTo>
                  <a:cubicBezTo>
                    <a:pt x="5139" y="3222"/>
                    <a:pt x="5163" y="3007"/>
                    <a:pt x="5115" y="2793"/>
                  </a:cubicBezTo>
                  <a:cubicBezTo>
                    <a:pt x="4806" y="1340"/>
                    <a:pt x="3901" y="412"/>
                    <a:pt x="2472" y="54"/>
                  </a:cubicBezTo>
                  <a:cubicBezTo>
                    <a:pt x="2320" y="18"/>
                    <a:pt x="2171" y="0"/>
                    <a:pt x="2026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524" name="Google Shape;2524;p81"/>
            <p:cNvSpPr/>
            <p:nvPr/>
          </p:nvSpPr>
          <p:spPr>
            <a:xfrm>
              <a:off x="6873301" y="3460045"/>
              <a:ext cx="236939" cy="186690"/>
            </a:xfrm>
            <a:custGeom>
              <a:avLst/>
              <a:gdLst/>
              <a:ahLst/>
              <a:cxnLst/>
              <a:rect l="l" t="t" r="r" b="b"/>
              <a:pathLst>
                <a:path w="7455" h="5874" extrusionOk="0">
                  <a:moveTo>
                    <a:pt x="3176" y="1"/>
                  </a:moveTo>
                  <a:cubicBezTo>
                    <a:pt x="2331" y="1"/>
                    <a:pt x="1547" y="476"/>
                    <a:pt x="882" y="1434"/>
                  </a:cubicBezTo>
                  <a:cubicBezTo>
                    <a:pt x="1" y="2648"/>
                    <a:pt x="239" y="3982"/>
                    <a:pt x="1501" y="4815"/>
                  </a:cubicBezTo>
                  <a:cubicBezTo>
                    <a:pt x="2644" y="5577"/>
                    <a:pt x="3954" y="5815"/>
                    <a:pt x="5311" y="5863"/>
                  </a:cubicBezTo>
                  <a:cubicBezTo>
                    <a:pt x="5438" y="5863"/>
                    <a:pt x="5565" y="5874"/>
                    <a:pt x="5685" y="5874"/>
                  </a:cubicBezTo>
                  <a:cubicBezTo>
                    <a:pt x="5745" y="5874"/>
                    <a:pt x="5804" y="5871"/>
                    <a:pt x="5859" y="5863"/>
                  </a:cubicBezTo>
                  <a:cubicBezTo>
                    <a:pt x="7026" y="5768"/>
                    <a:pt x="7455" y="5268"/>
                    <a:pt x="7336" y="4101"/>
                  </a:cubicBezTo>
                  <a:cubicBezTo>
                    <a:pt x="7288" y="3863"/>
                    <a:pt x="7217" y="3601"/>
                    <a:pt x="7121" y="3363"/>
                  </a:cubicBezTo>
                  <a:cubicBezTo>
                    <a:pt x="6764" y="2338"/>
                    <a:pt x="6074" y="1576"/>
                    <a:pt x="5264" y="886"/>
                  </a:cubicBezTo>
                  <a:cubicBezTo>
                    <a:pt x="4549" y="297"/>
                    <a:pt x="3844" y="1"/>
                    <a:pt x="3176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525" name="Google Shape;2525;p81"/>
            <p:cNvSpPr/>
            <p:nvPr/>
          </p:nvSpPr>
          <p:spPr>
            <a:xfrm>
              <a:off x="6360141" y="3860981"/>
              <a:ext cx="180938" cy="171816"/>
            </a:xfrm>
            <a:custGeom>
              <a:avLst/>
              <a:gdLst/>
              <a:ahLst/>
              <a:cxnLst/>
              <a:rect l="l" t="t" r="r" b="b"/>
              <a:pathLst>
                <a:path w="5693" h="5406" extrusionOk="0">
                  <a:moveTo>
                    <a:pt x="2939" y="1"/>
                  </a:moveTo>
                  <a:cubicBezTo>
                    <a:pt x="2400" y="1"/>
                    <a:pt x="1842" y="186"/>
                    <a:pt x="1310" y="559"/>
                  </a:cubicBezTo>
                  <a:cubicBezTo>
                    <a:pt x="310" y="1250"/>
                    <a:pt x="1" y="2393"/>
                    <a:pt x="477" y="3512"/>
                  </a:cubicBezTo>
                  <a:cubicBezTo>
                    <a:pt x="943" y="4665"/>
                    <a:pt x="2131" y="5406"/>
                    <a:pt x="3447" y="5406"/>
                  </a:cubicBezTo>
                  <a:cubicBezTo>
                    <a:pt x="3544" y="5406"/>
                    <a:pt x="3641" y="5402"/>
                    <a:pt x="3739" y="5393"/>
                  </a:cubicBezTo>
                  <a:cubicBezTo>
                    <a:pt x="5049" y="5298"/>
                    <a:pt x="5692" y="4607"/>
                    <a:pt x="5692" y="3298"/>
                  </a:cubicBezTo>
                  <a:cubicBezTo>
                    <a:pt x="5692" y="2321"/>
                    <a:pt x="5287" y="1321"/>
                    <a:pt x="4597" y="678"/>
                  </a:cubicBezTo>
                  <a:cubicBezTo>
                    <a:pt x="4109" y="228"/>
                    <a:pt x="3535" y="1"/>
                    <a:pt x="2939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526" name="Google Shape;2526;p81"/>
            <p:cNvSpPr/>
            <p:nvPr/>
          </p:nvSpPr>
          <p:spPr>
            <a:xfrm>
              <a:off x="6799121" y="3820808"/>
              <a:ext cx="156720" cy="160819"/>
            </a:xfrm>
            <a:custGeom>
              <a:avLst/>
              <a:gdLst/>
              <a:ahLst/>
              <a:cxnLst/>
              <a:rect l="l" t="t" r="r" b="b"/>
              <a:pathLst>
                <a:path w="4931" h="5060" extrusionOk="0">
                  <a:moveTo>
                    <a:pt x="2551" y="0"/>
                  </a:moveTo>
                  <a:cubicBezTo>
                    <a:pt x="2088" y="0"/>
                    <a:pt x="1601" y="147"/>
                    <a:pt x="1144" y="442"/>
                  </a:cubicBezTo>
                  <a:cubicBezTo>
                    <a:pt x="215" y="1013"/>
                    <a:pt x="1" y="1894"/>
                    <a:pt x="525" y="2966"/>
                  </a:cubicBezTo>
                  <a:cubicBezTo>
                    <a:pt x="954" y="3895"/>
                    <a:pt x="1692" y="4490"/>
                    <a:pt x="2621" y="4895"/>
                  </a:cubicBezTo>
                  <a:cubicBezTo>
                    <a:pt x="2887" y="5005"/>
                    <a:pt x="3137" y="5059"/>
                    <a:pt x="3368" y="5059"/>
                  </a:cubicBezTo>
                  <a:cubicBezTo>
                    <a:pt x="3986" y="5059"/>
                    <a:pt x="4469" y="4677"/>
                    <a:pt x="4764" y="3966"/>
                  </a:cubicBezTo>
                  <a:cubicBezTo>
                    <a:pt x="4883" y="3633"/>
                    <a:pt x="4907" y="3300"/>
                    <a:pt x="4907" y="2966"/>
                  </a:cubicBezTo>
                  <a:cubicBezTo>
                    <a:pt x="4931" y="2156"/>
                    <a:pt x="4597" y="1442"/>
                    <a:pt x="4145" y="799"/>
                  </a:cubicBezTo>
                  <a:cubicBezTo>
                    <a:pt x="3749" y="266"/>
                    <a:pt x="3172" y="0"/>
                    <a:pt x="2551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grpSp>
        <p:nvGrpSpPr>
          <p:cNvPr id="2527" name="Google Shape;2527;p81"/>
          <p:cNvGrpSpPr/>
          <p:nvPr/>
        </p:nvGrpSpPr>
        <p:grpSpPr>
          <a:xfrm rot="1361264">
            <a:off x="1183424" y="2443056"/>
            <a:ext cx="531338" cy="2022430"/>
            <a:chOff x="4310300" y="630450"/>
            <a:chExt cx="531350" cy="2022475"/>
          </a:xfrm>
        </p:grpSpPr>
        <p:grpSp>
          <p:nvGrpSpPr>
            <p:cNvPr id="2528" name="Google Shape;2528;p81"/>
            <p:cNvGrpSpPr/>
            <p:nvPr/>
          </p:nvGrpSpPr>
          <p:grpSpPr>
            <a:xfrm>
              <a:off x="4310300" y="630450"/>
              <a:ext cx="531350" cy="2022475"/>
              <a:chOff x="4310300" y="630450"/>
              <a:chExt cx="531350" cy="2022475"/>
            </a:xfrm>
          </p:grpSpPr>
          <p:sp>
            <p:nvSpPr>
              <p:cNvPr id="2529" name="Google Shape;2529;p81"/>
              <p:cNvSpPr/>
              <p:nvPr/>
            </p:nvSpPr>
            <p:spPr>
              <a:xfrm>
                <a:off x="4310300" y="1182975"/>
                <a:ext cx="531350" cy="1469950"/>
              </a:xfrm>
              <a:custGeom>
                <a:avLst/>
                <a:gdLst/>
                <a:ahLst/>
                <a:cxnLst/>
                <a:rect l="l" t="t" r="r" b="b"/>
                <a:pathLst>
                  <a:path w="21254" h="58798" extrusionOk="0">
                    <a:moveTo>
                      <a:pt x="10627" y="1"/>
                    </a:moveTo>
                    <a:cubicBezTo>
                      <a:pt x="4763" y="1"/>
                      <a:pt x="1" y="2457"/>
                      <a:pt x="1" y="5464"/>
                    </a:cubicBezTo>
                    <a:cubicBezTo>
                      <a:pt x="1" y="6818"/>
                      <a:pt x="953" y="8046"/>
                      <a:pt x="2532" y="8998"/>
                    </a:cubicBezTo>
                    <a:lnTo>
                      <a:pt x="2532" y="52232"/>
                    </a:lnTo>
                    <a:cubicBezTo>
                      <a:pt x="2532" y="52232"/>
                      <a:pt x="2331" y="58798"/>
                      <a:pt x="11028" y="58798"/>
                    </a:cubicBezTo>
                    <a:cubicBezTo>
                      <a:pt x="19550" y="58798"/>
                      <a:pt x="18723" y="52232"/>
                      <a:pt x="18723" y="52232"/>
                    </a:cubicBezTo>
                    <a:lnTo>
                      <a:pt x="18723" y="8998"/>
                    </a:lnTo>
                    <a:cubicBezTo>
                      <a:pt x="20302" y="8046"/>
                      <a:pt x="21254" y="6818"/>
                      <a:pt x="21254" y="5464"/>
                    </a:cubicBezTo>
                    <a:cubicBezTo>
                      <a:pt x="21254" y="2457"/>
                      <a:pt x="16492" y="1"/>
                      <a:pt x="10627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2530" name="Google Shape;2530;p81"/>
              <p:cNvSpPr/>
              <p:nvPr/>
            </p:nvSpPr>
            <p:spPr>
              <a:xfrm>
                <a:off x="4310300" y="1216200"/>
                <a:ext cx="531350" cy="1436725"/>
              </a:xfrm>
              <a:custGeom>
                <a:avLst/>
                <a:gdLst/>
                <a:ahLst/>
                <a:cxnLst/>
                <a:rect l="l" t="t" r="r" b="b"/>
                <a:pathLst>
                  <a:path w="21254" h="57469" extrusionOk="0">
                    <a:moveTo>
                      <a:pt x="17545" y="0"/>
                    </a:moveTo>
                    <a:lnTo>
                      <a:pt x="17545" y="0"/>
                    </a:lnTo>
                    <a:cubicBezTo>
                      <a:pt x="17845" y="3484"/>
                      <a:pt x="13384" y="4912"/>
                      <a:pt x="10502" y="5238"/>
                    </a:cubicBezTo>
                    <a:cubicBezTo>
                      <a:pt x="9591" y="5337"/>
                      <a:pt x="8584" y="5406"/>
                      <a:pt x="7545" y="5406"/>
                    </a:cubicBezTo>
                    <a:cubicBezTo>
                      <a:pt x="4895" y="5406"/>
                      <a:pt x="2045" y="4957"/>
                      <a:pt x="101" y="3409"/>
                    </a:cubicBezTo>
                    <a:cubicBezTo>
                      <a:pt x="26" y="3634"/>
                      <a:pt x="1" y="3885"/>
                      <a:pt x="1" y="4135"/>
                    </a:cubicBezTo>
                    <a:cubicBezTo>
                      <a:pt x="1" y="5489"/>
                      <a:pt x="953" y="6717"/>
                      <a:pt x="2532" y="7669"/>
                    </a:cubicBezTo>
                    <a:lnTo>
                      <a:pt x="2532" y="9975"/>
                    </a:lnTo>
                    <a:cubicBezTo>
                      <a:pt x="2888" y="9772"/>
                      <a:pt x="3275" y="9652"/>
                      <a:pt x="3673" y="9652"/>
                    </a:cubicBezTo>
                    <a:cubicBezTo>
                      <a:pt x="4059" y="9652"/>
                      <a:pt x="4455" y="9766"/>
                      <a:pt x="4838" y="10025"/>
                    </a:cubicBezTo>
                    <a:cubicBezTo>
                      <a:pt x="6642" y="11278"/>
                      <a:pt x="8497" y="11078"/>
                      <a:pt x="10452" y="11754"/>
                    </a:cubicBezTo>
                    <a:cubicBezTo>
                      <a:pt x="12833" y="12582"/>
                      <a:pt x="13785" y="14712"/>
                      <a:pt x="14086" y="17068"/>
                    </a:cubicBezTo>
                    <a:cubicBezTo>
                      <a:pt x="15038" y="24361"/>
                      <a:pt x="14512" y="31930"/>
                      <a:pt x="14061" y="39248"/>
                    </a:cubicBezTo>
                    <a:cubicBezTo>
                      <a:pt x="13810" y="43334"/>
                      <a:pt x="14061" y="50075"/>
                      <a:pt x="10276" y="52682"/>
                    </a:cubicBezTo>
                    <a:cubicBezTo>
                      <a:pt x="9225" y="53407"/>
                      <a:pt x="8133" y="53720"/>
                      <a:pt x="7058" y="53720"/>
                    </a:cubicBezTo>
                    <a:cubicBezTo>
                      <a:pt x="5493" y="53720"/>
                      <a:pt x="3965" y="53056"/>
                      <a:pt x="2657" y="52030"/>
                    </a:cubicBezTo>
                    <a:lnTo>
                      <a:pt x="2657" y="52030"/>
                    </a:lnTo>
                    <a:cubicBezTo>
                      <a:pt x="3033" y="53910"/>
                      <a:pt x="4612" y="57469"/>
                      <a:pt x="11028" y="57469"/>
                    </a:cubicBezTo>
                    <a:cubicBezTo>
                      <a:pt x="19550" y="57469"/>
                      <a:pt x="18723" y="50903"/>
                      <a:pt x="18723" y="50903"/>
                    </a:cubicBezTo>
                    <a:lnTo>
                      <a:pt x="18723" y="7669"/>
                    </a:lnTo>
                    <a:cubicBezTo>
                      <a:pt x="20302" y="6717"/>
                      <a:pt x="21254" y="5489"/>
                      <a:pt x="21254" y="4135"/>
                    </a:cubicBezTo>
                    <a:cubicBezTo>
                      <a:pt x="21254" y="2481"/>
                      <a:pt x="19825" y="1003"/>
                      <a:pt x="17545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2531" name="Google Shape;2531;p81"/>
              <p:cNvSpPr/>
              <p:nvPr/>
            </p:nvSpPr>
            <p:spPr>
              <a:xfrm>
                <a:off x="4427475" y="1840700"/>
                <a:ext cx="312675" cy="757575"/>
              </a:xfrm>
              <a:custGeom>
                <a:avLst/>
                <a:gdLst/>
                <a:ahLst/>
                <a:cxnLst/>
                <a:rect l="l" t="t" r="r" b="b"/>
                <a:pathLst>
                  <a:path w="12507" h="30303" extrusionOk="0">
                    <a:moveTo>
                      <a:pt x="6355" y="1"/>
                    </a:moveTo>
                    <a:cubicBezTo>
                      <a:pt x="4335" y="1"/>
                      <a:pt x="2067" y="513"/>
                      <a:pt x="0" y="2163"/>
                    </a:cubicBezTo>
                    <a:cubicBezTo>
                      <a:pt x="0" y="2163"/>
                      <a:pt x="351" y="23717"/>
                      <a:pt x="477" y="26399"/>
                    </a:cubicBezTo>
                    <a:cubicBezTo>
                      <a:pt x="594" y="28912"/>
                      <a:pt x="2714" y="30302"/>
                      <a:pt x="5394" y="30302"/>
                    </a:cubicBezTo>
                    <a:cubicBezTo>
                      <a:pt x="5573" y="30302"/>
                      <a:pt x="5756" y="30296"/>
                      <a:pt x="5940" y="30283"/>
                    </a:cubicBezTo>
                    <a:cubicBezTo>
                      <a:pt x="8848" y="30058"/>
                      <a:pt x="12507" y="30283"/>
                      <a:pt x="12331" y="24168"/>
                    </a:cubicBezTo>
                    <a:cubicBezTo>
                      <a:pt x="12181" y="18053"/>
                      <a:pt x="12331" y="1386"/>
                      <a:pt x="12331" y="1386"/>
                    </a:cubicBezTo>
                    <a:cubicBezTo>
                      <a:pt x="12331" y="1386"/>
                      <a:pt x="9677" y="1"/>
                      <a:pt x="6355" y="1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2532" name="Google Shape;2532;p81"/>
              <p:cNvSpPr/>
              <p:nvPr/>
            </p:nvSpPr>
            <p:spPr>
              <a:xfrm>
                <a:off x="4441250" y="1850275"/>
                <a:ext cx="298900" cy="747950"/>
              </a:xfrm>
              <a:custGeom>
                <a:avLst/>
                <a:gdLst/>
                <a:ahLst/>
                <a:cxnLst/>
                <a:rect l="l" t="t" r="r" b="b"/>
                <a:pathLst>
                  <a:path w="11956" h="29918" extrusionOk="0">
                    <a:moveTo>
                      <a:pt x="8948" y="1"/>
                    </a:moveTo>
                    <a:cubicBezTo>
                      <a:pt x="8013" y="2337"/>
                      <a:pt x="5972" y="3330"/>
                      <a:pt x="3789" y="3330"/>
                    </a:cubicBezTo>
                    <a:cubicBezTo>
                      <a:pt x="3514" y="3330"/>
                      <a:pt x="3236" y="3315"/>
                      <a:pt x="2958" y="3284"/>
                    </a:cubicBezTo>
                    <a:lnTo>
                      <a:pt x="2958" y="3284"/>
                    </a:lnTo>
                    <a:cubicBezTo>
                      <a:pt x="3309" y="3434"/>
                      <a:pt x="3660" y="3585"/>
                      <a:pt x="3986" y="3735"/>
                    </a:cubicBezTo>
                    <a:cubicBezTo>
                      <a:pt x="4332" y="3510"/>
                      <a:pt x="4738" y="3369"/>
                      <a:pt x="5203" y="3369"/>
                    </a:cubicBezTo>
                    <a:cubicBezTo>
                      <a:pt x="5412" y="3369"/>
                      <a:pt x="5633" y="3397"/>
                      <a:pt x="5865" y="3459"/>
                    </a:cubicBezTo>
                    <a:cubicBezTo>
                      <a:pt x="6567" y="3635"/>
                      <a:pt x="7068" y="3860"/>
                      <a:pt x="7720" y="4211"/>
                    </a:cubicBezTo>
                    <a:cubicBezTo>
                      <a:pt x="8472" y="4612"/>
                      <a:pt x="8923" y="5464"/>
                      <a:pt x="8923" y="6316"/>
                    </a:cubicBezTo>
                    <a:cubicBezTo>
                      <a:pt x="8898" y="9700"/>
                      <a:pt x="8773" y="13083"/>
                      <a:pt x="8672" y="16467"/>
                    </a:cubicBezTo>
                    <a:cubicBezTo>
                      <a:pt x="8622" y="18472"/>
                      <a:pt x="8597" y="20552"/>
                      <a:pt x="8196" y="22532"/>
                    </a:cubicBezTo>
                    <a:cubicBezTo>
                      <a:pt x="7845" y="24261"/>
                      <a:pt x="7018" y="25915"/>
                      <a:pt x="5439" y="26793"/>
                    </a:cubicBezTo>
                    <a:cubicBezTo>
                      <a:pt x="4709" y="27189"/>
                      <a:pt x="3948" y="27347"/>
                      <a:pt x="3182" y="27347"/>
                    </a:cubicBezTo>
                    <a:cubicBezTo>
                      <a:pt x="2108" y="27347"/>
                      <a:pt x="1025" y="27037"/>
                      <a:pt x="1" y="26642"/>
                    </a:cubicBezTo>
                    <a:lnTo>
                      <a:pt x="1" y="26642"/>
                    </a:lnTo>
                    <a:cubicBezTo>
                      <a:pt x="422" y="28772"/>
                      <a:pt x="2394" y="29918"/>
                      <a:pt x="4857" y="29918"/>
                    </a:cubicBezTo>
                    <a:cubicBezTo>
                      <a:pt x="5032" y="29918"/>
                      <a:pt x="5210" y="29912"/>
                      <a:pt x="5389" y="29900"/>
                    </a:cubicBezTo>
                    <a:cubicBezTo>
                      <a:pt x="8297" y="29675"/>
                      <a:pt x="11956" y="29900"/>
                      <a:pt x="11780" y="23785"/>
                    </a:cubicBezTo>
                    <a:cubicBezTo>
                      <a:pt x="11630" y="17670"/>
                      <a:pt x="11780" y="1003"/>
                      <a:pt x="11780" y="1003"/>
                    </a:cubicBezTo>
                    <a:cubicBezTo>
                      <a:pt x="11780" y="1003"/>
                      <a:pt x="10652" y="427"/>
                      <a:pt x="8948" y="1"/>
                    </a:cubicBezTo>
                    <a:close/>
                  </a:path>
                </a:pathLst>
              </a:custGeom>
              <a:solidFill>
                <a:schemeClr val="dk1">
                  <a:alpha val="2083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2533" name="Google Shape;2533;p81"/>
              <p:cNvSpPr/>
              <p:nvPr/>
            </p:nvSpPr>
            <p:spPr>
              <a:xfrm>
                <a:off x="4336375" y="1304125"/>
                <a:ext cx="415250" cy="78200"/>
              </a:xfrm>
              <a:custGeom>
                <a:avLst/>
                <a:gdLst/>
                <a:ahLst/>
                <a:cxnLst/>
                <a:rect l="l" t="t" r="r" b="b"/>
                <a:pathLst>
                  <a:path w="16610" h="3128" extrusionOk="0">
                    <a:moveTo>
                      <a:pt x="16098" y="0"/>
                    </a:moveTo>
                    <a:cubicBezTo>
                      <a:pt x="16035" y="0"/>
                      <a:pt x="15968" y="20"/>
                      <a:pt x="15900" y="67"/>
                    </a:cubicBezTo>
                    <a:cubicBezTo>
                      <a:pt x="13489" y="1658"/>
                      <a:pt x="10857" y="2392"/>
                      <a:pt x="8204" y="2392"/>
                    </a:cubicBezTo>
                    <a:cubicBezTo>
                      <a:pt x="5507" y="2392"/>
                      <a:pt x="2788" y="1632"/>
                      <a:pt x="261" y="242"/>
                    </a:cubicBezTo>
                    <a:cubicBezTo>
                      <a:pt x="246" y="236"/>
                      <a:pt x="230" y="234"/>
                      <a:pt x="215" y="234"/>
                    </a:cubicBezTo>
                    <a:cubicBezTo>
                      <a:pt x="103" y="234"/>
                      <a:pt x="0" y="380"/>
                      <a:pt x="111" y="468"/>
                    </a:cubicBezTo>
                    <a:cubicBezTo>
                      <a:pt x="2412" y="2282"/>
                      <a:pt x="5250" y="3128"/>
                      <a:pt x="8112" y="3128"/>
                    </a:cubicBezTo>
                    <a:cubicBezTo>
                      <a:pt x="10983" y="3128"/>
                      <a:pt x="13878" y="2275"/>
                      <a:pt x="16276" y="694"/>
                    </a:cubicBezTo>
                    <a:cubicBezTo>
                      <a:pt x="16609" y="485"/>
                      <a:pt x="16406" y="0"/>
                      <a:pt x="1609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2534" name="Google Shape;2534;p81"/>
              <p:cNvSpPr/>
              <p:nvPr/>
            </p:nvSpPr>
            <p:spPr>
              <a:xfrm>
                <a:off x="4410750" y="1442700"/>
                <a:ext cx="337625" cy="55175"/>
              </a:xfrm>
              <a:custGeom>
                <a:avLst/>
                <a:gdLst/>
                <a:ahLst/>
                <a:cxnLst/>
                <a:rect l="l" t="t" r="r" b="b"/>
                <a:pathLst>
                  <a:path w="13505" h="2207" extrusionOk="0">
                    <a:moveTo>
                      <a:pt x="13245" y="1"/>
                    </a:moveTo>
                    <a:cubicBezTo>
                      <a:pt x="13224" y="1"/>
                      <a:pt x="13200" y="5"/>
                      <a:pt x="13176" y="13"/>
                    </a:cubicBezTo>
                    <a:cubicBezTo>
                      <a:pt x="11020" y="689"/>
                      <a:pt x="9040" y="1391"/>
                      <a:pt x="6760" y="1542"/>
                    </a:cubicBezTo>
                    <a:cubicBezTo>
                      <a:pt x="6398" y="1566"/>
                      <a:pt x="6039" y="1577"/>
                      <a:pt x="5681" y="1577"/>
                    </a:cubicBezTo>
                    <a:cubicBezTo>
                      <a:pt x="3805" y="1577"/>
                      <a:pt x="1974" y="1269"/>
                      <a:pt x="143" y="890"/>
                    </a:cubicBezTo>
                    <a:cubicBezTo>
                      <a:pt x="134" y="888"/>
                      <a:pt x="125" y="887"/>
                      <a:pt x="116" y="887"/>
                    </a:cubicBezTo>
                    <a:cubicBezTo>
                      <a:pt x="15" y="887"/>
                      <a:pt x="0" y="1019"/>
                      <a:pt x="93" y="1065"/>
                    </a:cubicBezTo>
                    <a:cubicBezTo>
                      <a:pt x="1886" y="1816"/>
                      <a:pt x="3965" y="2206"/>
                      <a:pt x="6055" y="2206"/>
                    </a:cubicBezTo>
                    <a:cubicBezTo>
                      <a:pt x="8637" y="2206"/>
                      <a:pt x="11234" y="1611"/>
                      <a:pt x="13326" y="364"/>
                    </a:cubicBezTo>
                    <a:cubicBezTo>
                      <a:pt x="13505" y="252"/>
                      <a:pt x="13425" y="1"/>
                      <a:pt x="1324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2535" name="Google Shape;2535;p81"/>
              <p:cNvSpPr/>
              <p:nvPr/>
            </p:nvSpPr>
            <p:spPr>
              <a:xfrm>
                <a:off x="4406800" y="1843350"/>
                <a:ext cx="341500" cy="503200"/>
              </a:xfrm>
              <a:custGeom>
                <a:avLst/>
                <a:gdLst/>
                <a:ahLst/>
                <a:cxnLst/>
                <a:rect l="l" t="t" r="r" b="b"/>
                <a:pathLst>
                  <a:path w="13660" h="20128" extrusionOk="0">
                    <a:moveTo>
                      <a:pt x="8593" y="505"/>
                    </a:moveTo>
                    <a:cubicBezTo>
                      <a:pt x="9580" y="505"/>
                      <a:pt x="10619" y="590"/>
                      <a:pt x="11429" y="904"/>
                    </a:cubicBezTo>
                    <a:cubicBezTo>
                      <a:pt x="12081" y="1155"/>
                      <a:pt x="12457" y="1481"/>
                      <a:pt x="12682" y="1907"/>
                    </a:cubicBezTo>
                    <a:cubicBezTo>
                      <a:pt x="11025" y="3087"/>
                      <a:pt x="9274" y="3496"/>
                      <a:pt x="7478" y="3496"/>
                    </a:cubicBezTo>
                    <a:cubicBezTo>
                      <a:pt x="5118" y="3496"/>
                      <a:pt x="2681" y="2791"/>
                      <a:pt x="276" y="2207"/>
                    </a:cubicBezTo>
                    <a:cubicBezTo>
                      <a:pt x="2532" y="1355"/>
                      <a:pt x="4712" y="654"/>
                      <a:pt x="7143" y="553"/>
                    </a:cubicBezTo>
                    <a:cubicBezTo>
                      <a:pt x="7587" y="528"/>
                      <a:pt x="8083" y="505"/>
                      <a:pt x="8593" y="505"/>
                    </a:cubicBezTo>
                    <a:close/>
                    <a:moveTo>
                      <a:pt x="8396" y="1"/>
                    </a:moveTo>
                    <a:cubicBezTo>
                      <a:pt x="8203" y="1"/>
                      <a:pt x="8026" y="2"/>
                      <a:pt x="7870" y="2"/>
                    </a:cubicBezTo>
                    <a:cubicBezTo>
                      <a:pt x="5188" y="27"/>
                      <a:pt x="2406" y="603"/>
                      <a:pt x="101" y="2007"/>
                    </a:cubicBezTo>
                    <a:cubicBezTo>
                      <a:pt x="0" y="2057"/>
                      <a:pt x="25" y="2207"/>
                      <a:pt x="101" y="2232"/>
                    </a:cubicBezTo>
                    <a:cubicBezTo>
                      <a:pt x="50" y="2308"/>
                      <a:pt x="50" y="2433"/>
                      <a:pt x="176" y="2483"/>
                    </a:cubicBezTo>
                    <a:cubicBezTo>
                      <a:pt x="2429" y="3370"/>
                      <a:pt x="4999" y="4123"/>
                      <a:pt x="7477" y="4123"/>
                    </a:cubicBezTo>
                    <a:cubicBezTo>
                      <a:pt x="9408" y="4123"/>
                      <a:pt x="11283" y="3666"/>
                      <a:pt x="12908" y="2458"/>
                    </a:cubicBezTo>
                    <a:cubicBezTo>
                      <a:pt x="13033" y="3009"/>
                      <a:pt x="13008" y="3661"/>
                      <a:pt x="13008" y="4413"/>
                    </a:cubicBezTo>
                    <a:cubicBezTo>
                      <a:pt x="13058" y="9601"/>
                      <a:pt x="12782" y="14864"/>
                      <a:pt x="13058" y="20052"/>
                    </a:cubicBezTo>
                    <a:cubicBezTo>
                      <a:pt x="13058" y="20102"/>
                      <a:pt x="13102" y="20127"/>
                      <a:pt x="13146" y="20127"/>
                    </a:cubicBezTo>
                    <a:cubicBezTo>
                      <a:pt x="13190" y="20127"/>
                      <a:pt x="13233" y="20102"/>
                      <a:pt x="13233" y="20052"/>
                    </a:cubicBezTo>
                    <a:cubicBezTo>
                      <a:pt x="13484" y="16543"/>
                      <a:pt x="13359" y="12984"/>
                      <a:pt x="13409" y="9476"/>
                    </a:cubicBezTo>
                    <a:cubicBezTo>
                      <a:pt x="13434" y="7646"/>
                      <a:pt x="13459" y="5816"/>
                      <a:pt x="13484" y="3987"/>
                    </a:cubicBezTo>
                    <a:cubicBezTo>
                      <a:pt x="13509" y="3385"/>
                      <a:pt x="13660" y="2533"/>
                      <a:pt x="13534" y="1831"/>
                    </a:cubicBezTo>
                    <a:cubicBezTo>
                      <a:pt x="13559" y="1781"/>
                      <a:pt x="13534" y="1731"/>
                      <a:pt x="13509" y="1681"/>
                    </a:cubicBezTo>
                    <a:cubicBezTo>
                      <a:pt x="13459" y="1481"/>
                      <a:pt x="13384" y="1280"/>
                      <a:pt x="13233" y="1105"/>
                    </a:cubicBezTo>
                    <a:cubicBezTo>
                      <a:pt x="12389" y="60"/>
                      <a:pt x="9908" y="1"/>
                      <a:pt x="839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2536" name="Google Shape;2536;p81"/>
              <p:cNvSpPr/>
              <p:nvPr/>
            </p:nvSpPr>
            <p:spPr>
              <a:xfrm>
                <a:off x="4475100" y="630450"/>
                <a:ext cx="149150" cy="132025"/>
              </a:xfrm>
              <a:custGeom>
                <a:avLst/>
                <a:gdLst/>
                <a:ahLst/>
                <a:cxnLst/>
                <a:rect l="l" t="t" r="r" b="b"/>
                <a:pathLst>
                  <a:path w="5966" h="5281" extrusionOk="0">
                    <a:moveTo>
                      <a:pt x="2992" y="0"/>
                    </a:moveTo>
                    <a:cubicBezTo>
                      <a:pt x="1899" y="0"/>
                      <a:pt x="878" y="679"/>
                      <a:pt x="501" y="1751"/>
                    </a:cubicBezTo>
                    <a:cubicBezTo>
                      <a:pt x="0" y="3129"/>
                      <a:pt x="727" y="4633"/>
                      <a:pt x="2105" y="5134"/>
                    </a:cubicBezTo>
                    <a:cubicBezTo>
                      <a:pt x="2392" y="5233"/>
                      <a:pt x="2684" y="5280"/>
                      <a:pt x="2971" y="5280"/>
                    </a:cubicBezTo>
                    <a:cubicBezTo>
                      <a:pt x="4066" y="5280"/>
                      <a:pt x="5092" y="4597"/>
                      <a:pt x="5489" y="3505"/>
                    </a:cubicBezTo>
                    <a:cubicBezTo>
                      <a:pt x="5965" y="2127"/>
                      <a:pt x="5238" y="623"/>
                      <a:pt x="3860" y="147"/>
                    </a:cubicBezTo>
                    <a:cubicBezTo>
                      <a:pt x="3573" y="47"/>
                      <a:pt x="3280" y="0"/>
                      <a:pt x="2992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2537" name="Google Shape;2537;p81"/>
              <p:cNvSpPr/>
              <p:nvPr/>
            </p:nvSpPr>
            <p:spPr>
              <a:xfrm>
                <a:off x="4499525" y="636600"/>
                <a:ext cx="123450" cy="125875"/>
              </a:xfrm>
              <a:custGeom>
                <a:avLst/>
                <a:gdLst/>
                <a:ahLst/>
                <a:cxnLst/>
                <a:rect l="l" t="t" r="r" b="b"/>
                <a:pathLst>
                  <a:path w="4938" h="5035" extrusionOk="0">
                    <a:moveTo>
                      <a:pt x="3133" y="1"/>
                    </a:moveTo>
                    <a:cubicBezTo>
                      <a:pt x="3058" y="728"/>
                      <a:pt x="3083" y="1430"/>
                      <a:pt x="2732" y="2081"/>
                    </a:cubicBezTo>
                    <a:cubicBezTo>
                      <a:pt x="2432" y="2658"/>
                      <a:pt x="1956" y="3008"/>
                      <a:pt x="1454" y="3384"/>
                    </a:cubicBezTo>
                    <a:cubicBezTo>
                      <a:pt x="1003" y="3760"/>
                      <a:pt x="527" y="4011"/>
                      <a:pt x="1" y="4086"/>
                    </a:cubicBezTo>
                    <a:cubicBezTo>
                      <a:pt x="276" y="4437"/>
                      <a:pt x="677" y="4713"/>
                      <a:pt x="1128" y="4888"/>
                    </a:cubicBezTo>
                    <a:cubicBezTo>
                      <a:pt x="1415" y="4987"/>
                      <a:pt x="1707" y="5034"/>
                      <a:pt x="1994" y="5034"/>
                    </a:cubicBezTo>
                    <a:cubicBezTo>
                      <a:pt x="3089" y="5034"/>
                      <a:pt x="4115" y="4351"/>
                      <a:pt x="4512" y="3259"/>
                    </a:cubicBezTo>
                    <a:cubicBezTo>
                      <a:pt x="4938" y="1981"/>
                      <a:pt x="4336" y="577"/>
                      <a:pt x="3133" y="1"/>
                    </a:cubicBezTo>
                    <a:close/>
                  </a:path>
                </a:pathLst>
              </a:custGeom>
              <a:solidFill>
                <a:schemeClr val="dk1">
                  <a:alpha val="2083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2538" name="Google Shape;2538;p81"/>
              <p:cNvSpPr/>
              <p:nvPr/>
            </p:nvSpPr>
            <p:spPr>
              <a:xfrm>
                <a:off x="4545900" y="664775"/>
                <a:ext cx="52650" cy="58025"/>
              </a:xfrm>
              <a:custGeom>
                <a:avLst/>
                <a:gdLst/>
                <a:ahLst/>
                <a:cxnLst/>
                <a:rect l="l" t="t" r="r" b="b"/>
                <a:pathLst>
                  <a:path w="2106" h="2321" extrusionOk="0">
                    <a:moveTo>
                      <a:pt x="1582" y="1"/>
                    </a:moveTo>
                    <a:cubicBezTo>
                      <a:pt x="1531" y="1"/>
                      <a:pt x="1479" y="28"/>
                      <a:pt x="1479" y="77"/>
                    </a:cubicBezTo>
                    <a:cubicBezTo>
                      <a:pt x="1504" y="277"/>
                      <a:pt x="1604" y="453"/>
                      <a:pt x="1604" y="653"/>
                    </a:cubicBezTo>
                    <a:cubicBezTo>
                      <a:pt x="1604" y="904"/>
                      <a:pt x="1504" y="1180"/>
                      <a:pt x="1379" y="1405"/>
                    </a:cubicBezTo>
                    <a:cubicBezTo>
                      <a:pt x="1146" y="1823"/>
                      <a:pt x="742" y="2112"/>
                      <a:pt x="265" y="2112"/>
                    </a:cubicBezTo>
                    <a:cubicBezTo>
                      <a:pt x="227" y="2112"/>
                      <a:pt x="189" y="2111"/>
                      <a:pt x="151" y="2107"/>
                    </a:cubicBezTo>
                    <a:cubicBezTo>
                      <a:pt x="25" y="2107"/>
                      <a:pt x="0" y="2282"/>
                      <a:pt x="126" y="2308"/>
                    </a:cubicBezTo>
                    <a:cubicBezTo>
                      <a:pt x="193" y="2316"/>
                      <a:pt x="260" y="2321"/>
                      <a:pt x="327" y="2321"/>
                    </a:cubicBezTo>
                    <a:cubicBezTo>
                      <a:pt x="828" y="2321"/>
                      <a:pt x="1294" y="2073"/>
                      <a:pt x="1604" y="1631"/>
                    </a:cubicBezTo>
                    <a:cubicBezTo>
                      <a:pt x="1880" y="1230"/>
                      <a:pt x="2106" y="403"/>
                      <a:pt x="1654" y="27"/>
                    </a:cubicBezTo>
                    <a:cubicBezTo>
                      <a:pt x="1637" y="9"/>
                      <a:pt x="1609" y="1"/>
                      <a:pt x="1582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2539" name="Google Shape;2539;p81"/>
              <p:cNvSpPr/>
              <p:nvPr/>
            </p:nvSpPr>
            <p:spPr>
              <a:xfrm>
                <a:off x="4456925" y="810450"/>
                <a:ext cx="258175" cy="229425"/>
              </a:xfrm>
              <a:custGeom>
                <a:avLst/>
                <a:gdLst/>
                <a:ahLst/>
                <a:cxnLst/>
                <a:rect l="l" t="t" r="r" b="b"/>
                <a:pathLst>
                  <a:path w="10327" h="9177" extrusionOk="0">
                    <a:moveTo>
                      <a:pt x="5148" y="0"/>
                    </a:moveTo>
                    <a:cubicBezTo>
                      <a:pt x="3257" y="0"/>
                      <a:pt x="1480" y="1193"/>
                      <a:pt x="827" y="3072"/>
                    </a:cubicBezTo>
                    <a:cubicBezTo>
                      <a:pt x="0" y="5453"/>
                      <a:pt x="1253" y="8085"/>
                      <a:pt x="3634" y="8912"/>
                    </a:cubicBezTo>
                    <a:cubicBezTo>
                      <a:pt x="4141" y="9091"/>
                      <a:pt x="4657" y="9176"/>
                      <a:pt x="5164" y="9176"/>
                    </a:cubicBezTo>
                    <a:cubicBezTo>
                      <a:pt x="7061" y="9176"/>
                      <a:pt x="8827" y="7984"/>
                      <a:pt x="9499" y="6105"/>
                    </a:cubicBezTo>
                    <a:cubicBezTo>
                      <a:pt x="10326" y="3699"/>
                      <a:pt x="9073" y="1092"/>
                      <a:pt x="6667" y="265"/>
                    </a:cubicBezTo>
                    <a:cubicBezTo>
                      <a:pt x="6165" y="85"/>
                      <a:pt x="5653" y="0"/>
                      <a:pt x="5148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2540" name="Google Shape;2540;p81"/>
              <p:cNvSpPr/>
              <p:nvPr/>
            </p:nvSpPr>
            <p:spPr>
              <a:xfrm>
                <a:off x="4487000" y="820200"/>
                <a:ext cx="226850" cy="219675"/>
              </a:xfrm>
              <a:custGeom>
                <a:avLst/>
                <a:gdLst/>
                <a:ahLst/>
                <a:cxnLst/>
                <a:rect l="l" t="t" r="r" b="b"/>
                <a:pathLst>
                  <a:path w="9074" h="8787" extrusionOk="0">
                    <a:moveTo>
                      <a:pt x="5840" y="0"/>
                    </a:moveTo>
                    <a:lnTo>
                      <a:pt x="5840" y="0"/>
                    </a:lnTo>
                    <a:cubicBezTo>
                      <a:pt x="7118" y="1354"/>
                      <a:pt x="7118" y="3434"/>
                      <a:pt x="6191" y="5038"/>
                    </a:cubicBezTo>
                    <a:cubicBezTo>
                      <a:pt x="5414" y="6417"/>
                      <a:pt x="3915" y="7194"/>
                      <a:pt x="2370" y="7194"/>
                    </a:cubicBezTo>
                    <a:cubicBezTo>
                      <a:pt x="1921" y="7194"/>
                      <a:pt x="1468" y="7128"/>
                      <a:pt x="1028" y="6993"/>
                    </a:cubicBezTo>
                    <a:cubicBezTo>
                      <a:pt x="652" y="6893"/>
                      <a:pt x="326" y="6717"/>
                      <a:pt x="0" y="6517"/>
                    </a:cubicBezTo>
                    <a:lnTo>
                      <a:pt x="0" y="6517"/>
                    </a:lnTo>
                    <a:cubicBezTo>
                      <a:pt x="527" y="7419"/>
                      <a:pt x="1379" y="8146"/>
                      <a:pt x="2431" y="8522"/>
                    </a:cubicBezTo>
                    <a:cubicBezTo>
                      <a:pt x="2938" y="8701"/>
                      <a:pt x="3454" y="8786"/>
                      <a:pt x="3961" y="8786"/>
                    </a:cubicBezTo>
                    <a:cubicBezTo>
                      <a:pt x="5858" y="8786"/>
                      <a:pt x="7624" y="7594"/>
                      <a:pt x="8296" y="5715"/>
                    </a:cubicBezTo>
                    <a:cubicBezTo>
                      <a:pt x="9073" y="3434"/>
                      <a:pt x="7995" y="978"/>
                      <a:pt x="5840" y="0"/>
                    </a:cubicBezTo>
                    <a:close/>
                  </a:path>
                </a:pathLst>
              </a:custGeom>
              <a:solidFill>
                <a:schemeClr val="dk1">
                  <a:alpha val="2083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2541" name="Google Shape;2541;p81"/>
              <p:cNvSpPr/>
              <p:nvPr/>
            </p:nvSpPr>
            <p:spPr>
              <a:xfrm>
                <a:off x="4597575" y="909200"/>
                <a:ext cx="73025" cy="97300"/>
              </a:xfrm>
              <a:custGeom>
                <a:avLst/>
                <a:gdLst/>
                <a:ahLst/>
                <a:cxnLst/>
                <a:rect l="l" t="t" r="r" b="b"/>
                <a:pathLst>
                  <a:path w="2921" h="3892" extrusionOk="0">
                    <a:moveTo>
                      <a:pt x="1966" y="0"/>
                    </a:moveTo>
                    <a:cubicBezTo>
                      <a:pt x="1895" y="0"/>
                      <a:pt x="1827" y="77"/>
                      <a:pt x="1843" y="175"/>
                    </a:cubicBezTo>
                    <a:cubicBezTo>
                      <a:pt x="1943" y="902"/>
                      <a:pt x="2018" y="1528"/>
                      <a:pt x="1693" y="2255"/>
                    </a:cubicBezTo>
                    <a:cubicBezTo>
                      <a:pt x="1367" y="2907"/>
                      <a:pt x="815" y="3433"/>
                      <a:pt x="114" y="3658"/>
                    </a:cubicBezTo>
                    <a:cubicBezTo>
                      <a:pt x="1" y="3704"/>
                      <a:pt x="30" y="3891"/>
                      <a:pt x="147" y="3891"/>
                    </a:cubicBezTo>
                    <a:cubicBezTo>
                      <a:pt x="160" y="3891"/>
                      <a:pt x="174" y="3889"/>
                      <a:pt x="189" y="3884"/>
                    </a:cubicBezTo>
                    <a:cubicBezTo>
                      <a:pt x="1592" y="3458"/>
                      <a:pt x="2921" y="1528"/>
                      <a:pt x="2069" y="74"/>
                    </a:cubicBezTo>
                    <a:cubicBezTo>
                      <a:pt x="2042" y="22"/>
                      <a:pt x="2004" y="0"/>
                      <a:pt x="1966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2542" name="Google Shape;2542;p81"/>
              <p:cNvSpPr/>
              <p:nvPr/>
            </p:nvSpPr>
            <p:spPr>
              <a:xfrm>
                <a:off x="4380475" y="1000200"/>
                <a:ext cx="74600" cy="66075"/>
              </a:xfrm>
              <a:custGeom>
                <a:avLst/>
                <a:gdLst/>
                <a:ahLst/>
                <a:cxnLst/>
                <a:rect l="l" t="t" r="r" b="b"/>
                <a:pathLst>
                  <a:path w="2984" h="2643" extrusionOk="0">
                    <a:moveTo>
                      <a:pt x="1500" y="1"/>
                    </a:moveTo>
                    <a:cubicBezTo>
                      <a:pt x="944" y="1"/>
                      <a:pt x="431" y="337"/>
                      <a:pt x="251" y="896"/>
                    </a:cubicBezTo>
                    <a:cubicBezTo>
                      <a:pt x="1" y="1572"/>
                      <a:pt x="377" y="2324"/>
                      <a:pt x="1053" y="2575"/>
                    </a:cubicBezTo>
                    <a:cubicBezTo>
                      <a:pt x="1196" y="2621"/>
                      <a:pt x="1341" y="2643"/>
                      <a:pt x="1484" y="2643"/>
                    </a:cubicBezTo>
                    <a:cubicBezTo>
                      <a:pt x="2040" y="2643"/>
                      <a:pt x="2553" y="2307"/>
                      <a:pt x="2733" y="1748"/>
                    </a:cubicBezTo>
                    <a:cubicBezTo>
                      <a:pt x="2983" y="1071"/>
                      <a:pt x="2607" y="319"/>
                      <a:pt x="1931" y="69"/>
                    </a:cubicBezTo>
                    <a:cubicBezTo>
                      <a:pt x="1788" y="23"/>
                      <a:pt x="1642" y="1"/>
                      <a:pt x="1500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2543" name="Google Shape;2543;p81"/>
              <p:cNvSpPr/>
              <p:nvPr/>
            </p:nvSpPr>
            <p:spPr>
              <a:xfrm>
                <a:off x="4389250" y="1015050"/>
                <a:ext cx="63300" cy="51225"/>
              </a:xfrm>
              <a:custGeom>
                <a:avLst/>
                <a:gdLst/>
                <a:ahLst/>
                <a:cxnLst/>
                <a:rect l="l" t="t" r="r" b="b"/>
                <a:pathLst>
                  <a:path w="2532" h="2049" extrusionOk="0">
                    <a:moveTo>
                      <a:pt x="2231" y="1"/>
                    </a:moveTo>
                    <a:cubicBezTo>
                      <a:pt x="1905" y="803"/>
                      <a:pt x="1204" y="1404"/>
                      <a:pt x="101" y="1404"/>
                    </a:cubicBezTo>
                    <a:lnTo>
                      <a:pt x="1" y="1404"/>
                    </a:lnTo>
                    <a:cubicBezTo>
                      <a:pt x="151" y="1655"/>
                      <a:pt x="402" y="1881"/>
                      <a:pt x="702" y="1981"/>
                    </a:cubicBezTo>
                    <a:cubicBezTo>
                      <a:pt x="845" y="2027"/>
                      <a:pt x="990" y="2049"/>
                      <a:pt x="1133" y="2049"/>
                    </a:cubicBezTo>
                    <a:cubicBezTo>
                      <a:pt x="1689" y="2049"/>
                      <a:pt x="2202" y="1713"/>
                      <a:pt x="2382" y="1154"/>
                    </a:cubicBezTo>
                    <a:cubicBezTo>
                      <a:pt x="2532" y="753"/>
                      <a:pt x="2457" y="352"/>
                      <a:pt x="2231" y="1"/>
                    </a:cubicBezTo>
                    <a:close/>
                  </a:path>
                </a:pathLst>
              </a:custGeom>
              <a:solidFill>
                <a:schemeClr val="dk1">
                  <a:alpha val="2083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2544" name="Google Shape;2544;p81"/>
              <p:cNvSpPr/>
              <p:nvPr/>
            </p:nvSpPr>
            <p:spPr>
              <a:xfrm>
                <a:off x="4401300" y="1031425"/>
                <a:ext cx="36350" cy="30275"/>
              </a:xfrm>
              <a:custGeom>
                <a:avLst/>
                <a:gdLst/>
                <a:ahLst/>
                <a:cxnLst/>
                <a:rect l="l" t="t" r="r" b="b"/>
                <a:pathLst>
                  <a:path w="1454" h="1211" extrusionOk="0">
                    <a:moveTo>
                      <a:pt x="1119" y="0"/>
                    </a:moveTo>
                    <a:cubicBezTo>
                      <a:pt x="1056" y="0"/>
                      <a:pt x="989" y="56"/>
                      <a:pt x="1022" y="123"/>
                    </a:cubicBezTo>
                    <a:cubicBezTo>
                      <a:pt x="1131" y="537"/>
                      <a:pt x="766" y="1008"/>
                      <a:pt x="339" y="1008"/>
                    </a:cubicBezTo>
                    <a:cubicBezTo>
                      <a:pt x="275" y="1008"/>
                      <a:pt x="210" y="998"/>
                      <a:pt x="145" y="975"/>
                    </a:cubicBezTo>
                    <a:cubicBezTo>
                      <a:pt x="138" y="973"/>
                      <a:pt x="130" y="972"/>
                      <a:pt x="123" y="972"/>
                    </a:cubicBezTo>
                    <a:cubicBezTo>
                      <a:pt x="38" y="972"/>
                      <a:pt x="0" y="1104"/>
                      <a:pt x="70" y="1150"/>
                    </a:cubicBezTo>
                    <a:cubicBezTo>
                      <a:pt x="171" y="1192"/>
                      <a:pt x="274" y="1210"/>
                      <a:pt x="375" y="1210"/>
                    </a:cubicBezTo>
                    <a:cubicBezTo>
                      <a:pt x="948" y="1210"/>
                      <a:pt x="1454" y="602"/>
                      <a:pt x="1198" y="48"/>
                    </a:cubicBezTo>
                    <a:cubicBezTo>
                      <a:pt x="1181" y="14"/>
                      <a:pt x="1150" y="0"/>
                      <a:pt x="111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2545" name="Google Shape;2545;p81"/>
              <p:cNvSpPr/>
              <p:nvPr/>
            </p:nvSpPr>
            <p:spPr>
              <a:xfrm>
                <a:off x="4446275" y="1143000"/>
                <a:ext cx="149150" cy="132000"/>
              </a:xfrm>
              <a:custGeom>
                <a:avLst/>
                <a:gdLst/>
                <a:ahLst/>
                <a:cxnLst/>
                <a:rect l="l" t="t" r="r" b="b"/>
                <a:pathLst>
                  <a:path w="5966" h="5280" extrusionOk="0">
                    <a:moveTo>
                      <a:pt x="2994" y="0"/>
                    </a:moveTo>
                    <a:cubicBezTo>
                      <a:pt x="1900" y="0"/>
                      <a:pt x="874" y="683"/>
                      <a:pt x="476" y="1775"/>
                    </a:cubicBezTo>
                    <a:cubicBezTo>
                      <a:pt x="0" y="3154"/>
                      <a:pt x="727" y="4657"/>
                      <a:pt x="2106" y="5134"/>
                    </a:cubicBezTo>
                    <a:cubicBezTo>
                      <a:pt x="2392" y="5233"/>
                      <a:pt x="2684" y="5280"/>
                      <a:pt x="2971" y="5280"/>
                    </a:cubicBezTo>
                    <a:cubicBezTo>
                      <a:pt x="4065" y="5280"/>
                      <a:pt x="5087" y="4596"/>
                      <a:pt x="5464" y="3504"/>
                    </a:cubicBezTo>
                    <a:cubicBezTo>
                      <a:pt x="5965" y="2126"/>
                      <a:pt x="5238" y="622"/>
                      <a:pt x="3860" y="146"/>
                    </a:cubicBezTo>
                    <a:cubicBezTo>
                      <a:pt x="3573" y="47"/>
                      <a:pt x="3282" y="0"/>
                      <a:pt x="2994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2546" name="Google Shape;2546;p81"/>
              <p:cNvSpPr/>
              <p:nvPr/>
            </p:nvSpPr>
            <p:spPr>
              <a:xfrm>
                <a:off x="4487625" y="1147275"/>
                <a:ext cx="107175" cy="127725"/>
              </a:xfrm>
              <a:custGeom>
                <a:avLst/>
                <a:gdLst/>
                <a:ahLst/>
                <a:cxnLst/>
                <a:rect l="l" t="t" r="r" b="b"/>
                <a:pathLst>
                  <a:path w="4287" h="5109" extrusionOk="0">
                    <a:moveTo>
                      <a:pt x="0" y="4737"/>
                    </a:moveTo>
                    <a:cubicBezTo>
                      <a:pt x="0" y="4737"/>
                      <a:pt x="15" y="4752"/>
                      <a:pt x="34" y="4759"/>
                    </a:cubicBezTo>
                    <a:lnTo>
                      <a:pt x="34" y="4759"/>
                    </a:lnTo>
                    <a:cubicBezTo>
                      <a:pt x="23" y="4752"/>
                      <a:pt x="11" y="4744"/>
                      <a:pt x="0" y="4737"/>
                    </a:cubicBezTo>
                    <a:close/>
                    <a:moveTo>
                      <a:pt x="2281" y="0"/>
                    </a:moveTo>
                    <a:lnTo>
                      <a:pt x="2281" y="0"/>
                    </a:lnTo>
                    <a:cubicBezTo>
                      <a:pt x="2532" y="426"/>
                      <a:pt x="2657" y="902"/>
                      <a:pt x="2657" y="1379"/>
                    </a:cubicBezTo>
                    <a:cubicBezTo>
                      <a:pt x="2657" y="1579"/>
                      <a:pt x="2657" y="1755"/>
                      <a:pt x="2632" y="1955"/>
                    </a:cubicBezTo>
                    <a:cubicBezTo>
                      <a:pt x="2607" y="2256"/>
                      <a:pt x="2582" y="2582"/>
                      <a:pt x="2507" y="2857"/>
                    </a:cubicBezTo>
                    <a:cubicBezTo>
                      <a:pt x="2306" y="3509"/>
                      <a:pt x="1880" y="4035"/>
                      <a:pt x="1304" y="4411"/>
                    </a:cubicBezTo>
                    <a:cubicBezTo>
                      <a:pt x="928" y="4637"/>
                      <a:pt x="477" y="4737"/>
                      <a:pt x="51" y="4762"/>
                    </a:cubicBezTo>
                    <a:cubicBezTo>
                      <a:pt x="45" y="4762"/>
                      <a:pt x="39" y="4761"/>
                      <a:pt x="34" y="4759"/>
                    </a:cubicBezTo>
                    <a:lnTo>
                      <a:pt x="34" y="4759"/>
                    </a:lnTo>
                    <a:cubicBezTo>
                      <a:pt x="173" y="4848"/>
                      <a:pt x="312" y="4916"/>
                      <a:pt x="452" y="4963"/>
                    </a:cubicBezTo>
                    <a:cubicBezTo>
                      <a:pt x="738" y="5062"/>
                      <a:pt x="1030" y="5109"/>
                      <a:pt x="1317" y="5109"/>
                    </a:cubicBezTo>
                    <a:cubicBezTo>
                      <a:pt x="2411" y="5109"/>
                      <a:pt x="3433" y="4425"/>
                      <a:pt x="3810" y="3333"/>
                    </a:cubicBezTo>
                    <a:cubicBezTo>
                      <a:pt x="4286" y="1980"/>
                      <a:pt x="3609" y="526"/>
                      <a:pt x="2281" y="0"/>
                    </a:cubicBezTo>
                    <a:close/>
                  </a:path>
                </a:pathLst>
              </a:custGeom>
              <a:solidFill>
                <a:schemeClr val="dk1">
                  <a:alpha val="2083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2547" name="Google Shape;2547;p81"/>
              <p:cNvSpPr/>
              <p:nvPr/>
            </p:nvSpPr>
            <p:spPr>
              <a:xfrm>
                <a:off x="4501600" y="1201425"/>
                <a:ext cx="50575" cy="58075"/>
              </a:xfrm>
              <a:custGeom>
                <a:avLst/>
                <a:gdLst/>
                <a:ahLst/>
                <a:cxnLst/>
                <a:rect l="l" t="t" r="r" b="b"/>
                <a:pathLst>
                  <a:path w="2023" h="2323" extrusionOk="0">
                    <a:moveTo>
                      <a:pt x="1671" y="0"/>
                    </a:moveTo>
                    <a:cubicBezTo>
                      <a:pt x="1605" y="0"/>
                      <a:pt x="1538" y="60"/>
                      <a:pt x="1522" y="140"/>
                    </a:cubicBezTo>
                    <a:cubicBezTo>
                      <a:pt x="1472" y="591"/>
                      <a:pt x="1497" y="942"/>
                      <a:pt x="1246" y="1368"/>
                    </a:cubicBezTo>
                    <a:cubicBezTo>
                      <a:pt x="995" y="1744"/>
                      <a:pt x="594" y="2020"/>
                      <a:pt x="143" y="2095"/>
                    </a:cubicBezTo>
                    <a:cubicBezTo>
                      <a:pt x="1" y="2119"/>
                      <a:pt x="16" y="2322"/>
                      <a:pt x="146" y="2322"/>
                    </a:cubicBezTo>
                    <a:cubicBezTo>
                      <a:pt x="153" y="2322"/>
                      <a:pt x="160" y="2322"/>
                      <a:pt x="168" y="2320"/>
                    </a:cubicBezTo>
                    <a:cubicBezTo>
                      <a:pt x="695" y="2270"/>
                      <a:pt x="1146" y="1995"/>
                      <a:pt x="1472" y="1568"/>
                    </a:cubicBezTo>
                    <a:cubicBezTo>
                      <a:pt x="1772" y="1167"/>
                      <a:pt x="2023" y="541"/>
                      <a:pt x="1772" y="65"/>
                    </a:cubicBezTo>
                    <a:cubicBezTo>
                      <a:pt x="1745" y="19"/>
                      <a:pt x="1708" y="0"/>
                      <a:pt x="167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</p:grpSp>
        <p:grpSp>
          <p:nvGrpSpPr>
            <p:cNvPr id="2548" name="Google Shape;2548;p81"/>
            <p:cNvGrpSpPr/>
            <p:nvPr/>
          </p:nvGrpSpPr>
          <p:grpSpPr>
            <a:xfrm rot="-953867">
              <a:off x="4423156" y="1600413"/>
              <a:ext cx="297995" cy="211448"/>
              <a:chOff x="3491400" y="2111750"/>
              <a:chExt cx="222600" cy="157950"/>
            </a:xfrm>
          </p:grpSpPr>
          <p:sp>
            <p:nvSpPr>
              <p:cNvPr id="2549" name="Google Shape;2549;p81"/>
              <p:cNvSpPr/>
              <p:nvPr/>
            </p:nvSpPr>
            <p:spPr>
              <a:xfrm>
                <a:off x="3595700" y="2170900"/>
                <a:ext cx="42375" cy="28125"/>
              </a:xfrm>
              <a:custGeom>
                <a:avLst/>
                <a:gdLst/>
                <a:ahLst/>
                <a:cxnLst/>
                <a:rect l="l" t="t" r="r" b="b"/>
                <a:pathLst>
                  <a:path w="1695" h="1125" extrusionOk="0">
                    <a:moveTo>
                      <a:pt x="388" y="1"/>
                    </a:moveTo>
                    <a:cubicBezTo>
                      <a:pt x="379" y="1"/>
                      <a:pt x="370" y="4"/>
                      <a:pt x="362" y="13"/>
                    </a:cubicBezTo>
                    <a:cubicBezTo>
                      <a:pt x="0" y="351"/>
                      <a:pt x="233" y="992"/>
                      <a:pt x="676" y="1108"/>
                    </a:cubicBezTo>
                    <a:cubicBezTo>
                      <a:pt x="717" y="1119"/>
                      <a:pt x="760" y="1124"/>
                      <a:pt x="805" y="1124"/>
                    </a:cubicBezTo>
                    <a:cubicBezTo>
                      <a:pt x="1196" y="1124"/>
                      <a:pt x="1694" y="735"/>
                      <a:pt x="1527" y="327"/>
                    </a:cubicBezTo>
                    <a:cubicBezTo>
                      <a:pt x="1513" y="304"/>
                      <a:pt x="1489" y="294"/>
                      <a:pt x="1465" y="294"/>
                    </a:cubicBezTo>
                    <a:cubicBezTo>
                      <a:pt x="1428" y="294"/>
                      <a:pt x="1389" y="316"/>
                      <a:pt x="1376" y="351"/>
                    </a:cubicBezTo>
                    <a:cubicBezTo>
                      <a:pt x="1329" y="502"/>
                      <a:pt x="1329" y="630"/>
                      <a:pt x="1224" y="759"/>
                    </a:cubicBezTo>
                    <a:cubicBezTo>
                      <a:pt x="1116" y="867"/>
                      <a:pt x="975" y="942"/>
                      <a:pt x="829" y="942"/>
                    </a:cubicBezTo>
                    <a:cubicBezTo>
                      <a:pt x="801" y="942"/>
                      <a:pt x="774" y="939"/>
                      <a:pt x="746" y="933"/>
                    </a:cubicBezTo>
                    <a:cubicBezTo>
                      <a:pt x="362" y="852"/>
                      <a:pt x="280" y="374"/>
                      <a:pt x="420" y="71"/>
                    </a:cubicBezTo>
                    <a:cubicBezTo>
                      <a:pt x="437" y="36"/>
                      <a:pt x="415" y="1"/>
                      <a:pt x="388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2550" name="Google Shape;2550;p81"/>
              <p:cNvSpPr/>
              <p:nvPr/>
            </p:nvSpPr>
            <p:spPr>
              <a:xfrm>
                <a:off x="3529550" y="2111750"/>
                <a:ext cx="44325" cy="75800"/>
              </a:xfrm>
              <a:custGeom>
                <a:avLst/>
                <a:gdLst/>
                <a:ahLst/>
                <a:cxnLst/>
                <a:rect l="l" t="t" r="r" b="b"/>
                <a:pathLst>
                  <a:path w="1773" h="3032" extrusionOk="0">
                    <a:moveTo>
                      <a:pt x="1246" y="1"/>
                    </a:moveTo>
                    <a:cubicBezTo>
                      <a:pt x="906" y="1"/>
                      <a:pt x="471" y="566"/>
                      <a:pt x="246" y="1330"/>
                    </a:cubicBezTo>
                    <a:cubicBezTo>
                      <a:pt x="1" y="2157"/>
                      <a:pt x="94" y="2915"/>
                      <a:pt x="444" y="3020"/>
                    </a:cubicBezTo>
                    <a:cubicBezTo>
                      <a:pt x="471" y="3028"/>
                      <a:pt x="500" y="3032"/>
                      <a:pt x="529" y="3032"/>
                    </a:cubicBezTo>
                    <a:cubicBezTo>
                      <a:pt x="877" y="3032"/>
                      <a:pt x="1302" y="2467"/>
                      <a:pt x="1528" y="1703"/>
                    </a:cubicBezTo>
                    <a:cubicBezTo>
                      <a:pt x="1772" y="875"/>
                      <a:pt x="1679" y="118"/>
                      <a:pt x="1329" y="13"/>
                    </a:cubicBezTo>
                    <a:cubicBezTo>
                      <a:pt x="1302" y="5"/>
                      <a:pt x="1275" y="1"/>
                      <a:pt x="124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2551" name="Google Shape;2551;p81"/>
              <p:cNvSpPr/>
              <p:nvPr/>
            </p:nvSpPr>
            <p:spPr>
              <a:xfrm>
                <a:off x="3491400" y="2194500"/>
                <a:ext cx="52450" cy="25100"/>
              </a:xfrm>
              <a:custGeom>
                <a:avLst/>
                <a:gdLst/>
                <a:ahLst/>
                <a:cxnLst/>
                <a:rect l="l" t="t" r="r" b="b"/>
                <a:pathLst>
                  <a:path w="2098" h="1004" extrusionOk="0">
                    <a:moveTo>
                      <a:pt x="576" y="1"/>
                    </a:moveTo>
                    <a:cubicBezTo>
                      <a:pt x="303" y="1"/>
                      <a:pt x="106" y="75"/>
                      <a:pt x="70" y="211"/>
                    </a:cubicBezTo>
                    <a:cubicBezTo>
                      <a:pt x="0" y="432"/>
                      <a:pt x="385" y="747"/>
                      <a:pt x="921" y="910"/>
                    </a:cubicBezTo>
                    <a:cubicBezTo>
                      <a:pt x="1133" y="973"/>
                      <a:pt x="1337" y="1003"/>
                      <a:pt x="1511" y="1003"/>
                    </a:cubicBezTo>
                    <a:cubicBezTo>
                      <a:pt x="1785" y="1003"/>
                      <a:pt x="1985" y="929"/>
                      <a:pt x="2028" y="794"/>
                    </a:cubicBezTo>
                    <a:cubicBezTo>
                      <a:pt x="2098" y="560"/>
                      <a:pt x="1702" y="257"/>
                      <a:pt x="1166" y="94"/>
                    </a:cubicBezTo>
                    <a:cubicBezTo>
                      <a:pt x="953" y="31"/>
                      <a:pt x="749" y="1"/>
                      <a:pt x="576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2552" name="Google Shape;2552;p81"/>
              <p:cNvSpPr/>
              <p:nvPr/>
            </p:nvSpPr>
            <p:spPr>
              <a:xfrm>
                <a:off x="3668250" y="2152550"/>
                <a:ext cx="44000" cy="75800"/>
              </a:xfrm>
              <a:custGeom>
                <a:avLst/>
                <a:gdLst/>
                <a:ahLst/>
                <a:cxnLst/>
                <a:rect l="l" t="t" r="r" b="b"/>
                <a:pathLst>
                  <a:path w="1760" h="3032" extrusionOk="0">
                    <a:moveTo>
                      <a:pt x="1234" y="1"/>
                    </a:moveTo>
                    <a:cubicBezTo>
                      <a:pt x="895" y="1"/>
                      <a:pt x="471" y="566"/>
                      <a:pt x="245" y="1329"/>
                    </a:cubicBezTo>
                    <a:cubicBezTo>
                      <a:pt x="0" y="2157"/>
                      <a:pt x="82" y="2914"/>
                      <a:pt x="443" y="3019"/>
                    </a:cubicBezTo>
                    <a:cubicBezTo>
                      <a:pt x="470" y="3027"/>
                      <a:pt x="498" y="3031"/>
                      <a:pt x="526" y="3031"/>
                    </a:cubicBezTo>
                    <a:cubicBezTo>
                      <a:pt x="865" y="3031"/>
                      <a:pt x="1289" y="2466"/>
                      <a:pt x="1515" y="1702"/>
                    </a:cubicBezTo>
                    <a:cubicBezTo>
                      <a:pt x="1760" y="875"/>
                      <a:pt x="1678" y="117"/>
                      <a:pt x="1317" y="13"/>
                    </a:cubicBezTo>
                    <a:cubicBezTo>
                      <a:pt x="1290" y="4"/>
                      <a:pt x="1263" y="1"/>
                      <a:pt x="123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2553" name="Google Shape;2553;p81"/>
              <p:cNvSpPr/>
              <p:nvPr/>
            </p:nvSpPr>
            <p:spPr>
              <a:xfrm>
                <a:off x="3661825" y="2244625"/>
                <a:ext cx="52175" cy="25075"/>
              </a:xfrm>
              <a:custGeom>
                <a:avLst/>
                <a:gdLst/>
                <a:ahLst/>
                <a:cxnLst/>
                <a:rect l="l" t="t" r="r" b="b"/>
                <a:pathLst>
                  <a:path w="2087" h="1003" extrusionOk="0">
                    <a:moveTo>
                      <a:pt x="576" y="1"/>
                    </a:moveTo>
                    <a:cubicBezTo>
                      <a:pt x="302" y="1"/>
                      <a:pt x="102" y="75"/>
                      <a:pt x="59" y="210"/>
                    </a:cubicBezTo>
                    <a:cubicBezTo>
                      <a:pt x="1" y="443"/>
                      <a:pt x="385" y="746"/>
                      <a:pt x="922" y="910"/>
                    </a:cubicBezTo>
                    <a:cubicBezTo>
                      <a:pt x="1134" y="973"/>
                      <a:pt x="1338" y="1003"/>
                      <a:pt x="1512" y="1003"/>
                    </a:cubicBezTo>
                    <a:cubicBezTo>
                      <a:pt x="1786" y="1003"/>
                      <a:pt x="1986" y="929"/>
                      <a:pt x="2029" y="793"/>
                    </a:cubicBezTo>
                    <a:cubicBezTo>
                      <a:pt x="2087" y="572"/>
                      <a:pt x="1702" y="257"/>
                      <a:pt x="1166" y="94"/>
                    </a:cubicBezTo>
                    <a:cubicBezTo>
                      <a:pt x="954" y="30"/>
                      <a:pt x="750" y="1"/>
                      <a:pt x="576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</p:grpSp>
      </p:grpSp>
      <p:grpSp>
        <p:nvGrpSpPr>
          <p:cNvPr id="2554" name="Google Shape;2554;p81"/>
          <p:cNvGrpSpPr/>
          <p:nvPr/>
        </p:nvGrpSpPr>
        <p:grpSpPr>
          <a:xfrm>
            <a:off x="3990563" y="334825"/>
            <a:ext cx="1162950" cy="1035750"/>
            <a:chOff x="2423700" y="786350"/>
            <a:chExt cx="1162950" cy="1035750"/>
          </a:xfrm>
        </p:grpSpPr>
        <p:sp>
          <p:nvSpPr>
            <p:cNvPr id="2555" name="Google Shape;2555;p81"/>
            <p:cNvSpPr/>
            <p:nvPr/>
          </p:nvSpPr>
          <p:spPr>
            <a:xfrm>
              <a:off x="2423700" y="842875"/>
              <a:ext cx="1162950" cy="967375"/>
            </a:xfrm>
            <a:custGeom>
              <a:avLst/>
              <a:gdLst/>
              <a:ahLst/>
              <a:cxnLst/>
              <a:rect l="l" t="t" r="r" b="b"/>
              <a:pathLst>
                <a:path w="46518" h="38695" extrusionOk="0">
                  <a:moveTo>
                    <a:pt x="31561" y="643"/>
                  </a:moveTo>
                  <a:cubicBezTo>
                    <a:pt x="32533" y="643"/>
                    <a:pt x="33483" y="867"/>
                    <a:pt x="34362" y="1399"/>
                  </a:cubicBezTo>
                  <a:cubicBezTo>
                    <a:pt x="37119" y="3078"/>
                    <a:pt x="37294" y="7138"/>
                    <a:pt x="36868" y="10497"/>
                  </a:cubicBezTo>
                  <a:cubicBezTo>
                    <a:pt x="35168" y="10081"/>
                    <a:pt x="33382" y="9965"/>
                    <a:pt x="31618" y="9965"/>
                  </a:cubicBezTo>
                  <a:cubicBezTo>
                    <a:pt x="31042" y="9965"/>
                    <a:pt x="30468" y="9977"/>
                    <a:pt x="29900" y="9996"/>
                  </a:cubicBezTo>
                  <a:cubicBezTo>
                    <a:pt x="28773" y="10046"/>
                    <a:pt x="27670" y="10121"/>
                    <a:pt x="26567" y="10196"/>
                  </a:cubicBezTo>
                  <a:cubicBezTo>
                    <a:pt x="25139" y="8793"/>
                    <a:pt x="23560" y="7264"/>
                    <a:pt x="21880" y="5910"/>
                  </a:cubicBezTo>
                  <a:cubicBezTo>
                    <a:pt x="22382" y="5409"/>
                    <a:pt x="22883" y="4908"/>
                    <a:pt x="23409" y="4457"/>
                  </a:cubicBezTo>
                  <a:cubicBezTo>
                    <a:pt x="25429" y="2721"/>
                    <a:pt x="28599" y="643"/>
                    <a:pt x="31561" y="643"/>
                  </a:cubicBezTo>
                  <a:close/>
                  <a:moveTo>
                    <a:pt x="21279" y="6512"/>
                  </a:moveTo>
                  <a:cubicBezTo>
                    <a:pt x="21404" y="6612"/>
                    <a:pt x="21504" y="6687"/>
                    <a:pt x="21605" y="6788"/>
                  </a:cubicBezTo>
                  <a:cubicBezTo>
                    <a:pt x="22933" y="7915"/>
                    <a:pt x="24236" y="9093"/>
                    <a:pt x="25514" y="10296"/>
                  </a:cubicBezTo>
                  <a:cubicBezTo>
                    <a:pt x="22783" y="10547"/>
                    <a:pt x="20076" y="10948"/>
                    <a:pt x="17394" y="11449"/>
                  </a:cubicBezTo>
                  <a:cubicBezTo>
                    <a:pt x="17369" y="11449"/>
                    <a:pt x="17369" y="11449"/>
                    <a:pt x="17344" y="11474"/>
                  </a:cubicBezTo>
                  <a:cubicBezTo>
                    <a:pt x="18572" y="9745"/>
                    <a:pt x="19850" y="8066"/>
                    <a:pt x="21279" y="6512"/>
                  </a:cubicBezTo>
                  <a:close/>
                  <a:moveTo>
                    <a:pt x="31898" y="10747"/>
                  </a:moveTo>
                  <a:cubicBezTo>
                    <a:pt x="33537" y="10747"/>
                    <a:pt x="35193" y="10859"/>
                    <a:pt x="36768" y="11249"/>
                  </a:cubicBezTo>
                  <a:cubicBezTo>
                    <a:pt x="36617" y="12051"/>
                    <a:pt x="36467" y="12778"/>
                    <a:pt x="36317" y="13429"/>
                  </a:cubicBezTo>
                  <a:cubicBezTo>
                    <a:pt x="35890" y="15184"/>
                    <a:pt x="35289" y="16913"/>
                    <a:pt x="34562" y="18592"/>
                  </a:cubicBezTo>
                  <a:cubicBezTo>
                    <a:pt x="32607" y="16211"/>
                    <a:pt x="30452" y="14031"/>
                    <a:pt x="28447" y="12051"/>
                  </a:cubicBezTo>
                  <a:cubicBezTo>
                    <a:pt x="28071" y="11700"/>
                    <a:pt x="27695" y="11324"/>
                    <a:pt x="27294" y="10948"/>
                  </a:cubicBezTo>
                  <a:cubicBezTo>
                    <a:pt x="27745" y="10923"/>
                    <a:pt x="28196" y="10873"/>
                    <a:pt x="28647" y="10848"/>
                  </a:cubicBezTo>
                  <a:cubicBezTo>
                    <a:pt x="29704" y="10797"/>
                    <a:pt x="30797" y="10747"/>
                    <a:pt x="31898" y="10747"/>
                  </a:cubicBezTo>
                  <a:close/>
                  <a:moveTo>
                    <a:pt x="15640" y="12627"/>
                  </a:moveTo>
                  <a:cubicBezTo>
                    <a:pt x="14988" y="13630"/>
                    <a:pt x="14362" y="14657"/>
                    <a:pt x="13760" y="15635"/>
                  </a:cubicBezTo>
                  <a:cubicBezTo>
                    <a:pt x="12908" y="17013"/>
                    <a:pt x="11981" y="18567"/>
                    <a:pt x="11128" y="20221"/>
                  </a:cubicBezTo>
                  <a:cubicBezTo>
                    <a:pt x="9925" y="18417"/>
                    <a:pt x="8898" y="16512"/>
                    <a:pt x="8121" y="14532"/>
                  </a:cubicBezTo>
                  <a:cubicBezTo>
                    <a:pt x="10577" y="13705"/>
                    <a:pt x="13209" y="13128"/>
                    <a:pt x="15640" y="12627"/>
                  </a:cubicBezTo>
                  <a:close/>
                  <a:moveTo>
                    <a:pt x="37520" y="11474"/>
                  </a:moveTo>
                  <a:cubicBezTo>
                    <a:pt x="38372" y="11725"/>
                    <a:pt x="39199" y="12076"/>
                    <a:pt x="39976" y="12577"/>
                  </a:cubicBezTo>
                  <a:cubicBezTo>
                    <a:pt x="43159" y="14532"/>
                    <a:pt x="45339" y="19645"/>
                    <a:pt x="42031" y="22577"/>
                  </a:cubicBezTo>
                  <a:cubicBezTo>
                    <a:pt x="41028" y="23479"/>
                    <a:pt x="39750" y="23931"/>
                    <a:pt x="38447" y="24281"/>
                  </a:cubicBezTo>
                  <a:cubicBezTo>
                    <a:pt x="37520" y="22552"/>
                    <a:pt x="36417" y="20923"/>
                    <a:pt x="35189" y="19344"/>
                  </a:cubicBezTo>
                  <a:cubicBezTo>
                    <a:pt x="36317" y="16813"/>
                    <a:pt x="37144" y="14156"/>
                    <a:pt x="37520" y="11474"/>
                  </a:cubicBezTo>
                  <a:close/>
                  <a:moveTo>
                    <a:pt x="34738" y="20271"/>
                  </a:moveTo>
                  <a:cubicBezTo>
                    <a:pt x="35765" y="21625"/>
                    <a:pt x="36693" y="23028"/>
                    <a:pt x="37495" y="24532"/>
                  </a:cubicBezTo>
                  <a:cubicBezTo>
                    <a:pt x="37219" y="24582"/>
                    <a:pt x="36943" y="24657"/>
                    <a:pt x="36667" y="24733"/>
                  </a:cubicBezTo>
                  <a:cubicBezTo>
                    <a:pt x="34963" y="25134"/>
                    <a:pt x="33234" y="25510"/>
                    <a:pt x="31479" y="25835"/>
                  </a:cubicBezTo>
                  <a:lnTo>
                    <a:pt x="31479" y="25835"/>
                  </a:lnTo>
                  <a:cubicBezTo>
                    <a:pt x="32682" y="24106"/>
                    <a:pt x="33810" y="22226"/>
                    <a:pt x="34738" y="20271"/>
                  </a:cubicBezTo>
                  <a:close/>
                  <a:moveTo>
                    <a:pt x="26266" y="11023"/>
                  </a:moveTo>
                  <a:cubicBezTo>
                    <a:pt x="27620" y="12326"/>
                    <a:pt x="28948" y="13655"/>
                    <a:pt x="30226" y="14983"/>
                  </a:cubicBezTo>
                  <a:cubicBezTo>
                    <a:pt x="31605" y="16412"/>
                    <a:pt x="32933" y="17915"/>
                    <a:pt x="34161" y="19494"/>
                  </a:cubicBezTo>
                  <a:cubicBezTo>
                    <a:pt x="33409" y="21073"/>
                    <a:pt x="32582" y="22602"/>
                    <a:pt x="31680" y="24081"/>
                  </a:cubicBezTo>
                  <a:cubicBezTo>
                    <a:pt x="31254" y="24758"/>
                    <a:pt x="30803" y="25409"/>
                    <a:pt x="30327" y="26061"/>
                  </a:cubicBezTo>
                  <a:cubicBezTo>
                    <a:pt x="30251" y="26086"/>
                    <a:pt x="30151" y="26111"/>
                    <a:pt x="30051" y="26111"/>
                  </a:cubicBezTo>
                  <a:cubicBezTo>
                    <a:pt x="25740" y="26913"/>
                    <a:pt x="21379" y="27439"/>
                    <a:pt x="16993" y="27765"/>
                  </a:cubicBezTo>
                  <a:cubicBezTo>
                    <a:pt x="16717" y="27439"/>
                    <a:pt x="16442" y="27114"/>
                    <a:pt x="16166" y="26788"/>
                  </a:cubicBezTo>
                  <a:cubicBezTo>
                    <a:pt x="14612" y="25008"/>
                    <a:pt x="12958" y="22978"/>
                    <a:pt x="11479" y="20773"/>
                  </a:cubicBezTo>
                  <a:cubicBezTo>
                    <a:pt x="12958" y="17865"/>
                    <a:pt x="14838" y="15134"/>
                    <a:pt x="16342" y="12903"/>
                  </a:cubicBezTo>
                  <a:cubicBezTo>
                    <a:pt x="16467" y="12753"/>
                    <a:pt x="16592" y="12577"/>
                    <a:pt x="16692" y="12402"/>
                  </a:cubicBezTo>
                  <a:cubicBezTo>
                    <a:pt x="19850" y="11750"/>
                    <a:pt x="23058" y="11299"/>
                    <a:pt x="26266" y="11023"/>
                  </a:cubicBezTo>
                  <a:close/>
                  <a:moveTo>
                    <a:pt x="7494" y="14758"/>
                  </a:moveTo>
                  <a:cubicBezTo>
                    <a:pt x="8372" y="16938"/>
                    <a:pt x="9575" y="19018"/>
                    <a:pt x="10803" y="20873"/>
                  </a:cubicBezTo>
                  <a:cubicBezTo>
                    <a:pt x="9700" y="23078"/>
                    <a:pt x="8773" y="25459"/>
                    <a:pt x="8422" y="27815"/>
                  </a:cubicBezTo>
                  <a:cubicBezTo>
                    <a:pt x="6968" y="27640"/>
                    <a:pt x="5590" y="27239"/>
                    <a:pt x="4362" y="26412"/>
                  </a:cubicBezTo>
                  <a:cubicBezTo>
                    <a:pt x="51" y="23580"/>
                    <a:pt x="201" y="18467"/>
                    <a:pt x="4662" y="16036"/>
                  </a:cubicBezTo>
                  <a:cubicBezTo>
                    <a:pt x="5565" y="15535"/>
                    <a:pt x="6492" y="15134"/>
                    <a:pt x="7494" y="14758"/>
                  </a:cubicBezTo>
                  <a:close/>
                  <a:moveTo>
                    <a:pt x="11179" y="21424"/>
                  </a:moveTo>
                  <a:cubicBezTo>
                    <a:pt x="11504" y="21951"/>
                    <a:pt x="11855" y="22427"/>
                    <a:pt x="12181" y="22903"/>
                  </a:cubicBezTo>
                  <a:cubicBezTo>
                    <a:pt x="13234" y="24382"/>
                    <a:pt x="14387" y="25911"/>
                    <a:pt x="15590" y="27364"/>
                  </a:cubicBezTo>
                  <a:cubicBezTo>
                    <a:pt x="13853" y="27615"/>
                    <a:pt x="11976" y="27901"/>
                    <a:pt x="10149" y="27901"/>
                  </a:cubicBezTo>
                  <a:cubicBezTo>
                    <a:pt x="9788" y="27901"/>
                    <a:pt x="9429" y="27890"/>
                    <a:pt x="9073" y="27865"/>
                  </a:cubicBezTo>
                  <a:cubicBezTo>
                    <a:pt x="9374" y="25710"/>
                    <a:pt x="10151" y="23530"/>
                    <a:pt x="11179" y="21424"/>
                  </a:cubicBezTo>
                  <a:close/>
                  <a:moveTo>
                    <a:pt x="29650" y="26988"/>
                  </a:moveTo>
                  <a:cubicBezTo>
                    <a:pt x="27720" y="29495"/>
                    <a:pt x="25464" y="31675"/>
                    <a:pt x="22858" y="33354"/>
                  </a:cubicBezTo>
                  <a:cubicBezTo>
                    <a:pt x="20978" y="31901"/>
                    <a:pt x="19274" y="30246"/>
                    <a:pt x="17670" y="28492"/>
                  </a:cubicBezTo>
                  <a:cubicBezTo>
                    <a:pt x="21680" y="28166"/>
                    <a:pt x="25690" y="27690"/>
                    <a:pt x="29650" y="26988"/>
                  </a:cubicBezTo>
                  <a:close/>
                  <a:moveTo>
                    <a:pt x="37971" y="25384"/>
                  </a:moveTo>
                  <a:cubicBezTo>
                    <a:pt x="39675" y="28768"/>
                    <a:pt x="41530" y="33956"/>
                    <a:pt x="37996" y="36688"/>
                  </a:cubicBezTo>
                  <a:cubicBezTo>
                    <a:pt x="36811" y="37605"/>
                    <a:pt x="35401" y="37968"/>
                    <a:pt x="33925" y="37968"/>
                  </a:cubicBezTo>
                  <a:cubicBezTo>
                    <a:pt x="30966" y="37968"/>
                    <a:pt x="27738" y="36513"/>
                    <a:pt x="25514" y="35159"/>
                  </a:cubicBezTo>
                  <a:cubicBezTo>
                    <a:pt x="24838" y="34758"/>
                    <a:pt x="24211" y="34332"/>
                    <a:pt x="23560" y="33855"/>
                  </a:cubicBezTo>
                  <a:cubicBezTo>
                    <a:pt x="26016" y="32251"/>
                    <a:pt x="28171" y="30196"/>
                    <a:pt x="30001" y="27865"/>
                  </a:cubicBezTo>
                  <a:cubicBezTo>
                    <a:pt x="30276" y="27515"/>
                    <a:pt x="30552" y="27164"/>
                    <a:pt x="30803" y="26788"/>
                  </a:cubicBezTo>
                  <a:cubicBezTo>
                    <a:pt x="33109" y="26412"/>
                    <a:pt x="35640" y="26061"/>
                    <a:pt x="37971" y="25384"/>
                  </a:cubicBezTo>
                  <a:close/>
                  <a:moveTo>
                    <a:pt x="31714" y="0"/>
                  </a:moveTo>
                  <a:cubicBezTo>
                    <a:pt x="30352" y="0"/>
                    <a:pt x="28954" y="366"/>
                    <a:pt x="27745" y="873"/>
                  </a:cubicBezTo>
                  <a:cubicBezTo>
                    <a:pt x="25314" y="1875"/>
                    <a:pt x="23159" y="3504"/>
                    <a:pt x="21254" y="5409"/>
                  </a:cubicBezTo>
                  <a:cubicBezTo>
                    <a:pt x="18581" y="3359"/>
                    <a:pt x="15650" y="1781"/>
                    <a:pt x="12625" y="1781"/>
                  </a:cubicBezTo>
                  <a:cubicBezTo>
                    <a:pt x="11139" y="1781"/>
                    <a:pt x="9632" y="2162"/>
                    <a:pt x="8121" y="3053"/>
                  </a:cubicBezTo>
                  <a:cubicBezTo>
                    <a:pt x="7760" y="3266"/>
                    <a:pt x="7975" y="3785"/>
                    <a:pt x="8309" y="3785"/>
                  </a:cubicBezTo>
                  <a:cubicBezTo>
                    <a:pt x="8369" y="3785"/>
                    <a:pt x="8432" y="3768"/>
                    <a:pt x="8497" y="3730"/>
                  </a:cubicBezTo>
                  <a:cubicBezTo>
                    <a:pt x="9843" y="2970"/>
                    <a:pt x="11204" y="2647"/>
                    <a:pt x="12547" y="2647"/>
                  </a:cubicBezTo>
                  <a:cubicBezTo>
                    <a:pt x="15455" y="2647"/>
                    <a:pt x="18277" y="4159"/>
                    <a:pt x="20677" y="6011"/>
                  </a:cubicBezTo>
                  <a:cubicBezTo>
                    <a:pt x="19048" y="7765"/>
                    <a:pt x="17595" y="9720"/>
                    <a:pt x="16266" y="11675"/>
                  </a:cubicBezTo>
                  <a:cubicBezTo>
                    <a:pt x="13459" y="12226"/>
                    <a:pt x="10602" y="12903"/>
                    <a:pt x="7870" y="13830"/>
                  </a:cubicBezTo>
                  <a:cubicBezTo>
                    <a:pt x="6717" y="10472"/>
                    <a:pt x="6442" y="6988"/>
                    <a:pt x="7870" y="3580"/>
                  </a:cubicBezTo>
                  <a:cubicBezTo>
                    <a:pt x="7936" y="3415"/>
                    <a:pt x="7786" y="3294"/>
                    <a:pt x="7639" y="3294"/>
                  </a:cubicBezTo>
                  <a:cubicBezTo>
                    <a:pt x="7563" y="3294"/>
                    <a:pt x="7487" y="3327"/>
                    <a:pt x="7444" y="3404"/>
                  </a:cubicBezTo>
                  <a:cubicBezTo>
                    <a:pt x="5489" y="6737"/>
                    <a:pt x="5865" y="10497"/>
                    <a:pt x="7219" y="14081"/>
                  </a:cubicBezTo>
                  <a:cubicBezTo>
                    <a:pt x="6592" y="14306"/>
                    <a:pt x="5991" y="14532"/>
                    <a:pt x="5414" y="14808"/>
                  </a:cubicBezTo>
                  <a:cubicBezTo>
                    <a:pt x="2983" y="15860"/>
                    <a:pt x="602" y="17640"/>
                    <a:pt x="301" y="20447"/>
                  </a:cubicBezTo>
                  <a:cubicBezTo>
                    <a:pt x="1" y="23354"/>
                    <a:pt x="2056" y="26086"/>
                    <a:pt x="4512" y="27439"/>
                  </a:cubicBezTo>
                  <a:cubicBezTo>
                    <a:pt x="5690" y="28091"/>
                    <a:pt x="6993" y="28442"/>
                    <a:pt x="8321" y="28592"/>
                  </a:cubicBezTo>
                  <a:cubicBezTo>
                    <a:pt x="8071" y="31299"/>
                    <a:pt x="8647" y="33931"/>
                    <a:pt x="10652" y="36211"/>
                  </a:cubicBezTo>
                  <a:cubicBezTo>
                    <a:pt x="10707" y="36272"/>
                    <a:pt x="10769" y="36298"/>
                    <a:pt x="10829" y="36298"/>
                  </a:cubicBezTo>
                  <a:cubicBezTo>
                    <a:pt x="11016" y="36298"/>
                    <a:pt x="11180" y="36050"/>
                    <a:pt x="11028" y="35860"/>
                  </a:cubicBezTo>
                  <a:cubicBezTo>
                    <a:pt x="9324" y="33655"/>
                    <a:pt x="8773" y="31199"/>
                    <a:pt x="8998" y="28667"/>
                  </a:cubicBezTo>
                  <a:lnTo>
                    <a:pt x="8998" y="28667"/>
                  </a:lnTo>
                  <a:cubicBezTo>
                    <a:pt x="9325" y="28688"/>
                    <a:pt x="9654" y="28698"/>
                    <a:pt x="9983" y="28698"/>
                  </a:cubicBezTo>
                  <a:cubicBezTo>
                    <a:pt x="12026" y="28698"/>
                    <a:pt x="14098" y="28322"/>
                    <a:pt x="16041" y="27890"/>
                  </a:cubicBezTo>
                  <a:cubicBezTo>
                    <a:pt x="16166" y="28016"/>
                    <a:pt x="16291" y="28166"/>
                    <a:pt x="16417" y="28317"/>
                  </a:cubicBezTo>
                  <a:cubicBezTo>
                    <a:pt x="16442" y="28417"/>
                    <a:pt x="16492" y="28492"/>
                    <a:pt x="16592" y="28542"/>
                  </a:cubicBezTo>
                  <a:cubicBezTo>
                    <a:pt x="18271" y="30447"/>
                    <a:pt x="20101" y="32276"/>
                    <a:pt x="22106" y="33805"/>
                  </a:cubicBezTo>
                  <a:cubicBezTo>
                    <a:pt x="19324" y="35459"/>
                    <a:pt x="16191" y="36487"/>
                    <a:pt x="12732" y="36637"/>
                  </a:cubicBezTo>
                  <a:cubicBezTo>
                    <a:pt x="12264" y="36662"/>
                    <a:pt x="12232" y="37390"/>
                    <a:pt x="12708" y="37390"/>
                  </a:cubicBezTo>
                  <a:cubicBezTo>
                    <a:pt x="12716" y="37390"/>
                    <a:pt x="12724" y="37390"/>
                    <a:pt x="12732" y="37389"/>
                  </a:cubicBezTo>
                  <a:cubicBezTo>
                    <a:pt x="16392" y="37314"/>
                    <a:pt x="19775" y="36186"/>
                    <a:pt x="22808" y="34357"/>
                  </a:cubicBezTo>
                  <a:cubicBezTo>
                    <a:pt x="24738" y="35785"/>
                    <a:pt x="26843" y="36963"/>
                    <a:pt x="29098" y="37740"/>
                  </a:cubicBezTo>
                  <a:cubicBezTo>
                    <a:pt x="30612" y="38275"/>
                    <a:pt x="32363" y="38694"/>
                    <a:pt x="34069" y="38694"/>
                  </a:cubicBezTo>
                  <a:cubicBezTo>
                    <a:pt x="35640" y="38694"/>
                    <a:pt x="37173" y="38339"/>
                    <a:pt x="38447" y="37389"/>
                  </a:cubicBezTo>
                  <a:cubicBezTo>
                    <a:pt x="40602" y="35785"/>
                    <a:pt x="41003" y="33028"/>
                    <a:pt x="40627" y="30547"/>
                  </a:cubicBezTo>
                  <a:cubicBezTo>
                    <a:pt x="40327" y="28667"/>
                    <a:pt x="39700" y="26838"/>
                    <a:pt x="38848" y="25109"/>
                  </a:cubicBezTo>
                  <a:cubicBezTo>
                    <a:pt x="39775" y="24783"/>
                    <a:pt x="40677" y="24407"/>
                    <a:pt x="41480" y="23931"/>
                  </a:cubicBezTo>
                  <a:cubicBezTo>
                    <a:pt x="46517" y="21023"/>
                    <a:pt x="44412" y="14156"/>
                    <a:pt x="40076" y="11725"/>
                  </a:cubicBezTo>
                  <a:cubicBezTo>
                    <a:pt x="39299" y="11274"/>
                    <a:pt x="38472" y="10948"/>
                    <a:pt x="37620" y="10697"/>
                  </a:cubicBezTo>
                  <a:cubicBezTo>
                    <a:pt x="37720" y="9770"/>
                    <a:pt x="37745" y="8868"/>
                    <a:pt x="37745" y="7966"/>
                  </a:cubicBezTo>
                  <a:cubicBezTo>
                    <a:pt x="37670" y="5560"/>
                    <a:pt x="37244" y="2727"/>
                    <a:pt x="35239" y="1123"/>
                  </a:cubicBezTo>
                  <a:cubicBezTo>
                    <a:pt x="34213" y="315"/>
                    <a:pt x="32979" y="0"/>
                    <a:pt x="3171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556" name="Google Shape;2556;p81"/>
            <p:cNvSpPr/>
            <p:nvPr/>
          </p:nvSpPr>
          <p:spPr>
            <a:xfrm>
              <a:off x="2820013" y="1145088"/>
              <a:ext cx="367185" cy="367185"/>
            </a:xfrm>
            <a:custGeom>
              <a:avLst/>
              <a:gdLst/>
              <a:ahLst/>
              <a:cxnLst/>
              <a:rect l="l" t="t" r="r" b="b"/>
              <a:pathLst>
                <a:path w="10352" h="10352" extrusionOk="0">
                  <a:moveTo>
                    <a:pt x="5189" y="0"/>
                  </a:moveTo>
                  <a:cubicBezTo>
                    <a:pt x="2332" y="0"/>
                    <a:pt x="1" y="2306"/>
                    <a:pt x="1" y="5163"/>
                  </a:cubicBezTo>
                  <a:cubicBezTo>
                    <a:pt x="1" y="8020"/>
                    <a:pt x="2332" y="10351"/>
                    <a:pt x="5189" y="10351"/>
                  </a:cubicBezTo>
                  <a:cubicBezTo>
                    <a:pt x="8046" y="10351"/>
                    <a:pt x="10352" y="8020"/>
                    <a:pt x="10352" y="5163"/>
                  </a:cubicBezTo>
                  <a:cubicBezTo>
                    <a:pt x="10352" y="2306"/>
                    <a:pt x="8046" y="0"/>
                    <a:pt x="5189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557" name="Google Shape;2557;p81"/>
            <p:cNvSpPr/>
            <p:nvPr/>
          </p:nvSpPr>
          <p:spPr>
            <a:xfrm>
              <a:off x="3221950" y="786350"/>
              <a:ext cx="132225" cy="132250"/>
            </a:xfrm>
            <a:custGeom>
              <a:avLst/>
              <a:gdLst/>
              <a:ahLst/>
              <a:cxnLst/>
              <a:rect l="l" t="t" r="r" b="b"/>
              <a:pathLst>
                <a:path w="5289" h="5290" extrusionOk="0">
                  <a:moveTo>
                    <a:pt x="2632" y="1"/>
                  </a:moveTo>
                  <a:cubicBezTo>
                    <a:pt x="1179" y="1"/>
                    <a:pt x="1" y="1179"/>
                    <a:pt x="1" y="2633"/>
                  </a:cubicBezTo>
                  <a:cubicBezTo>
                    <a:pt x="1" y="4086"/>
                    <a:pt x="1179" y="5289"/>
                    <a:pt x="2632" y="5289"/>
                  </a:cubicBezTo>
                  <a:cubicBezTo>
                    <a:pt x="4111" y="5289"/>
                    <a:pt x="5289" y="4086"/>
                    <a:pt x="5289" y="2633"/>
                  </a:cubicBezTo>
                  <a:cubicBezTo>
                    <a:pt x="5289" y="1179"/>
                    <a:pt x="4111" y="1"/>
                    <a:pt x="2632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558" name="Google Shape;2558;p81"/>
            <p:cNvSpPr/>
            <p:nvPr/>
          </p:nvSpPr>
          <p:spPr>
            <a:xfrm>
              <a:off x="3330975" y="1689875"/>
              <a:ext cx="132225" cy="132225"/>
            </a:xfrm>
            <a:custGeom>
              <a:avLst/>
              <a:gdLst/>
              <a:ahLst/>
              <a:cxnLst/>
              <a:rect l="l" t="t" r="r" b="b"/>
              <a:pathLst>
                <a:path w="5289" h="5289" extrusionOk="0">
                  <a:moveTo>
                    <a:pt x="2657" y="0"/>
                  </a:moveTo>
                  <a:cubicBezTo>
                    <a:pt x="1204" y="0"/>
                    <a:pt x="1" y="1178"/>
                    <a:pt x="1" y="2657"/>
                  </a:cubicBezTo>
                  <a:cubicBezTo>
                    <a:pt x="1" y="4111"/>
                    <a:pt x="1204" y="5289"/>
                    <a:pt x="2657" y="5289"/>
                  </a:cubicBezTo>
                  <a:cubicBezTo>
                    <a:pt x="4111" y="5289"/>
                    <a:pt x="5289" y="4111"/>
                    <a:pt x="5289" y="2657"/>
                  </a:cubicBezTo>
                  <a:cubicBezTo>
                    <a:pt x="5289" y="1178"/>
                    <a:pt x="4111" y="0"/>
                    <a:pt x="2657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559" name="Google Shape;2559;p81"/>
            <p:cNvSpPr/>
            <p:nvPr/>
          </p:nvSpPr>
          <p:spPr>
            <a:xfrm>
              <a:off x="2547775" y="881600"/>
              <a:ext cx="132225" cy="131600"/>
            </a:xfrm>
            <a:custGeom>
              <a:avLst/>
              <a:gdLst/>
              <a:ahLst/>
              <a:cxnLst/>
              <a:rect l="l" t="t" r="r" b="b"/>
              <a:pathLst>
                <a:path w="5289" h="5264" extrusionOk="0">
                  <a:moveTo>
                    <a:pt x="2632" y="0"/>
                  </a:moveTo>
                  <a:cubicBezTo>
                    <a:pt x="1178" y="0"/>
                    <a:pt x="0" y="1178"/>
                    <a:pt x="0" y="2632"/>
                  </a:cubicBezTo>
                  <a:cubicBezTo>
                    <a:pt x="0" y="4086"/>
                    <a:pt x="1178" y="5264"/>
                    <a:pt x="2632" y="5264"/>
                  </a:cubicBezTo>
                  <a:cubicBezTo>
                    <a:pt x="4110" y="5264"/>
                    <a:pt x="5288" y="4086"/>
                    <a:pt x="5288" y="2632"/>
                  </a:cubicBezTo>
                  <a:cubicBezTo>
                    <a:pt x="5288" y="1178"/>
                    <a:pt x="4110" y="0"/>
                    <a:pt x="2632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560" name="Google Shape;2560;p81"/>
            <p:cNvSpPr/>
            <p:nvPr/>
          </p:nvSpPr>
          <p:spPr>
            <a:xfrm>
              <a:off x="2647375" y="1677975"/>
              <a:ext cx="132250" cy="131600"/>
            </a:xfrm>
            <a:custGeom>
              <a:avLst/>
              <a:gdLst/>
              <a:ahLst/>
              <a:cxnLst/>
              <a:rect l="l" t="t" r="r" b="b"/>
              <a:pathLst>
                <a:path w="5290" h="5264" extrusionOk="0">
                  <a:moveTo>
                    <a:pt x="2658" y="0"/>
                  </a:moveTo>
                  <a:cubicBezTo>
                    <a:pt x="1204" y="0"/>
                    <a:pt x="1" y="1178"/>
                    <a:pt x="1" y="2632"/>
                  </a:cubicBezTo>
                  <a:cubicBezTo>
                    <a:pt x="1" y="4086"/>
                    <a:pt x="1204" y="5263"/>
                    <a:pt x="2658" y="5263"/>
                  </a:cubicBezTo>
                  <a:cubicBezTo>
                    <a:pt x="4111" y="5263"/>
                    <a:pt x="5289" y="4086"/>
                    <a:pt x="5289" y="2632"/>
                  </a:cubicBezTo>
                  <a:cubicBezTo>
                    <a:pt x="5289" y="1178"/>
                    <a:pt x="4111" y="0"/>
                    <a:pt x="2658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561" name="Google Shape;2561;p81"/>
            <p:cNvSpPr/>
            <p:nvPr/>
          </p:nvSpPr>
          <p:spPr>
            <a:xfrm>
              <a:off x="3222575" y="799525"/>
              <a:ext cx="131600" cy="119075"/>
            </a:xfrm>
            <a:custGeom>
              <a:avLst/>
              <a:gdLst/>
              <a:ahLst/>
              <a:cxnLst/>
              <a:rect l="l" t="t" r="r" b="b"/>
              <a:pathLst>
                <a:path w="5264" h="4763" extrusionOk="0">
                  <a:moveTo>
                    <a:pt x="4211" y="0"/>
                  </a:moveTo>
                  <a:cubicBezTo>
                    <a:pt x="4261" y="201"/>
                    <a:pt x="4286" y="376"/>
                    <a:pt x="4286" y="577"/>
                  </a:cubicBezTo>
                  <a:lnTo>
                    <a:pt x="4286" y="852"/>
                  </a:lnTo>
                  <a:cubicBezTo>
                    <a:pt x="4286" y="1278"/>
                    <a:pt x="4161" y="1705"/>
                    <a:pt x="3935" y="2080"/>
                  </a:cubicBezTo>
                  <a:lnTo>
                    <a:pt x="3560" y="2582"/>
                  </a:lnTo>
                  <a:cubicBezTo>
                    <a:pt x="3259" y="2882"/>
                    <a:pt x="2908" y="3083"/>
                    <a:pt x="2482" y="3208"/>
                  </a:cubicBezTo>
                  <a:cubicBezTo>
                    <a:pt x="2256" y="3233"/>
                    <a:pt x="2056" y="3258"/>
                    <a:pt x="1830" y="3283"/>
                  </a:cubicBezTo>
                  <a:cubicBezTo>
                    <a:pt x="1789" y="3287"/>
                    <a:pt x="1747" y="3288"/>
                    <a:pt x="1706" y="3288"/>
                  </a:cubicBezTo>
                  <a:cubicBezTo>
                    <a:pt x="1422" y="3288"/>
                    <a:pt x="1144" y="3214"/>
                    <a:pt x="903" y="3083"/>
                  </a:cubicBezTo>
                  <a:cubicBezTo>
                    <a:pt x="602" y="2983"/>
                    <a:pt x="326" y="2807"/>
                    <a:pt x="101" y="2582"/>
                  </a:cubicBezTo>
                  <a:cubicBezTo>
                    <a:pt x="76" y="2532"/>
                    <a:pt x="26" y="2507"/>
                    <a:pt x="1" y="2456"/>
                  </a:cubicBezTo>
                  <a:lnTo>
                    <a:pt x="1" y="2456"/>
                  </a:lnTo>
                  <a:cubicBezTo>
                    <a:pt x="176" y="3760"/>
                    <a:pt x="1279" y="4762"/>
                    <a:pt x="2607" y="4762"/>
                  </a:cubicBezTo>
                  <a:cubicBezTo>
                    <a:pt x="4086" y="4762"/>
                    <a:pt x="5264" y="3559"/>
                    <a:pt x="5264" y="2106"/>
                  </a:cubicBezTo>
                  <a:cubicBezTo>
                    <a:pt x="5264" y="1253"/>
                    <a:pt x="4838" y="476"/>
                    <a:pt x="4211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562" name="Google Shape;2562;p81"/>
            <p:cNvSpPr/>
            <p:nvPr/>
          </p:nvSpPr>
          <p:spPr>
            <a:xfrm>
              <a:off x="3337250" y="1703650"/>
              <a:ext cx="125950" cy="118450"/>
            </a:xfrm>
            <a:custGeom>
              <a:avLst/>
              <a:gdLst/>
              <a:ahLst/>
              <a:cxnLst/>
              <a:rect l="l" t="t" r="r" b="b"/>
              <a:pathLst>
                <a:path w="5038" h="4738" extrusionOk="0">
                  <a:moveTo>
                    <a:pt x="4010" y="1"/>
                  </a:moveTo>
                  <a:cubicBezTo>
                    <a:pt x="3985" y="201"/>
                    <a:pt x="3960" y="402"/>
                    <a:pt x="3910" y="577"/>
                  </a:cubicBezTo>
                  <a:cubicBezTo>
                    <a:pt x="3634" y="1254"/>
                    <a:pt x="3409" y="1830"/>
                    <a:pt x="2882" y="2332"/>
                  </a:cubicBezTo>
                  <a:cubicBezTo>
                    <a:pt x="2456" y="2708"/>
                    <a:pt x="1955" y="3033"/>
                    <a:pt x="1404" y="3159"/>
                  </a:cubicBezTo>
                  <a:cubicBezTo>
                    <a:pt x="1162" y="3213"/>
                    <a:pt x="906" y="3237"/>
                    <a:pt x="651" y="3237"/>
                  </a:cubicBezTo>
                  <a:cubicBezTo>
                    <a:pt x="430" y="3237"/>
                    <a:pt x="210" y="3219"/>
                    <a:pt x="0" y="3184"/>
                  </a:cubicBezTo>
                  <a:lnTo>
                    <a:pt x="0" y="3184"/>
                  </a:lnTo>
                  <a:cubicBezTo>
                    <a:pt x="401" y="4086"/>
                    <a:pt x="1328" y="4738"/>
                    <a:pt x="2406" y="4738"/>
                  </a:cubicBezTo>
                  <a:cubicBezTo>
                    <a:pt x="3860" y="4738"/>
                    <a:pt x="5038" y="3560"/>
                    <a:pt x="5038" y="2106"/>
                  </a:cubicBezTo>
                  <a:cubicBezTo>
                    <a:pt x="5038" y="1229"/>
                    <a:pt x="4637" y="477"/>
                    <a:pt x="4010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563" name="Google Shape;2563;p81"/>
            <p:cNvSpPr/>
            <p:nvPr/>
          </p:nvSpPr>
          <p:spPr>
            <a:xfrm>
              <a:off x="2576575" y="892250"/>
              <a:ext cx="103425" cy="120950"/>
            </a:xfrm>
            <a:custGeom>
              <a:avLst/>
              <a:gdLst/>
              <a:ahLst/>
              <a:cxnLst/>
              <a:rect l="l" t="t" r="r" b="b"/>
              <a:pathLst>
                <a:path w="4137" h="4838" extrusionOk="0">
                  <a:moveTo>
                    <a:pt x="2958" y="1"/>
                  </a:moveTo>
                  <a:lnTo>
                    <a:pt x="2958" y="1"/>
                  </a:lnTo>
                  <a:cubicBezTo>
                    <a:pt x="2983" y="201"/>
                    <a:pt x="3008" y="376"/>
                    <a:pt x="3008" y="577"/>
                  </a:cubicBezTo>
                  <a:cubicBezTo>
                    <a:pt x="2983" y="1204"/>
                    <a:pt x="2758" y="1780"/>
                    <a:pt x="2407" y="2256"/>
                  </a:cubicBezTo>
                  <a:cubicBezTo>
                    <a:pt x="2332" y="2958"/>
                    <a:pt x="1956" y="3610"/>
                    <a:pt x="1254" y="4061"/>
                  </a:cubicBezTo>
                  <a:cubicBezTo>
                    <a:pt x="903" y="4286"/>
                    <a:pt x="452" y="4387"/>
                    <a:pt x="1" y="4387"/>
                  </a:cubicBezTo>
                  <a:cubicBezTo>
                    <a:pt x="427" y="4662"/>
                    <a:pt x="953" y="4838"/>
                    <a:pt x="1480" y="4838"/>
                  </a:cubicBezTo>
                  <a:cubicBezTo>
                    <a:pt x="2958" y="4838"/>
                    <a:pt x="4136" y="3660"/>
                    <a:pt x="4136" y="2206"/>
                  </a:cubicBezTo>
                  <a:cubicBezTo>
                    <a:pt x="4136" y="1279"/>
                    <a:pt x="3660" y="477"/>
                    <a:pt x="2958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564" name="Google Shape;2564;p81"/>
            <p:cNvSpPr/>
            <p:nvPr/>
          </p:nvSpPr>
          <p:spPr>
            <a:xfrm>
              <a:off x="2664925" y="1689875"/>
              <a:ext cx="114700" cy="119700"/>
            </a:xfrm>
            <a:custGeom>
              <a:avLst/>
              <a:gdLst/>
              <a:ahLst/>
              <a:cxnLst/>
              <a:rect l="l" t="t" r="r" b="b"/>
              <a:pathLst>
                <a:path w="4588" h="4788" extrusionOk="0">
                  <a:moveTo>
                    <a:pt x="3459" y="0"/>
                  </a:moveTo>
                  <a:lnTo>
                    <a:pt x="3459" y="0"/>
                  </a:lnTo>
                  <a:cubicBezTo>
                    <a:pt x="3510" y="502"/>
                    <a:pt x="3409" y="1003"/>
                    <a:pt x="3159" y="1479"/>
                  </a:cubicBezTo>
                  <a:cubicBezTo>
                    <a:pt x="2883" y="2006"/>
                    <a:pt x="2507" y="2507"/>
                    <a:pt x="2056" y="2883"/>
                  </a:cubicBezTo>
                  <a:cubicBezTo>
                    <a:pt x="1630" y="3559"/>
                    <a:pt x="803" y="3935"/>
                    <a:pt x="1" y="3935"/>
                  </a:cubicBezTo>
                  <a:cubicBezTo>
                    <a:pt x="477" y="4462"/>
                    <a:pt x="1179" y="4787"/>
                    <a:pt x="1956" y="4787"/>
                  </a:cubicBezTo>
                  <a:cubicBezTo>
                    <a:pt x="3409" y="4787"/>
                    <a:pt x="4587" y="3610"/>
                    <a:pt x="4587" y="2156"/>
                  </a:cubicBezTo>
                  <a:cubicBezTo>
                    <a:pt x="4587" y="1279"/>
                    <a:pt x="4136" y="477"/>
                    <a:pt x="3459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grpSp>
          <p:nvGrpSpPr>
            <p:cNvPr id="2565" name="Google Shape;2565;p81"/>
            <p:cNvGrpSpPr/>
            <p:nvPr/>
          </p:nvGrpSpPr>
          <p:grpSpPr>
            <a:xfrm rot="-953867">
              <a:off x="2839419" y="1245988"/>
              <a:ext cx="297995" cy="211448"/>
              <a:chOff x="3491400" y="2111750"/>
              <a:chExt cx="222600" cy="157950"/>
            </a:xfrm>
          </p:grpSpPr>
          <p:sp>
            <p:nvSpPr>
              <p:cNvPr id="2566" name="Google Shape;2566;p81"/>
              <p:cNvSpPr/>
              <p:nvPr/>
            </p:nvSpPr>
            <p:spPr>
              <a:xfrm>
                <a:off x="3595700" y="2170900"/>
                <a:ext cx="42375" cy="28125"/>
              </a:xfrm>
              <a:custGeom>
                <a:avLst/>
                <a:gdLst/>
                <a:ahLst/>
                <a:cxnLst/>
                <a:rect l="l" t="t" r="r" b="b"/>
                <a:pathLst>
                  <a:path w="1695" h="1125" extrusionOk="0">
                    <a:moveTo>
                      <a:pt x="388" y="1"/>
                    </a:moveTo>
                    <a:cubicBezTo>
                      <a:pt x="379" y="1"/>
                      <a:pt x="370" y="4"/>
                      <a:pt x="362" y="13"/>
                    </a:cubicBezTo>
                    <a:cubicBezTo>
                      <a:pt x="0" y="351"/>
                      <a:pt x="233" y="992"/>
                      <a:pt x="676" y="1108"/>
                    </a:cubicBezTo>
                    <a:cubicBezTo>
                      <a:pt x="717" y="1119"/>
                      <a:pt x="760" y="1124"/>
                      <a:pt x="805" y="1124"/>
                    </a:cubicBezTo>
                    <a:cubicBezTo>
                      <a:pt x="1196" y="1124"/>
                      <a:pt x="1694" y="735"/>
                      <a:pt x="1527" y="327"/>
                    </a:cubicBezTo>
                    <a:cubicBezTo>
                      <a:pt x="1513" y="304"/>
                      <a:pt x="1489" y="294"/>
                      <a:pt x="1465" y="294"/>
                    </a:cubicBezTo>
                    <a:cubicBezTo>
                      <a:pt x="1428" y="294"/>
                      <a:pt x="1389" y="316"/>
                      <a:pt x="1376" y="351"/>
                    </a:cubicBezTo>
                    <a:cubicBezTo>
                      <a:pt x="1329" y="502"/>
                      <a:pt x="1329" y="630"/>
                      <a:pt x="1224" y="759"/>
                    </a:cubicBezTo>
                    <a:cubicBezTo>
                      <a:pt x="1116" y="867"/>
                      <a:pt x="975" y="942"/>
                      <a:pt x="829" y="942"/>
                    </a:cubicBezTo>
                    <a:cubicBezTo>
                      <a:pt x="801" y="942"/>
                      <a:pt x="774" y="939"/>
                      <a:pt x="746" y="933"/>
                    </a:cubicBezTo>
                    <a:cubicBezTo>
                      <a:pt x="362" y="852"/>
                      <a:pt x="280" y="374"/>
                      <a:pt x="420" y="71"/>
                    </a:cubicBezTo>
                    <a:cubicBezTo>
                      <a:pt x="437" y="36"/>
                      <a:pt x="415" y="1"/>
                      <a:pt x="388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2567" name="Google Shape;2567;p81"/>
              <p:cNvSpPr/>
              <p:nvPr/>
            </p:nvSpPr>
            <p:spPr>
              <a:xfrm>
                <a:off x="3529550" y="2111750"/>
                <a:ext cx="44325" cy="75800"/>
              </a:xfrm>
              <a:custGeom>
                <a:avLst/>
                <a:gdLst/>
                <a:ahLst/>
                <a:cxnLst/>
                <a:rect l="l" t="t" r="r" b="b"/>
                <a:pathLst>
                  <a:path w="1773" h="3032" extrusionOk="0">
                    <a:moveTo>
                      <a:pt x="1246" y="1"/>
                    </a:moveTo>
                    <a:cubicBezTo>
                      <a:pt x="906" y="1"/>
                      <a:pt x="471" y="566"/>
                      <a:pt x="246" y="1330"/>
                    </a:cubicBezTo>
                    <a:cubicBezTo>
                      <a:pt x="1" y="2157"/>
                      <a:pt x="94" y="2915"/>
                      <a:pt x="444" y="3020"/>
                    </a:cubicBezTo>
                    <a:cubicBezTo>
                      <a:pt x="471" y="3028"/>
                      <a:pt x="500" y="3032"/>
                      <a:pt x="529" y="3032"/>
                    </a:cubicBezTo>
                    <a:cubicBezTo>
                      <a:pt x="877" y="3032"/>
                      <a:pt x="1302" y="2467"/>
                      <a:pt x="1528" y="1703"/>
                    </a:cubicBezTo>
                    <a:cubicBezTo>
                      <a:pt x="1772" y="875"/>
                      <a:pt x="1679" y="118"/>
                      <a:pt x="1329" y="13"/>
                    </a:cubicBezTo>
                    <a:cubicBezTo>
                      <a:pt x="1302" y="5"/>
                      <a:pt x="1275" y="1"/>
                      <a:pt x="124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2568" name="Google Shape;2568;p81"/>
              <p:cNvSpPr/>
              <p:nvPr/>
            </p:nvSpPr>
            <p:spPr>
              <a:xfrm>
                <a:off x="3491400" y="2194500"/>
                <a:ext cx="52450" cy="25100"/>
              </a:xfrm>
              <a:custGeom>
                <a:avLst/>
                <a:gdLst/>
                <a:ahLst/>
                <a:cxnLst/>
                <a:rect l="l" t="t" r="r" b="b"/>
                <a:pathLst>
                  <a:path w="2098" h="1004" extrusionOk="0">
                    <a:moveTo>
                      <a:pt x="576" y="1"/>
                    </a:moveTo>
                    <a:cubicBezTo>
                      <a:pt x="303" y="1"/>
                      <a:pt x="106" y="75"/>
                      <a:pt x="70" y="211"/>
                    </a:cubicBezTo>
                    <a:cubicBezTo>
                      <a:pt x="0" y="432"/>
                      <a:pt x="385" y="747"/>
                      <a:pt x="921" y="910"/>
                    </a:cubicBezTo>
                    <a:cubicBezTo>
                      <a:pt x="1133" y="973"/>
                      <a:pt x="1337" y="1003"/>
                      <a:pt x="1511" y="1003"/>
                    </a:cubicBezTo>
                    <a:cubicBezTo>
                      <a:pt x="1785" y="1003"/>
                      <a:pt x="1985" y="929"/>
                      <a:pt x="2028" y="794"/>
                    </a:cubicBezTo>
                    <a:cubicBezTo>
                      <a:pt x="2098" y="560"/>
                      <a:pt x="1702" y="257"/>
                      <a:pt x="1166" y="94"/>
                    </a:cubicBezTo>
                    <a:cubicBezTo>
                      <a:pt x="953" y="31"/>
                      <a:pt x="749" y="1"/>
                      <a:pt x="576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2569" name="Google Shape;2569;p81"/>
              <p:cNvSpPr/>
              <p:nvPr/>
            </p:nvSpPr>
            <p:spPr>
              <a:xfrm>
                <a:off x="3668250" y="2152550"/>
                <a:ext cx="44000" cy="75800"/>
              </a:xfrm>
              <a:custGeom>
                <a:avLst/>
                <a:gdLst/>
                <a:ahLst/>
                <a:cxnLst/>
                <a:rect l="l" t="t" r="r" b="b"/>
                <a:pathLst>
                  <a:path w="1760" h="3032" extrusionOk="0">
                    <a:moveTo>
                      <a:pt x="1234" y="1"/>
                    </a:moveTo>
                    <a:cubicBezTo>
                      <a:pt x="895" y="1"/>
                      <a:pt x="471" y="566"/>
                      <a:pt x="245" y="1329"/>
                    </a:cubicBezTo>
                    <a:cubicBezTo>
                      <a:pt x="0" y="2157"/>
                      <a:pt x="82" y="2914"/>
                      <a:pt x="443" y="3019"/>
                    </a:cubicBezTo>
                    <a:cubicBezTo>
                      <a:pt x="470" y="3027"/>
                      <a:pt x="498" y="3031"/>
                      <a:pt x="526" y="3031"/>
                    </a:cubicBezTo>
                    <a:cubicBezTo>
                      <a:pt x="865" y="3031"/>
                      <a:pt x="1289" y="2466"/>
                      <a:pt x="1515" y="1702"/>
                    </a:cubicBezTo>
                    <a:cubicBezTo>
                      <a:pt x="1760" y="875"/>
                      <a:pt x="1678" y="117"/>
                      <a:pt x="1317" y="13"/>
                    </a:cubicBezTo>
                    <a:cubicBezTo>
                      <a:pt x="1290" y="4"/>
                      <a:pt x="1263" y="1"/>
                      <a:pt x="123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2570" name="Google Shape;2570;p81"/>
              <p:cNvSpPr/>
              <p:nvPr/>
            </p:nvSpPr>
            <p:spPr>
              <a:xfrm>
                <a:off x="3661825" y="2244625"/>
                <a:ext cx="52175" cy="25075"/>
              </a:xfrm>
              <a:custGeom>
                <a:avLst/>
                <a:gdLst/>
                <a:ahLst/>
                <a:cxnLst/>
                <a:rect l="l" t="t" r="r" b="b"/>
                <a:pathLst>
                  <a:path w="2087" h="1003" extrusionOk="0">
                    <a:moveTo>
                      <a:pt x="576" y="1"/>
                    </a:moveTo>
                    <a:cubicBezTo>
                      <a:pt x="302" y="1"/>
                      <a:pt x="102" y="75"/>
                      <a:pt x="59" y="210"/>
                    </a:cubicBezTo>
                    <a:cubicBezTo>
                      <a:pt x="1" y="443"/>
                      <a:pt x="385" y="746"/>
                      <a:pt x="922" y="910"/>
                    </a:cubicBezTo>
                    <a:cubicBezTo>
                      <a:pt x="1134" y="973"/>
                      <a:pt x="1338" y="1003"/>
                      <a:pt x="1512" y="1003"/>
                    </a:cubicBezTo>
                    <a:cubicBezTo>
                      <a:pt x="1786" y="1003"/>
                      <a:pt x="1986" y="929"/>
                      <a:pt x="2029" y="793"/>
                    </a:cubicBezTo>
                    <a:cubicBezTo>
                      <a:pt x="2087" y="572"/>
                      <a:pt x="1702" y="257"/>
                      <a:pt x="1166" y="94"/>
                    </a:cubicBezTo>
                    <a:cubicBezTo>
                      <a:pt x="954" y="30"/>
                      <a:pt x="750" y="1"/>
                      <a:pt x="576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</p:grpSp>
      </p:grpSp>
      <p:grpSp>
        <p:nvGrpSpPr>
          <p:cNvPr id="2571" name="Google Shape;2571;p81"/>
          <p:cNvGrpSpPr/>
          <p:nvPr/>
        </p:nvGrpSpPr>
        <p:grpSpPr>
          <a:xfrm>
            <a:off x="6894630" y="2858113"/>
            <a:ext cx="990352" cy="1759036"/>
            <a:chOff x="7580947" y="1377388"/>
            <a:chExt cx="990352" cy="1759036"/>
          </a:xfrm>
        </p:grpSpPr>
        <p:grpSp>
          <p:nvGrpSpPr>
            <p:cNvPr id="2572" name="Google Shape;2572;p81"/>
            <p:cNvGrpSpPr/>
            <p:nvPr/>
          </p:nvGrpSpPr>
          <p:grpSpPr>
            <a:xfrm>
              <a:off x="7580947" y="1377388"/>
              <a:ext cx="990352" cy="1759036"/>
              <a:chOff x="820825" y="2103975"/>
              <a:chExt cx="884875" cy="1571550"/>
            </a:xfrm>
          </p:grpSpPr>
          <p:sp>
            <p:nvSpPr>
              <p:cNvPr id="2573" name="Google Shape;2573;p81"/>
              <p:cNvSpPr/>
              <p:nvPr/>
            </p:nvSpPr>
            <p:spPr>
              <a:xfrm>
                <a:off x="820825" y="2103975"/>
                <a:ext cx="420988" cy="402412"/>
              </a:xfrm>
              <a:custGeom>
                <a:avLst/>
                <a:gdLst/>
                <a:ahLst/>
                <a:cxnLst/>
                <a:rect l="l" t="t" r="r" b="b"/>
                <a:pathLst>
                  <a:path w="15757" h="14368" extrusionOk="0">
                    <a:moveTo>
                      <a:pt x="10328" y="1"/>
                    </a:moveTo>
                    <a:cubicBezTo>
                      <a:pt x="9335" y="1"/>
                      <a:pt x="8403" y="528"/>
                      <a:pt x="7564" y="1012"/>
                    </a:cubicBezTo>
                    <a:cubicBezTo>
                      <a:pt x="5886" y="1979"/>
                      <a:pt x="4709" y="3086"/>
                      <a:pt x="2355" y="5428"/>
                    </a:cubicBezTo>
                    <a:cubicBezTo>
                      <a:pt x="0" y="7759"/>
                      <a:pt x="350" y="9111"/>
                      <a:pt x="2728" y="11559"/>
                    </a:cubicBezTo>
                    <a:cubicBezTo>
                      <a:pt x="3392" y="12246"/>
                      <a:pt x="4208" y="13190"/>
                      <a:pt x="5105" y="14367"/>
                    </a:cubicBezTo>
                    <a:cubicBezTo>
                      <a:pt x="7296" y="12165"/>
                      <a:pt x="9487" y="9962"/>
                      <a:pt x="11853" y="7934"/>
                    </a:cubicBezTo>
                    <a:cubicBezTo>
                      <a:pt x="13007" y="6944"/>
                      <a:pt x="14324" y="5790"/>
                      <a:pt x="15757" y="4834"/>
                    </a:cubicBezTo>
                    <a:cubicBezTo>
                      <a:pt x="14743" y="3750"/>
                      <a:pt x="13927" y="2876"/>
                      <a:pt x="13449" y="2154"/>
                    </a:cubicBezTo>
                    <a:cubicBezTo>
                      <a:pt x="12371" y="528"/>
                      <a:pt x="11320" y="1"/>
                      <a:pt x="10328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2574" name="Google Shape;2574;p81"/>
              <p:cNvSpPr/>
              <p:nvPr/>
            </p:nvSpPr>
            <p:spPr>
              <a:xfrm>
                <a:off x="834825" y="2103975"/>
                <a:ext cx="406988" cy="250947"/>
              </a:xfrm>
              <a:custGeom>
                <a:avLst/>
                <a:gdLst/>
                <a:ahLst/>
                <a:cxnLst/>
                <a:rect l="l" t="t" r="r" b="b"/>
                <a:pathLst>
                  <a:path w="15233" h="8960" extrusionOk="0">
                    <a:moveTo>
                      <a:pt x="9804" y="1"/>
                    </a:moveTo>
                    <a:cubicBezTo>
                      <a:pt x="8811" y="1"/>
                      <a:pt x="7879" y="528"/>
                      <a:pt x="7040" y="1012"/>
                    </a:cubicBezTo>
                    <a:cubicBezTo>
                      <a:pt x="5362" y="1979"/>
                      <a:pt x="4185" y="3086"/>
                      <a:pt x="1831" y="5428"/>
                    </a:cubicBezTo>
                    <a:cubicBezTo>
                      <a:pt x="444" y="6804"/>
                      <a:pt x="1" y="7841"/>
                      <a:pt x="351" y="8960"/>
                    </a:cubicBezTo>
                    <a:cubicBezTo>
                      <a:pt x="1399" y="6967"/>
                      <a:pt x="2786" y="4939"/>
                      <a:pt x="4814" y="3925"/>
                    </a:cubicBezTo>
                    <a:cubicBezTo>
                      <a:pt x="5618" y="3528"/>
                      <a:pt x="6453" y="3342"/>
                      <a:pt x="7285" y="3342"/>
                    </a:cubicBezTo>
                    <a:cubicBezTo>
                      <a:pt x="8359" y="3342"/>
                      <a:pt x="9428" y="3652"/>
                      <a:pt x="10420" y="4216"/>
                    </a:cubicBezTo>
                    <a:cubicBezTo>
                      <a:pt x="11422" y="4799"/>
                      <a:pt x="12331" y="5545"/>
                      <a:pt x="13147" y="6396"/>
                    </a:cubicBezTo>
                    <a:cubicBezTo>
                      <a:pt x="13811" y="5860"/>
                      <a:pt x="14510" y="5324"/>
                      <a:pt x="15233" y="4834"/>
                    </a:cubicBezTo>
                    <a:cubicBezTo>
                      <a:pt x="14219" y="3750"/>
                      <a:pt x="13403" y="2876"/>
                      <a:pt x="12925" y="2154"/>
                    </a:cubicBezTo>
                    <a:cubicBezTo>
                      <a:pt x="11847" y="528"/>
                      <a:pt x="10796" y="1"/>
                      <a:pt x="9804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2575" name="Google Shape;2575;p81"/>
              <p:cNvSpPr/>
              <p:nvPr/>
            </p:nvSpPr>
            <p:spPr>
              <a:xfrm>
                <a:off x="981075" y="2712950"/>
                <a:ext cx="203375" cy="211775"/>
              </a:xfrm>
              <a:custGeom>
                <a:avLst/>
                <a:gdLst/>
                <a:ahLst/>
                <a:cxnLst/>
                <a:rect l="l" t="t" r="r" b="b"/>
                <a:pathLst>
                  <a:path w="8135" h="8471" extrusionOk="0">
                    <a:moveTo>
                      <a:pt x="2550" y="0"/>
                    </a:moveTo>
                    <a:cubicBezTo>
                      <a:pt x="2362" y="0"/>
                      <a:pt x="2185" y="119"/>
                      <a:pt x="2191" y="369"/>
                    </a:cubicBezTo>
                    <a:cubicBezTo>
                      <a:pt x="2203" y="613"/>
                      <a:pt x="2215" y="858"/>
                      <a:pt x="2226" y="1103"/>
                    </a:cubicBezTo>
                    <a:cubicBezTo>
                      <a:pt x="2086" y="951"/>
                      <a:pt x="1947" y="812"/>
                      <a:pt x="1807" y="672"/>
                    </a:cubicBezTo>
                    <a:cubicBezTo>
                      <a:pt x="1724" y="586"/>
                      <a:pt x="1633" y="550"/>
                      <a:pt x="1546" y="550"/>
                    </a:cubicBezTo>
                    <a:cubicBezTo>
                      <a:pt x="1266" y="550"/>
                      <a:pt x="1030" y="926"/>
                      <a:pt x="1271" y="1219"/>
                    </a:cubicBezTo>
                    <a:cubicBezTo>
                      <a:pt x="1410" y="1394"/>
                      <a:pt x="1527" y="1569"/>
                      <a:pt x="1632" y="1767"/>
                    </a:cubicBezTo>
                    <a:cubicBezTo>
                      <a:pt x="1393" y="1727"/>
                      <a:pt x="1154" y="1709"/>
                      <a:pt x="911" y="1709"/>
                    </a:cubicBezTo>
                    <a:cubicBezTo>
                      <a:pt x="799" y="1709"/>
                      <a:pt x="686" y="1713"/>
                      <a:pt x="571" y="1721"/>
                    </a:cubicBezTo>
                    <a:cubicBezTo>
                      <a:pt x="128" y="1756"/>
                      <a:pt x="0" y="2385"/>
                      <a:pt x="466" y="2513"/>
                    </a:cubicBezTo>
                    <a:cubicBezTo>
                      <a:pt x="979" y="2676"/>
                      <a:pt x="1504" y="2839"/>
                      <a:pt x="2028" y="2979"/>
                    </a:cubicBezTo>
                    <a:cubicBezTo>
                      <a:pt x="2070" y="2990"/>
                      <a:pt x="2109" y="2995"/>
                      <a:pt x="2147" y="2995"/>
                    </a:cubicBezTo>
                    <a:cubicBezTo>
                      <a:pt x="2266" y="2995"/>
                      <a:pt x="2362" y="2943"/>
                      <a:pt x="2424" y="2863"/>
                    </a:cubicBezTo>
                    <a:cubicBezTo>
                      <a:pt x="2588" y="4075"/>
                      <a:pt x="3240" y="5263"/>
                      <a:pt x="3986" y="6161"/>
                    </a:cubicBezTo>
                    <a:cubicBezTo>
                      <a:pt x="4715" y="7044"/>
                      <a:pt x="6227" y="8470"/>
                      <a:pt x="7494" y="8470"/>
                    </a:cubicBezTo>
                    <a:cubicBezTo>
                      <a:pt x="7565" y="8470"/>
                      <a:pt x="7635" y="8466"/>
                      <a:pt x="7704" y="8457"/>
                    </a:cubicBezTo>
                    <a:cubicBezTo>
                      <a:pt x="7948" y="8422"/>
                      <a:pt x="8135" y="8130"/>
                      <a:pt x="7914" y="7921"/>
                    </a:cubicBezTo>
                    <a:cubicBezTo>
                      <a:pt x="7482" y="7501"/>
                      <a:pt x="6865" y="7373"/>
                      <a:pt x="6352" y="7070"/>
                    </a:cubicBezTo>
                    <a:cubicBezTo>
                      <a:pt x="5769" y="6720"/>
                      <a:pt x="5245" y="6289"/>
                      <a:pt x="4779" y="5788"/>
                    </a:cubicBezTo>
                    <a:cubicBezTo>
                      <a:pt x="3835" y="4774"/>
                      <a:pt x="3392" y="3655"/>
                      <a:pt x="2937" y="2408"/>
                    </a:cubicBezTo>
                    <a:cubicBezTo>
                      <a:pt x="3007" y="2396"/>
                      <a:pt x="3077" y="2373"/>
                      <a:pt x="3135" y="2327"/>
                    </a:cubicBezTo>
                    <a:cubicBezTo>
                      <a:pt x="3508" y="2035"/>
                      <a:pt x="3881" y="1744"/>
                      <a:pt x="4231" y="1418"/>
                    </a:cubicBezTo>
                    <a:cubicBezTo>
                      <a:pt x="4462" y="1205"/>
                      <a:pt x="4255" y="841"/>
                      <a:pt x="3991" y="841"/>
                    </a:cubicBezTo>
                    <a:cubicBezTo>
                      <a:pt x="3936" y="841"/>
                      <a:pt x="3879" y="857"/>
                      <a:pt x="3823" y="893"/>
                    </a:cubicBezTo>
                    <a:cubicBezTo>
                      <a:pt x="3613" y="1021"/>
                      <a:pt x="3415" y="1161"/>
                      <a:pt x="3217" y="1301"/>
                    </a:cubicBezTo>
                    <a:cubicBezTo>
                      <a:pt x="3170" y="951"/>
                      <a:pt x="3089" y="613"/>
                      <a:pt x="2949" y="264"/>
                    </a:cubicBezTo>
                    <a:cubicBezTo>
                      <a:pt x="2884" y="90"/>
                      <a:pt x="2713" y="0"/>
                      <a:pt x="255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2576" name="Google Shape;2576;p81"/>
              <p:cNvSpPr/>
              <p:nvPr/>
            </p:nvSpPr>
            <p:spPr>
              <a:xfrm>
                <a:off x="1502300" y="2581825"/>
                <a:ext cx="203400" cy="211775"/>
              </a:xfrm>
              <a:custGeom>
                <a:avLst/>
                <a:gdLst/>
                <a:ahLst/>
                <a:cxnLst/>
                <a:rect l="l" t="t" r="r" b="b"/>
                <a:pathLst>
                  <a:path w="8136" h="8471" extrusionOk="0">
                    <a:moveTo>
                      <a:pt x="5595" y="1"/>
                    </a:moveTo>
                    <a:cubicBezTo>
                      <a:pt x="5431" y="1"/>
                      <a:pt x="5257" y="91"/>
                      <a:pt x="5187" y="264"/>
                    </a:cubicBezTo>
                    <a:cubicBezTo>
                      <a:pt x="5059" y="614"/>
                      <a:pt x="4965" y="952"/>
                      <a:pt x="4930" y="1302"/>
                    </a:cubicBezTo>
                    <a:cubicBezTo>
                      <a:pt x="4732" y="1162"/>
                      <a:pt x="4534" y="1022"/>
                      <a:pt x="4324" y="894"/>
                    </a:cubicBezTo>
                    <a:cubicBezTo>
                      <a:pt x="4268" y="858"/>
                      <a:pt x="4211" y="842"/>
                      <a:pt x="4156" y="842"/>
                    </a:cubicBezTo>
                    <a:cubicBezTo>
                      <a:pt x="3893" y="842"/>
                      <a:pt x="3685" y="1206"/>
                      <a:pt x="3917" y="1418"/>
                    </a:cubicBezTo>
                    <a:cubicBezTo>
                      <a:pt x="4254" y="1745"/>
                      <a:pt x="4627" y="2036"/>
                      <a:pt x="5012" y="2327"/>
                    </a:cubicBezTo>
                    <a:cubicBezTo>
                      <a:pt x="5070" y="2374"/>
                      <a:pt x="5140" y="2397"/>
                      <a:pt x="5210" y="2420"/>
                    </a:cubicBezTo>
                    <a:cubicBezTo>
                      <a:pt x="4756" y="3656"/>
                      <a:pt x="4313" y="4786"/>
                      <a:pt x="3369" y="5788"/>
                    </a:cubicBezTo>
                    <a:cubicBezTo>
                      <a:pt x="2903" y="6290"/>
                      <a:pt x="2378" y="6721"/>
                      <a:pt x="1795" y="7070"/>
                    </a:cubicBezTo>
                    <a:cubicBezTo>
                      <a:pt x="1271" y="7385"/>
                      <a:pt x="653" y="7502"/>
                      <a:pt x="222" y="7921"/>
                    </a:cubicBezTo>
                    <a:cubicBezTo>
                      <a:pt x="1" y="8131"/>
                      <a:pt x="199" y="8422"/>
                      <a:pt x="444" y="8457"/>
                    </a:cubicBezTo>
                    <a:cubicBezTo>
                      <a:pt x="513" y="8467"/>
                      <a:pt x="583" y="8471"/>
                      <a:pt x="653" y="8471"/>
                    </a:cubicBezTo>
                    <a:cubicBezTo>
                      <a:pt x="1920" y="8471"/>
                      <a:pt x="3432" y="7045"/>
                      <a:pt x="4150" y="6173"/>
                    </a:cubicBezTo>
                    <a:cubicBezTo>
                      <a:pt x="4895" y="5264"/>
                      <a:pt x="5560" y="4075"/>
                      <a:pt x="5723" y="2863"/>
                    </a:cubicBezTo>
                    <a:cubicBezTo>
                      <a:pt x="5785" y="2943"/>
                      <a:pt x="5881" y="2996"/>
                      <a:pt x="5995" y="2996"/>
                    </a:cubicBezTo>
                    <a:cubicBezTo>
                      <a:pt x="6031" y="2996"/>
                      <a:pt x="6069" y="2991"/>
                      <a:pt x="6108" y="2980"/>
                    </a:cubicBezTo>
                    <a:cubicBezTo>
                      <a:pt x="6632" y="2840"/>
                      <a:pt x="7156" y="2677"/>
                      <a:pt x="7681" y="2525"/>
                    </a:cubicBezTo>
                    <a:cubicBezTo>
                      <a:pt x="8135" y="2385"/>
                      <a:pt x="8019" y="1768"/>
                      <a:pt x="7576" y="1721"/>
                    </a:cubicBezTo>
                    <a:cubicBezTo>
                      <a:pt x="7458" y="1714"/>
                      <a:pt x="7342" y="1710"/>
                      <a:pt x="7228" y="1710"/>
                    </a:cubicBezTo>
                    <a:cubicBezTo>
                      <a:pt x="6983" y="1710"/>
                      <a:pt x="6746" y="1728"/>
                      <a:pt x="6515" y="1768"/>
                    </a:cubicBezTo>
                    <a:cubicBezTo>
                      <a:pt x="6620" y="1581"/>
                      <a:pt x="6737" y="1395"/>
                      <a:pt x="6877" y="1220"/>
                    </a:cubicBezTo>
                    <a:cubicBezTo>
                      <a:pt x="7109" y="934"/>
                      <a:pt x="6876" y="553"/>
                      <a:pt x="6591" y="553"/>
                    </a:cubicBezTo>
                    <a:cubicBezTo>
                      <a:pt x="6505" y="553"/>
                      <a:pt x="6413" y="588"/>
                      <a:pt x="6329" y="672"/>
                    </a:cubicBezTo>
                    <a:cubicBezTo>
                      <a:pt x="6189" y="812"/>
                      <a:pt x="6049" y="964"/>
                      <a:pt x="5909" y="1104"/>
                    </a:cubicBezTo>
                    <a:cubicBezTo>
                      <a:pt x="5921" y="859"/>
                      <a:pt x="5933" y="614"/>
                      <a:pt x="5944" y="369"/>
                    </a:cubicBezTo>
                    <a:cubicBezTo>
                      <a:pt x="5957" y="120"/>
                      <a:pt x="5783" y="1"/>
                      <a:pt x="559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2577" name="Google Shape;2577;p81"/>
              <p:cNvSpPr/>
              <p:nvPr/>
            </p:nvSpPr>
            <p:spPr>
              <a:xfrm>
                <a:off x="1119750" y="3409950"/>
                <a:ext cx="131500" cy="250275"/>
              </a:xfrm>
              <a:custGeom>
                <a:avLst/>
                <a:gdLst/>
                <a:ahLst/>
                <a:cxnLst/>
                <a:rect l="l" t="t" r="r" b="b"/>
                <a:pathLst>
                  <a:path w="5260" h="10011" extrusionOk="0">
                    <a:moveTo>
                      <a:pt x="4976" y="0"/>
                    </a:moveTo>
                    <a:cubicBezTo>
                      <a:pt x="4901" y="0"/>
                      <a:pt x="4827" y="30"/>
                      <a:pt x="4779" y="97"/>
                    </a:cubicBezTo>
                    <a:cubicBezTo>
                      <a:pt x="3893" y="1472"/>
                      <a:pt x="3415" y="3127"/>
                      <a:pt x="3217" y="4747"/>
                    </a:cubicBezTo>
                    <a:cubicBezTo>
                      <a:pt x="3112" y="5645"/>
                      <a:pt x="3089" y="6554"/>
                      <a:pt x="3171" y="7451"/>
                    </a:cubicBezTo>
                    <a:cubicBezTo>
                      <a:pt x="3194" y="7614"/>
                      <a:pt x="3206" y="7789"/>
                      <a:pt x="3217" y="7964"/>
                    </a:cubicBezTo>
                    <a:cubicBezTo>
                      <a:pt x="2800" y="7618"/>
                      <a:pt x="2225" y="7416"/>
                      <a:pt x="1684" y="7416"/>
                    </a:cubicBezTo>
                    <a:cubicBezTo>
                      <a:pt x="985" y="7416"/>
                      <a:pt x="341" y="7752"/>
                      <a:pt x="164" y="8546"/>
                    </a:cubicBezTo>
                    <a:cubicBezTo>
                      <a:pt x="1" y="9292"/>
                      <a:pt x="583" y="9817"/>
                      <a:pt x="1271" y="9945"/>
                    </a:cubicBezTo>
                    <a:cubicBezTo>
                      <a:pt x="1502" y="9989"/>
                      <a:pt x="1738" y="10010"/>
                      <a:pt x="1976" y="10010"/>
                    </a:cubicBezTo>
                    <a:cubicBezTo>
                      <a:pt x="2747" y="10010"/>
                      <a:pt x="3532" y="9786"/>
                      <a:pt x="4173" y="9386"/>
                    </a:cubicBezTo>
                    <a:cubicBezTo>
                      <a:pt x="4383" y="9257"/>
                      <a:pt x="4324" y="8954"/>
                      <a:pt x="4150" y="8861"/>
                    </a:cubicBezTo>
                    <a:cubicBezTo>
                      <a:pt x="4208" y="8302"/>
                      <a:pt x="3998" y="7672"/>
                      <a:pt x="3951" y="7113"/>
                    </a:cubicBezTo>
                    <a:cubicBezTo>
                      <a:pt x="3893" y="6379"/>
                      <a:pt x="3905" y="5645"/>
                      <a:pt x="3975" y="4910"/>
                    </a:cubicBezTo>
                    <a:cubicBezTo>
                      <a:pt x="4115" y="3279"/>
                      <a:pt x="4627" y="1799"/>
                      <a:pt x="5198" y="272"/>
                    </a:cubicBezTo>
                    <a:cubicBezTo>
                      <a:pt x="5260" y="111"/>
                      <a:pt x="5119" y="0"/>
                      <a:pt x="4976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2578" name="Google Shape;2578;p81"/>
              <p:cNvSpPr/>
              <p:nvPr/>
            </p:nvSpPr>
            <p:spPr>
              <a:xfrm>
                <a:off x="1378075" y="3428075"/>
                <a:ext cx="139700" cy="247450"/>
              </a:xfrm>
              <a:custGeom>
                <a:avLst/>
                <a:gdLst/>
                <a:ahLst/>
                <a:cxnLst/>
                <a:rect l="l" t="t" r="r" b="b"/>
                <a:pathLst>
                  <a:path w="5588" h="9898" extrusionOk="0">
                    <a:moveTo>
                      <a:pt x="284" y="1"/>
                    </a:moveTo>
                    <a:cubicBezTo>
                      <a:pt x="142" y="1"/>
                      <a:pt x="1" y="118"/>
                      <a:pt x="63" y="281"/>
                    </a:cubicBezTo>
                    <a:cubicBezTo>
                      <a:pt x="693" y="1785"/>
                      <a:pt x="1252" y="3253"/>
                      <a:pt x="1450" y="4873"/>
                    </a:cubicBezTo>
                    <a:cubicBezTo>
                      <a:pt x="1543" y="5607"/>
                      <a:pt x="1578" y="6341"/>
                      <a:pt x="1555" y="7076"/>
                    </a:cubicBezTo>
                    <a:cubicBezTo>
                      <a:pt x="1532" y="7635"/>
                      <a:pt x="1334" y="8264"/>
                      <a:pt x="1427" y="8835"/>
                    </a:cubicBezTo>
                    <a:cubicBezTo>
                      <a:pt x="1240" y="8929"/>
                      <a:pt x="1194" y="9232"/>
                      <a:pt x="1415" y="9348"/>
                    </a:cubicBezTo>
                    <a:cubicBezTo>
                      <a:pt x="2022" y="9706"/>
                      <a:pt x="2759" y="9897"/>
                      <a:pt x="3483" y="9897"/>
                    </a:cubicBezTo>
                    <a:cubicBezTo>
                      <a:pt x="3774" y="9897"/>
                      <a:pt x="4063" y="9866"/>
                      <a:pt x="4340" y="9803"/>
                    </a:cubicBezTo>
                    <a:cubicBezTo>
                      <a:pt x="5016" y="9651"/>
                      <a:pt x="5587" y="9115"/>
                      <a:pt x="5389" y="8369"/>
                    </a:cubicBezTo>
                    <a:cubicBezTo>
                      <a:pt x="5193" y="7610"/>
                      <a:pt x="4578" y="7294"/>
                      <a:pt x="3910" y="7294"/>
                    </a:cubicBezTo>
                    <a:cubicBezTo>
                      <a:pt x="3346" y="7294"/>
                      <a:pt x="2745" y="7518"/>
                      <a:pt x="2324" y="7891"/>
                    </a:cubicBezTo>
                    <a:cubicBezTo>
                      <a:pt x="2324" y="7717"/>
                      <a:pt x="2336" y="7553"/>
                      <a:pt x="2347" y="7390"/>
                    </a:cubicBezTo>
                    <a:cubicBezTo>
                      <a:pt x="2394" y="6481"/>
                      <a:pt x="2347" y="5572"/>
                      <a:pt x="2208" y="4675"/>
                    </a:cubicBezTo>
                    <a:cubicBezTo>
                      <a:pt x="1951" y="3067"/>
                      <a:pt x="1415" y="1435"/>
                      <a:pt x="471" y="95"/>
                    </a:cubicBezTo>
                    <a:cubicBezTo>
                      <a:pt x="425" y="29"/>
                      <a:pt x="354" y="1"/>
                      <a:pt x="28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2579" name="Google Shape;2579;p81"/>
              <p:cNvSpPr/>
              <p:nvPr/>
            </p:nvSpPr>
            <p:spPr>
              <a:xfrm>
                <a:off x="1199000" y="3075850"/>
                <a:ext cx="372100" cy="522700"/>
              </a:xfrm>
              <a:custGeom>
                <a:avLst/>
                <a:gdLst/>
                <a:ahLst/>
                <a:cxnLst/>
                <a:rect l="l" t="t" r="r" b="b"/>
                <a:pathLst>
                  <a:path w="14884" h="20908" extrusionOk="0">
                    <a:moveTo>
                      <a:pt x="1" y="1"/>
                    </a:moveTo>
                    <a:cubicBezTo>
                      <a:pt x="397" y="3357"/>
                      <a:pt x="292" y="5525"/>
                      <a:pt x="292" y="5525"/>
                    </a:cubicBezTo>
                    <a:cubicBezTo>
                      <a:pt x="292" y="5525"/>
                      <a:pt x="2390" y="20465"/>
                      <a:pt x="3275" y="20873"/>
                    </a:cubicBezTo>
                    <a:cubicBezTo>
                      <a:pt x="3327" y="20897"/>
                      <a:pt x="3384" y="20908"/>
                      <a:pt x="3447" y="20908"/>
                    </a:cubicBezTo>
                    <a:cubicBezTo>
                      <a:pt x="5585" y="20908"/>
                      <a:pt x="14207" y="7821"/>
                      <a:pt x="14207" y="7821"/>
                    </a:cubicBezTo>
                    <a:cubicBezTo>
                      <a:pt x="14207" y="7821"/>
                      <a:pt x="14883" y="5746"/>
                      <a:pt x="14510" y="141"/>
                    </a:cubicBezTo>
                    <a:cubicBezTo>
                      <a:pt x="9674" y="12"/>
                      <a:pt x="4837" y="1"/>
                      <a:pt x="1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2580" name="Google Shape;2580;p81"/>
              <p:cNvSpPr/>
              <p:nvPr/>
            </p:nvSpPr>
            <p:spPr>
              <a:xfrm>
                <a:off x="1257275" y="3158900"/>
                <a:ext cx="306525" cy="439650"/>
              </a:xfrm>
              <a:custGeom>
                <a:avLst/>
                <a:gdLst/>
                <a:ahLst/>
                <a:cxnLst/>
                <a:rect l="l" t="t" r="r" b="b"/>
                <a:pathLst>
                  <a:path w="12261" h="17586" extrusionOk="0">
                    <a:moveTo>
                      <a:pt x="7832" y="0"/>
                    </a:moveTo>
                    <a:cubicBezTo>
                      <a:pt x="7751" y="5641"/>
                      <a:pt x="4313" y="10186"/>
                      <a:pt x="607" y="14183"/>
                    </a:cubicBezTo>
                    <a:cubicBezTo>
                      <a:pt x="420" y="14381"/>
                      <a:pt x="210" y="14486"/>
                      <a:pt x="0" y="14498"/>
                    </a:cubicBezTo>
                    <a:cubicBezTo>
                      <a:pt x="362" y="16211"/>
                      <a:pt x="700" y="17435"/>
                      <a:pt x="944" y="17551"/>
                    </a:cubicBezTo>
                    <a:cubicBezTo>
                      <a:pt x="996" y="17575"/>
                      <a:pt x="1053" y="17586"/>
                      <a:pt x="1116" y="17586"/>
                    </a:cubicBezTo>
                    <a:cubicBezTo>
                      <a:pt x="3254" y="17586"/>
                      <a:pt x="11876" y="4499"/>
                      <a:pt x="11876" y="4499"/>
                    </a:cubicBezTo>
                    <a:cubicBezTo>
                      <a:pt x="11876" y="4499"/>
                      <a:pt x="12168" y="3590"/>
                      <a:pt x="12261" y="1329"/>
                    </a:cubicBezTo>
                    <a:cubicBezTo>
                      <a:pt x="10816" y="723"/>
                      <a:pt x="9336" y="233"/>
                      <a:pt x="7832" y="0"/>
                    </a:cubicBezTo>
                    <a:close/>
                  </a:path>
                </a:pathLst>
              </a:custGeom>
              <a:solidFill>
                <a:schemeClr val="dk1">
                  <a:alpha val="95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2581" name="Google Shape;2581;p81"/>
              <p:cNvSpPr/>
              <p:nvPr/>
            </p:nvSpPr>
            <p:spPr>
              <a:xfrm>
                <a:off x="1241825" y="3421375"/>
                <a:ext cx="175725" cy="177200"/>
              </a:xfrm>
              <a:custGeom>
                <a:avLst/>
                <a:gdLst/>
                <a:ahLst/>
                <a:cxnLst/>
                <a:rect l="l" t="t" r="r" b="b"/>
                <a:pathLst>
                  <a:path w="7029" h="7088" extrusionOk="0">
                    <a:moveTo>
                      <a:pt x="2517" y="0"/>
                    </a:moveTo>
                    <a:cubicBezTo>
                      <a:pt x="1693" y="0"/>
                      <a:pt x="881" y="203"/>
                      <a:pt x="129" y="677"/>
                    </a:cubicBezTo>
                    <a:cubicBezTo>
                      <a:pt x="82" y="701"/>
                      <a:pt x="36" y="724"/>
                      <a:pt x="1" y="747"/>
                    </a:cubicBezTo>
                    <a:cubicBezTo>
                      <a:pt x="572" y="3976"/>
                      <a:pt x="1178" y="6877"/>
                      <a:pt x="1562" y="7052"/>
                    </a:cubicBezTo>
                    <a:cubicBezTo>
                      <a:pt x="1614" y="7076"/>
                      <a:pt x="1671" y="7087"/>
                      <a:pt x="1734" y="7087"/>
                    </a:cubicBezTo>
                    <a:cubicBezTo>
                      <a:pt x="2672" y="7087"/>
                      <a:pt x="4866" y="4554"/>
                      <a:pt x="7028" y="1715"/>
                    </a:cubicBezTo>
                    <a:cubicBezTo>
                      <a:pt x="5693" y="730"/>
                      <a:pt x="4082" y="0"/>
                      <a:pt x="2517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2582" name="Google Shape;2582;p81"/>
              <p:cNvSpPr/>
              <p:nvPr/>
            </p:nvSpPr>
            <p:spPr>
              <a:xfrm>
                <a:off x="988925" y="2277550"/>
                <a:ext cx="605175" cy="1011025"/>
              </a:xfrm>
              <a:custGeom>
                <a:avLst/>
                <a:gdLst/>
                <a:ahLst/>
                <a:cxnLst/>
                <a:rect l="l" t="t" r="r" b="b"/>
                <a:pathLst>
                  <a:path w="24207" h="40441" extrusionOk="0">
                    <a:moveTo>
                      <a:pt x="10968" y="1"/>
                    </a:moveTo>
                    <a:cubicBezTo>
                      <a:pt x="10886" y="47"/>
                      <a:pt x="10804" y="105"/>
                      <a:pt x="10723" y="152"/>
                    </a:cubicBezTo>
                    <a:cubicBezTo>
                      <a:pt x="9208" y="1119"/>
                      <a:pt x="7809" y="2261"/>
                      <a:pt x="6469" y="3450"/>
                    </a:cubicBezTo>
                    <a:cubicBezTo>
                      <a:pt x="4208" y="5420"/>
                      <a:pt x="2110" y="7552"/>
                      <a:pt x="1" y="9673"/>
                    </a:cubicBezTo>
                    <a:cubicBezTo>
                      <a:pt x="1947" y="12599"/>
                      <a:pt x="4092" y="16503"/>
                      <a:pt x="5886" y="21386"/>
                    </a:cubicBezTo>
                    <a:cubicBezTo>
                      <a:pt x="8310" y="28005"/>
                      <a:pt x="8672" y="33832"/>
                      <a:pt x="8707" y="36256"/>
                    </a:cubicBezTo>
                    <a:cubicBezTo>
                      <a:pt x="9226" y="35699"/>
                      <a:pt x="9876" y="35326"/>
                      <a:pt x="10639" y="35326"/>
                    </a:cubicBezTo>
                    <a:cubicBezTo>
                      <a:pt x="11041" y="35326"/>
                      <a:pt x="11473" y="35429"/>
                      <a:pt x="11935" y="35662"/>
                    </a:cubicBezTo>
                    <a:cubicBezTo>
                      <a:pt x="12657" y="36023"/>
                      <a:pt x="13228" y="36571"/>
                      <a:pt x="13683" y="37224"/>
                    </a:cubicBezTo>
                    <a:cubicBezTo>
                      <a:pt x="14168" y="36704"/>
                      <a:pt x="14794" y="36358"/>
                      <a:pt x="15529" y="36358"/>
                    </a:cubicBezTo>
                    <a:cubicBezTo>
                      <a:pt x="15783" y="36358"/>
                      <a:pt x="16050" y="36400"/>
                      <a:pt x="16329" y="36490"/>
                    </a:cubicBezTo>
                    <a:cubicBezTo>
                      <a:pt x="16935" y="36688"/>
                      <a:pt x="17389" y="37049"/>
                      <a:pt x="17704" y="37503"/>
                    </a:cubicBezTo>
                    <a:cubicBezTo>
                      <a:pt x="18031" y="37367"/>
                      <a:pt x="18378" y="37303"/>
                      <a:pt x="18724" y="37303"/>
                    </a:cubicBezTo>
                    <a:cubicBezTo>
                      <a:pt x="19326" y="37303"/>
                      <a:pt x="19928" y="37498"/>
                      <a:pt x="20431" y="37853"/>
                    </a:cubicBezTo>
                    <a:cubicBezTo>
                      <a:pt x="21363" y="38517"/>
                      <a:pt x="21899" y="39426"/>
                      <a:pt x="22156" y="40440"/>
                    </a:cubicBezTo>
                    <a:cubicBezTo>
                      <a:pt x="22435" y="40009"/>
                      <a:pt x="22610" y="39753"/>
                      <a:pt x="22610" y="39753"/>
                    </a:cubicBezTo>
                    <a:cubicBezTo>
                      <a:pt x="22610" y="39753"/>
                      <a:pt x="24207" y="34870"/>
                      <a:pt x="21142" y="19941"/>
                    </a:cubicBezTo>
                    <a:cubicBezTo>
                      <a:pt x="19137" y="10198"/>
                      <a:pt x="14522" y="4021"/>
                      <a:pt x="10968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2583" name="Google Shape;2583;p81"/>
              <p:cNvSpPr/>
              <p:nvPr/>
            </p:nvSpPr>
            <p:spPr>
              <a:xfrm>
                <a:off x="1262225" y="3434800"/>
                <a:ext cx="155325" cy="163775"/>
              </a:xfrm>
              <a:custGeom>
                <a:avLst/>
                <a:gdLst/>
                <a:ahLst/>
                <a:cxnLst/>
                <a:rect l="l" t="t" r="r" b="b"/>
                <a:pathLst>
                  <a:path w="6213" h="6551" extrusionOk="0">
                    <a:moveTo>
                      <a:pt x="4161" y="1"/>
                    </a:moveTo>
                    <a:cubicBezTo>
                      <a:pt x="4103" y="71"/>
                      <a:pt x="4033" y="152"/>
                      <a:pt x="3975" y="222"/>
                    </a:cubicBezTo>
                    <a:cubicBezTo>
                      <a:pt x="2681" y="1644"/>
                      <a:pt x="1294" y="2961"/>
                      <a:pt x="1" y="4336"/>
                    </a:cubicBezTo>
                    <a:cubicBezTo>
                      <a:pt x="280" y="5583"/>
                      <a:pt x="548" y="6422"/>
                      <a:pt x="746" y="6515"/>
                    </a:cubicBezTo>
                    <a:cubicBezTo>
                      <a:pt x="798" y="6539"/>
                      <a:pt x="855" y="6550"/>
                      <a:pt x="918" y="6550"/>
                    </a:cubicBezTo>
                    <a:cubicBezTo>
                      <a:pt x="1856" y="6550"/>
                      <a:pt x="4050" y="4017"/>
                      <a:pt x="6212" y="1178"/>
                    </a:cubicBezTo>
                    <a:cubicBezTo>
                      <a:pt x="5583" y="712"/>
                      <a:pt x="4884" y="304"/>
                      <a:pt x="416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2584" name="Google Shape;2584;p81"/>
              <p:cNvSpPr/>
              <p:nvPr/>
            </p:nvSpPr>
            <p:spPr>
              <a:xfrm>
                <a:off x="1206275" y="2277550"/>
                <a:ext cx="387825" cy="1011025"/>
              </a:xfrm>
              <a:custGeom>
                <a:avLst/>
                <a:gdLst/>
                <a:ahLst/>
                <a:cxnLst/>
                <a:rect l="l" t="t" r="r" b="b"/>
                <a:pathLst>
                  <a:path w="15513" h="40441" extrusionOk="0">
                    <a:moveTo>
                      <a:pt x="2274" y="1"/>
                    </a:moveTo>
                    <a:cubicBezTo>
                      <a:pt x="2192" y="47"/>
                      <a:pt x="2110" y="105"/>
                      <a:pt x="2029" y="152"/>
                    </a:cubicBezTo>
                    <a:cubicBezTo>
                      <a:pt x="1330" y="595"/>
                      <a:pt x="654" y="1084"/>
                      <a:pt x="1" y="1585"/>
                    </a:cubicBezTo>
                    <a:cubicBezTo>
                      <a:pt x="1423" y="3590"/>
                      <a:pt x="2553" y="5851"/>
                      <a:pt x="3521" y="7890"/>
                    </a:cubicBezTo>
                    <a:cubicBezTo>
                      <a:pt x="5933" y="12972"/>
                      <a:pt x="7774" y="18356"/>
                      <a:pt x="9173" y="23810"/>
                    </a:cubicBezTo>
                    <a:cubicBezTo>
                      <a:pt x="9779" y="26164"/>
                      <a:pt x="10303" y="28553"/>
                      <a:pt x="10653" y="30954"/>
                    </a:cubicBezTo>
                    <a:cubicBezTo>
                      <a:pt x="10909" y="32714"/>
                      <a:pt x="11177" y="34532"/>
                      <a:pt x="11014" y="36315"/>
                    </a:cubicBezTo>
                    <a:cubicBezTo>
                      <a:pt x="10979" y="36688"/>
                      <a:pt x="10921" y="37061"/>
                      <a:pt x="10863" y="37433"/>
                    </a:cubicBezTo>
                    <a:cubicBezTo>
                      <a:pt x="11177" y="37527"/>
                      <a:pt x="11469" y="37667"/>
                      <a:pt x="11737" y="37853"/>
                    </a:cubicBezTo>
                    <a:cubicBezTo>
                      <a:pt x="12669" y="38517"/>
                      <a:pt x="13205" y="39426"/>
                      <a:pt x="13462" y="40440"/>
                    </a:cubicBezTo>
                    <a:cubicBezTo>
                      <a:pt x="13741" y="40009"/>
                      <a:pt x="13916" y="39753"/>
                      <a:pt x="13916" y="39753"/>
                    </a:cubicBezTo>
                    <a:cubicBezTo>
                      <a:pt x="13916" y="39753"/>
                      <a:pt x="15513" y="34870"/>
                      <a:pt x="12448" y="19941"/>
                    </a:cubicBezTo>
                    <a:cubicBezTo>
                      <a:pt x="10443" y="10198"/>
                      <a:pt x="5828" y="4021"/>
                      <a:pt x="2274" y="1"/>
                    </a:cubicBezTo>
                    <a:close/>
                  </a:path>
                </a:pathLst>
              </a:custGeom>
              <a:solidFill>
                <a:schemeClr val="accent1">
                  <a:alpha val="4676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2585" name="Google Shape;2585;p81"/>
              <p:cNvSpPr/>
              <p:nvPr/>
            </p:nvSpPr>
            <p:spPr>
              <a:xfrm>
                <a:off x="894250" y="2233450"/>
                <a:ext cx="482800" cy="402400"/>
              </a:xfrm>
              <a:custGeom>
                <a:avLst/>
                <a:gdLst/>
                <a:ahLst/>
                <a:cxnLst/>
                <a:rect l="l" t="t" r="r" b="b"/>
                <a:pathLst>
                  <a:path w="19312" h="16096" extrusionOk="0">
                    <a:moveTo>
                      <a:pt x="13574" y="0"/>
                    </a:moveTo>
                    <a:cubicBezTo>
                      <a:pt x="13273" y="0"/>
                      <a:pt x="12894" y="103"/>
                      <a:pt x="12377" y="331"/>
                    </a:cubicBezTo>
                    <a:cubicBezTo>
                      <a:pt x="10909" y="972"/>
                      <a:pt x="2320" y="8186"/>
                      <a:pt x="1294" y="9468"/>
                    </a:cubicBezTo>
                    <a:cubicBezTo>
                      <a:pt x="1294" y="9468"/>
                      <a:pt x="0" y="10575"/>
                      <a:pt x="746" y="11554"/>
                    </a:cubicBezTo>
                    <a:cubicBezTo>
                      <a:pt x="1010" y="11905"/>
                      <a:pt x="1326" y="12018"/>
                      <a:pt x="1623" y="12018"/>
                    </a:cubicBezTo>
                    <a:cubicBezTo>
                      <a:pt x="2153" y="12018"/>
                      <a:pt x="2622" y="11659"/>
                      <a:pt x="2623" y="11659"/>
                    </a:cubicBezTo>
                    <a:lnTo>
                      <a:pt x="2623" y="11659"/>
                    </a:lnTo>
                    <a:cubicBezTo>
                      <a:pt x="2622" y="11659"/>
                      <a:pt x="1783" y="12836"/>
                      <a:pt x="2797" y="13663"/>
                    </a:cubicBezTo>
                    <a:cubicBezTo>
                      <a:pt x="3013" y="13841"/>
                      <a:pt x="3238" y="13897"/>
                      <a:pt x="3439" y="13897"/>
                    </a:cubicBezTo>
                    <a:cubicBezTo>
                      <a:pt x="3793" y="13897"/>
                      <a:pt x="4068" y="13722"/>
                      <a:pt x="4068" y="13722"/>
                    </a:cubicBezTo>
                    <a:cubicBezTo>
                      <a:pt x="4068" y="13722"/>
                      <a:pt x="4161" y="14934"/>
                      <a:pt x="4627" y="15586"/>
                    </a:cubicBezTo>
                    <a:cubicBezTo>
                      <a:pt x="4845" y="15897"/>
                      <a:pt x="5222" y="16096"/>
                      <a:pt x="5737" y="16096"/>
                    </a:cubicBezTo>
                    <a:cubicBezTo>
                      <a:pt x="6322" y="16096"/>
                      <a:pt x="7084" y="15840"/>
                      <a:pt x="7995" y="15202"/>
                    </a:cubicBezTo>
                    <a:cubicBezTo>
                      <a:pt x="9697" y="14001"/>
                      <a:pt x="18018" y="7988"/>
                      <a:pt x="18659" y="7300"/>
                    </a:cubicBezTo>
                    <a:cubicBezTo>
                      <a:pt x="19311" y="6601"/>
                      <a:pt x="19206" y="5692"/>
                      <a:pt x="18449" y="4783"/>
                    </a:cubicBezTo>
                    <a:cubicBezTo>
                      <a:pt x="18101" y="4366"/>
                      <a:pt x="17729" y="4253"/>
                      <a:pt x="17428" y="4253"/>
                    </a:cubicBezTo>
                    <a:cubicBezTo>
                      <a:pt x="17073" y="4253"/>
                      <a:pt x="16817" y="4410"/>
                      <a:pt x="16817" y="4410"/>
                    </a:cubicBezTo>
                    <a:cubicBezTo>
                      <a:pt x="16817" y="4410"/>
                      <a:pt x="17831" y="3373"/>
                      <a:pt x="16981" y="2639"/>
                    </a:cubicBezTo>
                    <a:cubicBezTo>
                      <a:pt x="16697" y="2390"/>
                      <a:pt x="16363" y="2307"/>
                      <a:pt x="16043" y="2307"/>
                    </a:cubicBezTo>
                    <a:cubicBezTo>
                      <a:pt x="15405" y="2307"/>
                      <a:pt x="14824" y="2639"/>
                      <a:pt x="14824" y="2639"/>
                    </a:cubicBezTo>
                    <a:cubicBezTo>
                      <a:pt x="14824" y="2639"/>
                      <a:pt x="15431" y="1799"/>
                      <a:pt x="14824" y="925"/>
                    </a:cubicBezTo>
                    <a:cubicBezTo>
                      <a:pt x="14423" y="357"/>
                      <a:pt x="14134" y="0"/>
                      <a:pt x="13574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2586" name="Google Shape;2586;p81"/>
              <p:cNvSpPr/>
              <p:nvPr/>
            </p:nvSpPr>
            <p:spPr>
              <a:xfrm>
                <a:off x="909100" y="2233400"/>
                <a:ext cx="366275" cy="317475"/>
              </a:xfrm>
              <a:custGeom>
                <a:avLst/>
                <a:gdLst/>
                <a:ahLst/>
                <a:cxnLst/>
                <a:rect l="l" t="t" r="r" b="b"/>
                <a:pathLst>
                  <a:path w="14651" h="12699" extrusionOk="0">
                    <a:moveTo>
                      <a:pt x="12979" y="0"/>
                    </a:moveTo>
                    <a:cubicBezTo>
                      <a:pt x="12692" y="0"/>
                      <a:pt x="12334" y="93"/>
                      <a:pt x="11853" y="298"/>
                    </a:cubicBezTo>
                    <a:cubicBezTo>
                      <a:pt x="12599" y="461"/>
                      <a:pt x="13030" y="1359"/>
                      <a:pt x="12412" y="2023"/>
                    </a:cubicBezTo>
                    <a:cubicBezTo>
                      <a:pt x="9044" y="5647"/>
                      <a:pt x="5198" y="8969"/>
                      <a:pt x="770" y="11218"/>
                    </a:cubicBezTo>
                    <a:cubicBezTo>
                      <a:pt x="605" y="11304"/>
                      <a:pt x="441" y="11341"/>
                      <a:pt x="284" y="11341"/>
                    </a:cubicBezTo>
                    <a:cubicBezTo>
                      <a:pt x="186" y="11341"/>
                      <a:pt x="91" y="11327"/>
                      <a:pt x="1" y="11300"/>
                    </a:cubicBezTo>
                    <a:lnTo>
                      <a:pt x="1" y="11300"/>
                    </a:lnTo>
                    <a:cubicBezTo>
                      <a:pt x="36" y="11393"/>
                      <a:pt x="82" y="11474"/>
                      <a:pt x="152" y="11556"/>
                    </a:cubicBezTo>
                    <a:cubicBezTo>
                      <a:pt x="416" y="11907"/>
                      <a:pt x="732" y="12020"/>
                      <a:pt x="1029" y="12020"/>
                    </a:cubicBezTo>
                    <a:cubicBezTo>
                      <a:pt x="1559" y="12020"/>
                      <a:pt x="2028" y="11661"/>
                      <a:pt x="2029" y="11661"/>
                    </a:cubicBezTo>
                    <a:lnTo>
                      <a:pt x="2029" y="11661"/>
                    </a:lnTo>
                    <a:cubicBezTo>
                      <a:pt x="2028" y="11661"/>
                      <a:pt x="1702" y="12139"/>
                      <a:pt x="1702" y="12698"/>
                    </a:cubicBezTo>
                    <a:cubicBezTo>
                      <a:pt x="4849" y="8433"/>
                      <a:pt x="9639" y="6055"/>
                      <a:pt x="13613" y="2687"/>
                    </a:cubicBezTo>
                    <a:cubicBezTo>
                      <a:pt x="13830" y="2503"/>
                      <a:pt x="14067" y="2430"/>
                      <a:pt x="14295" y="2430"/>
                    </a:cubicBezTo>
                    <a:cubicBezTo>
                      <a:pt x="14313" y="2430"/>
                      <a:pt x="14330" y="2430"/>
                      <a:pt x="14347" y="2431"/>
                    </a:cubicBezTo>
                    <a:cubicBezTo>
                      <a:pt x="14487" y="2128"/>
                      <a:pt x="14650" y="1545"/>
                      <a:pt x="14230" y="927"/>
                    </a:cubicBezTo>
                    <a:cubicBezTo>
                      <a:pt x="13829" y="357"/>
                      <a:pt x="13541" y="0"/>
                      <a:pt x="12979" y="0"/>
                    </a:cubicBezTo>
                    <a:close/>
                  </a:path>
                </a:pathLst>
              </a:custGeom>
              <a:solidFill>
                <a:schemeClr val="dk1">
                  <a:alpha val="2083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2587" name="Google Shape;2587;p81"/>
              <p:cNvSpPr/>
              <p:nvPr/>
            </p:nvSpPr>
            <p:spPr>
              <a:xfrm>
                <a:off x="1001475" y="2291125"/>
                <a:ext cx="375575" cy="344725"/>
              </a:xfrm>
              <a:custGeom>
                <a:avLst/>
                <a:gdLst/>
                <a:ahLst/>
                <a:cxnLst/>
                <a:rect l="l" t="t" r="r" b="b"/>
                <a:pathLst>
                  <a:path w="15023" h="13789" extrusionOk="0">
                    <a:moveTo>
                      <a:pt x="11752" y="1"/>
                    </a:moveTo>
                    <a:cubicBezTo>
                      <a:pt x="11436" y="1"/>
                      <a:pt x="11134" y="82"/>
                      <a:pt x="10908" y="168"/>
                    </a:cubicBezTo>
                    <a:cubicBezTo>
                      <a:pt x="11584" y="367"/>
                      <a:pt x="12051" y="1217"/>
                      <a:pt x="11375" y="1835"/>
                    </a:cubicBezTo>
                    <a:cubicBezTo>
                      <a:pt x="8088" y="4888"/>
                      <a:pt x="4941" y="8198"/>
                      <a:pt x="1189" y="10669"/>
                    </a:cubicBezTo>
                    <a:cubicBezTo>
                      <a:pt x="5093" y="8571"/>
                      <a:pt x="7937" y="4923"/>
                      <a:pt x="11713" y="2616"/>
                    </a:cubicBezTo>
                    <a:cubicBezTo>
                      <a:pt x="11893" y="2513"/>
                      <a:pt x="12070" y="2468"/>
                      <a:pt x="12236" y="2468"/>
                    </a:cubicBezTo>
                    <a:cubicBezTo>
                      <a:pt x="13141" y="2468"/>
                      <a:pt x="13717" y="3808"/>
                      <a:pt x="12761" y="4399"/>
                    </a:cubicBezTo>
                    <a:cubicBezTo>
                      <a:pt x="11934" y="4865"/>
                      <a:pt x="11398" y="5692"/>
                      <a:pt x="10629" y="6252"/>
                    </a:cubicBezTo>
                    <a:cubicBezTo>
                      <a:pt x="10447" y="6388"/>
                      <a:pt x="10258" y="6454"/>
                      <a:pt x="10084" y="6454"/>
                    </a:cubicBezTo>
                    <a:cubicBezTo>
                      <a:pt x="10035" y="6454"/>
                      <a:pt x="9987" y="6449"/>
                      <a:pt x="9941" y="6438"/>
                    </a:cubicBezTo>
                    <a:cubicBezTo>
                      <a:pt x="7167" y="8723"/>
                      <a:pt x="4650" y="11391"/>
                      <a:pt x="1329" y="12895"/>
                    </a:cubicBezTo>
                    <a:cubicBezTo>
                      <a:pt x="1168" y="12968"/>
                      <a:pt x="1011" y="13000"/>
                      <a:pt x="862" y="13000"/>
                    </a:cubicBezTo>
                    <a:cubicBezTo>
                      <a:pt x="512" y="13000"/>
                      <a:pt x="204" y="12822"/>
                      <a:pt x="0" y="12568"/>
                    </a:cubicBezTo>
                    <a:lnTo>
                      <a:pt x="0" y="12568"/>
                    </a:lnTo>
                    <a:cubicBezTo>
                      <a:pt x="82" y="12825"/>
                      <a:pt x="198" y="13081"/>
                      <a:pt x="338" y="13279"/>
                    </a:cubicBezTo>
                    <a:cubicBezTo>
                      <a:pt x="556" y="13590"/>
                      <a:pt x="933" y="13789"/>
                      <a:pt x="1448" y="13789"/>
                    </a:cubicBezTo>
                    <a:cubicBezTo>
                      <a:pt x="2033" y="13789"/>
                      <a:pt x="2795" y="13533"/>
                      <a:pt x="3706" y="12895"/>
                    </a:cubicBezTo>
                    <a:cubicBezTo>
                      <a:pt x="5408" y="11694"/>
                      <a:pt x="13729" y="5681"/>
                      <a:pt x="14370" y="4993"/>
                    </a:cubicBezTo>
                    <a:cubicBezTo>
                      <a:pt x="15022" y="4294"/>
                      <a:pt x="14917" y="3385"/>
                      <a:pt x="14160" y="2476"/>
                    </a:cubicBezTo>
                    <a:cubicBezTo>
                      <a:pt x="13812" y="2059"/>
                      <a:pt x="13440" y="1946"/>
                      <a:pt x="13139" y="1946"/>
                    </a:cubicBezTo>
                    <a:cubicBezTo>
                      <a:pt x="12784" y="1946"/>
                      <a:pt x="12528" y="2103"/>
                      <a:pt x="12528" y="2103"/>
                    </a:cubicBezTo>
                    <a:cubicBezTo>
                      <a:pt x="12528" y="2103"/>
                      <a:pt x="13542" y="1066"/>
                      <a:pt x="12692" y="332"/>
                    </a:cubicBezTo>
                    <a:cubicBezTo>
                      <a:pt x="12409" y="85"/>
                      <a:pt x="12074" y="1"/>
                      <a:pt x="11752" y="1"/>
                    </a:cubicBezTo>
                    <a:close/>
                  </a:path>
                </a:pathLst>
              </a:custGeom>
              <a:solidFill>
                <a:schemeClr val="dk1">
                  <a:alpha val="2083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2588" name="Google Shape;2588;p81"/>
              <p:cNvSpPr/>
              <p:nvPr/>
            </p:nvSpPr>
            <p:spPr>
              <a:xfrm>
                <a:off x="1407625" y="3172875"/>
                <a:ext cx="6125" cy="23625"/>
              </a:xfrm>
              <a:custGeom>
                <a:avLst/>
                <a:gdLst/>
                <a:ahLst/>
                <a:cxnLst/>
                <a:rect l="l" t="t" r="r" b="b"/>
                <a:pathLst>
                  <a:path w="245" h="945" extrusionOk="0">
                    <a:moveTo>
                      <a:pt x="245" y="1"/>
                    </a:moveTo>
                    <a:lnTo>
                      <a:pt x="245" y="1"/>
                    </a:lnTo>
                    <a:cubicBezTo>
                      <a:pt x="175" y="292"/>
                      <a:pt x="93" y="572"/>
                      <a:pt x="0" y="851"/>
                    </a:cubicBezTo>
                    <a:cubicBezTo>
                      <a:pt x="58" y="886"/>
                      <a:pt x="117" y="910"/>
                      <a:pt x="163" y="945"/>
                    </a:cubicBezTo>
                    <a:cubicBezTo>
                      <a:pt x="210" y="630"/>
                      <a:pt x="233" y="315"/>
                      <a:pt x="245" y="1"/>
                    </a:cubicBezTo>
                    <a:close/>
                  </a:path>
                </a:pathLst>
              </a:custGeom>
              <a:solidFill>
                <a:srgbClr val="F3FF4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2589" name="Google Shape;2589;p81"/>
              <p:cNvSpPr/>
              <p:nvPr/>
            </p:nvSpPr>
            <p:spPr>
              <a:xfrm>
                <a:off x="965175" y="2292375"/>
                <a:ext cx="287375" cy="225750"/>
              </a:xfrm>
              <a:custGeom>
                <a:avLst/>
                <a:gdLst/>
                <a:ahLst/>
                <a:cxnLst/>
                <a:rect l="l" t="t" r="r" b="b"/>
                <a:pathLst>
                  <a:path w="11495" h="9030" extrusionOk="0">
                    <a:moveTo>
                      <a:pt x="11285" y="1"/>
                    </a:moveTo>
                    <a:cubicBezTo>
                      <a:pt x="11260" y="1"/>
                      <a:pt x="11233" y="8"/>
                      <a:pt x="11207" y="25"/>
                    </a:cubicBezTo>
                    <a:cubicBezTo>
                      <a:pt x="9295" y="1365"/>
                      <a:pt x="7419" y="2752"/>
                      <a:pt x="5589" y="4209"/>
                    </a:cubicBezTo>
                    <a:cubicBezTo>
                      <a:pt x="3690" y="5724"/>
                      <a:pt x="1697" y="7239"/>
                      <a:pt x="19" y="8987"/>
                    </a:cubicBezTo>
                    <a:cubicBezTo>
                      <a:pt x="1" y="9005"/>
                      <a:pt x="10" y="9030"/>
                      <a:pt x="26" y="9030"/>
                    </a:cubicBezTo>
                    <a:cubicBezTo>
                      <a:pt x="31" y="9030"/>
                      <a:pt x="36" y="9028"/>
                      <a:pt x="42" y="9022"/>
                    </a:cubicBezTo>
                    <a:cubicBezTo>
                      <a:pt x="1860" y="7682"/>
                      <a:pt x="3538" y="6132"/>
                      <a:pt x="5321" y="4745"/>
                    </a:cubicBezTo>
                    <a:cubicBezTo>
                      <a:pt x="7302" y="3207"/>
                      <a:pt x="9307" y="1715"/>
                      <a:pt x="11358" y="293"/>
                    </a:cubicBezTo>
                    <a:cubicBezTo>
                      <a:pt x="11495" y="196"/>
                      <a:pt x="11411" y="1"/>
                      <a:pt x="1128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2590" name="Google Shape;2590;p81"/>
              <p:cNvSpPr/>
              <p:nvPr/>
            </p:nvSpPr>
            <p:spPr>
              <a:xfrm>
                <a:off x="1039600" y="2352300"/>
                <a:ext cx="255750" cy="206125"/>
              </a:xfrm>
              <a:custGeom>
                <a:avLst/>
                <a:gdLst/>
                <a:ahLst/>
                <a:cxnLst/>
                <a:rect l="l" t="t" r="r" b="b"/>
                <a:pathLst>
                  <a:path w="10230" h="8245" extrusionOk="0">
                    <a:moveTo>
                      <a:pt x="10078" y="0"/>
                    </a:moveTo>
                    <a:cubicBezTo>
                      <a:pt x="10060" y="0"/>
                      <a:pt x="10042" y="5"/>
                      <a:pt x="10024" y="17"/>
                    </a:cubicBezTo>
                    <a:cubicBezTo>
                      <a:pt x="8241" y="1078"/>
                      <a:pt x="6586" y="2453"/>
                      <a:pt x="4966" y="3747"/>
                    </a:cubicBezTo>
                    <a:cubicBezTo>
                      <a:pt x="3265" y="5133"/>
                      <a:pt x="1528" y="6544"/>
                      <a:pt x="37" y="8163"/>
                    </a:cubicBezTo>
                    <a:cubicBezTo>
                      <a:pt x="0" y="8200"/>
                      <a:pt x="36" y="8244"/>
                      <a:pt x="75" y="8244"/>
                    </a:cubicBezTo>
                    <a:cubicBezTo>
                      <a:pt x="86" y="8244"/>
                      <a:pt x="97" y="8241"/>
                      <a:pt x="107" y="8233"/>
                    </a:cubicBezTo>
                    <a:cubicBezTo>
                      <a:pt x="1773" y="6870"/>
                      <a:pt x="3335" y="5390"/>
                      <a:pt x="5001" y="4050"/>
                    </a:cubicBezTo>
                    <a:cubicBezTo>
                      <a:pt x="6680" y="2698"/>
                      <a:pt x="8474" y="1521"/>
                      <a:pt x="10153" y="180"/>
                    </a:cubicBezTo>
                    <a:cubicBezTo>
                      <a:pt x="10230" y="122"/>
                      <a:pt x="10163" y="0"/>
                      <a:pt x="1007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2591" name="Google Shape;2591;p81"/>
              <p:cNvSpPr/>
              <p:nvPr/>
            </p:nvSpPr>
            <p:spPr>
              <a:xfrm>
                <a:off x="1114200" y="2418800"/>
                <a:ext cx="238525" cy="175450"/>
              </a:xfrm>
              <a:custGeom>
                <a:avLst/>
                <a:gdLst/>
                <a:ahLst/>
                <a:cxnLst/>
                <a:rect l="l" t="t" r="r" b="b"/>
                <a:pathLst>
                  <a:path w="9541" h="7018" extrusionOk="0">
                    <a:moveTo>
                      <a:pt x="9345" y="1"/>
                    </a:moveTo>
                    <a:cubicBezTo>
                      <a:pt x="9315" y="1"/>
                      <a:pt x="9283" y="12"/>
                      <a:pt x="9255" y="38"/>
                    </a:cubicBezTo>
                    <a:cubicBezTo>
                      <a:pt x="6283" y="2462"/>
                      <a:pt x="3136" y="4594"/>
                      <a:pt x="60" y="6879"/>
                    </a:cubicBezTo>
                    <a:cubicBezTo>
                      <a:pt x="1" y="6928"/>
                      <a:pt x="41" y="7018"/>
                      <a:pt x="103" y="7018"/>
                    </a:cubicBezTo>
                    <a:cubicBezTo>
                      <a:pt x="115" y="7018"/>
                      <a:pt x="128" y="7014"/>
                      <a:pt x="141" y="7007"/>
                    </a:cubicBezTo>
                    <a:cubicBezTo>
                      <a:pt x="3428" y="5084"/>
                      <a:pt x="6493" y="2637"/>
                      <a:pt x="9441" y="224"/>
                    </a:cubicBezTo>
                    <a:cubicBezTo>
                      <a:pt x="9541" y="134"/>
                      <a:pt x="9450" y="1"/>
                      <a:pt x="934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2592" name="Google Shape;2592;p81"/>
              <p:cNvSpPr/>
              <p:nvPr/>
            </p:nvSpPr>
            <p:spPr>
              <a:xfrm>
                <a:off x="1224575" y="3154025"/>
                <a:ext cx="318025" cy="124300"/>
              </a:xfrm>
              <a:custGeom>
                <a:avLst/>
                <a:gdLst/>
                <a:ahLst/>
                <a:cxnLst/>
                <a:rect l="l" t="t" r="r" b="b"/>
                <a:pathLst>
                  <a:path w="12721" h="4972" extrusionOk="0">
                    <a:moveTo>
                      <a:pt x="1203" y="0"/>
                    </a:moveTo>
                    <a:cubicBezTo>
                      <a:pt x="763" y="0"/>
                      <a:pt x="343" y="166"/>
                      <a:pt x="27" y="521"/>
                    </a:cubicBezTo>
                    <a:cubicBezTo>
                      <a:pt x="0" y="557"/>
                      <a:pt x="27" y="592"/>
                      <a:pt x="57" y="592"/>
                    </a:cubicBezTo>
                    <a:cubicBezTo>
                      <a:pt x="66" y="592"/>
                      <a:pt x="76" y="588"/>
                      <a:pt x="85" y="580"/>
                    </a:cubicBezTo>
                    <a:cubicBezTo>
                      <a:pt x="445" y="264"/>
                      <a:pt x="795" y="132"/>
                      <a:pt x="1129" y="132"/>
                    </a:cubicBezTo>
                    <a:cubicBezTo>
                      <a:pt x="2222" y="132"/>
                      <a:pt x="3132" y="1542"/>
                      <a:pt x="3569" y="2479"/>
                    </a:cubicBezTo>
                    <a:cubicBezTo>
                      <a:pt x="3594" y="2524"/>
                      <a:pt x="3636" y="2544"/>
                      <a:pt x="3679" y="2544"/>
                    </a:cubicBezTo>
                    <a:cubicBezTo>
                      <a:pt x="3736" y="2544"/>
                      <a:pt x="3794" y="2509"/>
                      <a:pt x="3814" y="2456"/>
                    </a:cubicBezTo>
                    <a:cubicBezTo>
                      <a:pt x="4152" y="1312"/>
                      <a:pt x="5085" y="751"/>
                      <a:pt x="6013" y="751"/>
                    </a:cubicBezTo>
                    <a:cubicBezTo>
                      <a:pt x="7004" y="751"/>
                      <a:pt x="7990" y="1391"/>
                      <a:pt x="8243" y="2643"/>
                    </a:cubicBezTo>
                    <a:cubicBezTo>
                      <a:pt x="8253" y="2704"/>
                      <a:pt x="8299" y="2738"/>
                      <a:pt x="8349" y="2738"/>
                    </a:cubicBezTo>
                    <a:cubicBezTo>
                      <a:pt x="8356" y="2738"/>
                      <a:pt x="8364" y="2737"/>
                      <a:pt x="8371" y="2736"/>
                    </a:cubicBezTo>
                    <a:lnTo>
                      <a:pt x="8371" y="2736"/>
                    </a:lnTo>
                    <a:cubicBezTo>
                      <a:pt x="8359" y="2771"/>
                      <a:pt x="8348" y="2806"/>
                      <a:pt x="8348" y="2841"/>
                    </a:cubicBezTo>
                    <a:cubicBezTo>
                      <a:pt x="8341" y="2879"/>
                      <a:pt x="8376" y="2899"/>
                      <a:pt x="8413" y="2899"/>
                    </a:cubicBezTo>
                    <a:cubicBezTo>
                      <a:pt x="8444" y="2899"/>
                      <a:pt x="8477" y="2884"/>
                      <a:pt x="8487" y="2852"/>
                    </a:cubicBezTo>
                    <a:cubicBezTo>
                      <a:pt x="8683" y="2167"/>
                      <a:pt x="9312" y="1837"/>
                      <a:pt x="9962" y="1837"/>
                    </a:cubicBezTo>
                    <a:cubicBezTo>
                      <a:pt x="10318" y="1837"/>
                      <a:pt x="10680" y="1936"/>
                      <a:pt x="10981" y="2130"/>
                    </a:cubicBezTo>
                    <a:cubicBezTo>
                      <a:pt x="11914" y="2747"/>
                      <a:pt x="12135" y="3924"/>
                      <a:pt x="12485" y="4892"/>
                    </a:cubicBezTo>
                    <a:cubicBezTo>
                      <a:pt x="12508" y="4948"/>
                      <a:pt x="12552" y="4972"/>
                      <a:pt x="12595" y="4972"/>
                    </a:cubicBezTo>
                    <a:cubicBezTo>
                      <a:pt x="12659" y="4972"/>
                      <a:pt x="12720" y="4917"/>
                      <a:pt x="12706" y="4834"/>
                    </a:cubicBezTo>
                    <a:cubicBezTo>
                      <a:pt x="12462" y="3621"/>
                      <a:pt x="11832" y="1978"/>
                      <a:pt x="10480" y="1652"/>
                    </a:cubicBezTo>
                    <a:cubicBezTo>
                      <a:pt x="10318" y="1612"/>
                      <a:pt x="10147" y="1592"/>
                      <a:pt x="9977" y="1592"/>
                    </a:cubicBezTo>
                    <a:cubicBezTo>
                      <a:pt x="9354" y="1592"/>
                      <a:pt x="8730" y="1861"/>
                      <a:pt x="8464" y="2409"/>
                    </a:cubicBezTo>
                    <a:cubicBezTo>
                      <a:pt x="8138" y="1137"/>
                      <a:pt x="7071" y="484"/>
                      <a:pt x="6002" y="484"/>
                    </a:cubicBezTo>
                    <a:cubicBezTo>
                      <a:pt x="5045" y="484"/>
                      <a:pt x="4087" y="1009"/>
                      <a:pt x="3663" y="2083"/>
                    </a:cubicBezTo>
                    <a:cubicBezTo>
                      <a:pt x="3243" y="1291"/>
                      <a:pt x="2765" y="440"/>
                      <a:pt x="1880" y="125"/>
                    </a:cubicBezTo>
                    <a:cubicBezTo>
                      <a:pt x="1656" y="43"/>
                      <a:pt x="1427" y="0"/>
                      <a:pt x="1203" y="0"/>
                    </a:cubicBezTo>
                    <a:close/>
                  </a:path>
                </a:pathLst>
              </a:custGeom>
              <a:solidFill>
                <a:schemeClr val="dk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2593" name="Google Shape;2593;p81"/>
              <p:cNvSpPr/>
              <p:nvPr/>
            </p:nvSpPr>
            <p:spPr>
              <a:xfrm>
                <a:off x="1300100" y="3091850"/>
                <a:ext cx="15750" cy="103700"/>
              </a:xfrm>
              <a:custGeom>
                <a:avLst/>
                <a:gdLst/>
                <a:ahLst/>
                <a:cxnLst/>
                <a:rect l="l" t="t" r="r" b="b"/>
                <a:pathLst>
                  <a:path w="630" h="4148" extrusionOk="0">
                    <a:moveTo>
                      <a:pt x="24" y="1"/>
                    </a:moveTo>
                    <a:cubicBezTo>
                      <a:pt x="14" y="1"/>
                      <a:pt x="1" y="11"/>
                      <a:pt x="1" y="25"/>
                    </a:cubicBezTo>
                    <a:cubicBezTo>
                      <a:pt x="210" y="1389"/>
                      <a:pt x="339" y="2740"/>
                      <a:pt x="490" y="4104"/>
                    </a:cubicBezTo>
                    <a:cubicBezTo>
                      <a:pt x="490" y="4133"/>
                      <a:pt x="513" y="4148"/>
                      <a:pt x="537" y="4148"/>
                    </a:cubicBezTo>
                    <a:cubicBezTo>
                      <a:pt x="560" y="4148"/>
                      <a:pt x="583" y="4133"/>
                      <a:pt x="583" y="4104"/>
                    </a:cubicBezTo>
                    <a:cubicBezTo>
                      <a:pt x="630" y="2752"/>
                      <a:pt x="409" y="1307"/>
                      <a:pt x="36" y="13"/>
                    </a:cubicBezTo>
                    <a:cubicBezTo>
                      <a:pt x="36" y="4"/>
                      <a:pt x="31" y="1"/>
                      <a:pt x="2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2594" name="Google Shape;2594;p81"/>
              <p:cNvSpPr/>
              <p:nvPr/>
            </p:nvSpPr>
            <p:spPr>
              <a:xfrm>
                <a:off x="1432200" y="3086925"/>
                <a:ext cx="10975" cy="114150"/>
              </a:xfrm>
              <a:custGeom>
                <a:avLst/>
                <a:gdLst/>
                <a:ahLst/>
                <a:cxnLst/>
                <a:rect l="l" t="t" r="r" b="b"/>
                <a:pathLst>
                  <a:path w="439" h="4566" extrusionOk="0">
                    <a:moveTo>
                      <a:pt x="324" y="1"/>
                    </a:moveTo>
                    <a:cubicBezTo>
                      <a:pt x="305" y="1"/>
                      <a:pt x="287" y="12"/>
                      <a:pt x="287" y="36"/>
                    </a:cubicBezTo>
                    <a:cubicBezTo>
                      <a:pt x="311" y="1527"/>
                      <a:pt x="217" y="2996"/>
                      <a:pt x="8" y="4476"/>
                    </a:cubicBezTo>
                    <a:cubicBezTo>
                      <a:pt x="1" y="4531"/>
                      <a:pt x="47" y="4566"/>
                      <a:pt x="88" y="4566"/>
                    </a:cubicBezTo>
                    <a:cubicBezTo>
                      <a:pt x="117" y="4566"/>
                      <a:pt x="143" y="4549"/>
                      <a:pt x="148" y="4511"/>
                    </a:cubicBezTo>
                    <a:cubicBezTo>
                      <a:pt x="369" y="3031"/>
                      <a:pt x="439" y="1539"/>
                      <a:pt x="369" y="36"/>
                    </a:cubicBezTo>
                    <a:cubicBezTo>
                      <a:pt x="363" y="12"/>
                      <a:pt x="343" y="1"/>
                      <a:pt x="32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2595" name="Google Shape;2595;p81"/>
              <p:cNvSpPr/>
              <p:nvPr/>
            </p:nvSpPr>
            <p:spPr>
              <a:xfrm>
                <a:off x="1135300" y="2594400"/>
                <a:ext cx="42850" cy="78225"/>
              </a:xfrm>
              <a:custGeom>
                <a:avLst/>
                <a:gdLst/>
                <a:ahLst/>
                <a:cxnLst/>
                <a:rect l="l" t="t" r="r" b="b"/>
                <a:pathLst>
                  <a:path w="1714" h="3129" extrusionOk="0">
                    <a:moveTo>
                      <a:pt x="56" y="1"/>
                    </a:moveTo>
                    <a:cubicBezTo>
                      <a:pt x="29" y="1"/>
                      <a:pt x="0" y="22"/>
                      <a:pt x="8" y="53"/>
                    </a:cubicBezTo>
                    <a:cubicBezTo>
                      <a:pt x="439" y="1102"/>
                      <a:pt x="1080" y="2116"/>
                      <a:pt x="1640" y="3106"/>
                    </a:cubicBezTo>
                    <a:cubicBezTo>
                      <a:pt x="1647" y="3122"/>
                      <a:pt x="1659" y="3128"/>
                      <a:pt x="1670" y="3128"/>
                    </a:cubicBezTo>
                    <a:cubicBezTo>
                      <a:pt x="1693" y="3128"/>
                      <a:pt x="1713" y="3102"/>
                      <a:pt x="1698" y="3071"/>
                    </a:cubicBezTo>
                    <a:cubicBezTo>
                      <a:pt x="1197" y="2069"/>
                      <a:pt x="719" y="962"/>
                      <a:pt x="90" y="18"/>
                    </a:cubicBezTo>
                    <a:cubicBezTo>
                      <a:pt x="82" y="6"/>
                      <a:pt x="69" y="1"/>
                      <a:pt x="5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2596" name="Google Shape;2596;p81"/>
              <p:cNvSpPr/>
              <p:nvPr/>
            </p:nvSpPr>
            <p:spPr>
              <a:xfrm>
                <a:off x="1296625" y="2482250"/>
                <a:ext cx="44675" cy="94625"/>
              </a:xfrm>
              <a:custGeom>
                <a:avLst/>
                <a:gdLst/>
                <a:ahLst/>
                <a:cxnLst/>
                <a:rect l="l" t="t" r="r" b="b"/>
                <a:pathLst>
                  <a:path w="1787" h="3785" extrusionOk="0">
                    <a:moveTo>
                      <a:pt x="92" y="1"/>
                    </a:moveTo>
                    <a:cubicBezTo>
                      <a:pt x="47" y="1"/>
                      <a:pt x="0" y="41"/>
                      <a:pt x="23" y="87"/>
                    </a:cubicBezTo>
                    <a:cubicBezTo>
                      <a:pt x="478" y="1334"/>
                      <a:pt x="1084" y="2558"/>
                      <a:pt x="1655" y="3758"/>
                    </a:cubicBezTo>
                    <a:cubicBezTo>
                      <a:pt x="1666" y="3777"/>
                      <a:pt x="1685" y="3785"/>
                      <a:pt x="1704" y="3785"/>
                    </a:cubicBezTo>
                    <a:cubicBezTo>
                      <a:pt x="1744" y="3785"/>
                      <a:pt x="1787" y="3751"/>
                      <a:pt x="1771" y="3711"/>
                    </a:cubicBezTo>
                    <a:cubicBezTo>
                      <a:pt x="1270" y="2476"/>
                      <a:pt x="769" y="1206"/>
                      <a:pt x="151" y="40"/>
                    </a:cubicBezTo>
                    <a:cubicBezTo>
                      <a:pt x="139" y="12"/>
                      <a:pt x="116" y="1"/>
                      <a:pt x="92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2597" name="Google Shape;2597;p81"/>
              <p:cNvSpPr/>
              <p:nvPr/>
            </p:nvSpPr>
            <p:spPr>
              <a:xfrm>
                <a:off x="1307850" y="2715725"/>
                <a:ext cx="46475" cy="33475"/>
              </a:xfrm>
              <a:custGeom>
                <a:avLst/>
                <a:gdLst/>
                <a:ahLst/>
                <a:cxnLst/>
                <a:rect l="l" t="t" r="r" b="b"/>
                <a:pathLst>
                  <a:path w="1859" h="1339" extrusionOk="0">
                    <a:moveTo>
                      <a:pt x="1352" y="0"/>
                    </a:moveTo>
                    <a:cubicBezTo>
                      <a:pt x="1295" y="0"/>
                      <a:pt x="1245" y="73"/>
                      <a:pt x="1264" y="129"/>
                    </a:cubicBezTo>
                    <a:cubicBezTo>
                      <a:pt x="1322" y="293"/>
                      <a:pt x="1415" y="421"/>
                      <a:pt x="1392" y="607"/>
                    </a:cubicBezTo>
                    <a:cubicBezTo>
                      <a:pt x="1357" y="805"/>
                      <a:pt x="1252" y="1004"/>
                      <a:pt x="1066" y="1085"/>
                    </a:cubicBezTo>
                    <a:cubicBezTo>
                      <a:pt x="992" y="1118"/>
                      <a:pt x="919" y="1133"/>
                      <a:pt x="848" y="1133"/>
                    </a:cubicBezTo>
                    <a:cubicBezTo>
                      <a:pt x="517" y="1133"/>
                      <a:pt x="238" y="810"/>
                      <a:pt x="180" y="502"/>
                    </a:cubicBezTo>
                    <a:cubicBezTo>
                      <a:pt x="180" y="470"/>
                      <a:pt x="159" y="452"/>
                      <a:pt x="138" y="452"/>
                    </a:cubicBezTo>
                    <a:cubicBezTo>
                      <a:pt x="121" y="452"/>
                      <a:pt x="104" y="465"/>
                      <a:pt x="99" y="491"/>
                    </a:cubicBezTo>
                    <a:cubicBezTo>
                      <a:pt x="1" y="952"/>
                      <a:pt x="439" y="1338"/>
                      <a:pt x="872" y="1338"/>
                    </a:cubicBezTo>
                    <a:cubicBezTo>
                      <a:pt x="953" y="1338"/>
                      <a:pt x="1035" y="1324"/>
                      <a:pt x="1112" y="1295"/>
                    </a:cubicBezTo>
                    <a:cubicBezTo>
                      <a:pt x="1555" y="1132"/>
                      <a:pt x="1858" y="316"/>
                      <a:pt x="1392" y="13"/>
                    </a:cubicBezTo>
                    <a:cubicBezTo>
                      <a:pt x="1379" y="4"/>
                      <a:pt x="1366" y="0"/>
                      <a:pt x="1352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2598" name="Google Shape;2598;p81"/>
              <p:cNvSpPr/>
              <p:nvPr/>
            </p:nvSpPr>
            <p:spPr>
              <a:xfrm>
                <a:off x="1219400" y="2794625"/>
                <a:ext cx="59750" cy="29950"/>
              </a:xfrm>
              <a:custGeom>
                <a:avLst/>
                <a:gdLst/>
                <a:ahLst/>
                <a:cxnLst/>
                <a:rect l="l" t="t" r="r" b="b"/>
                <a:pathLst>
                  <a:path w="2390" h="1198" extrusionOk="0">
                    <a:moveTo>
                      <a:pt x="1776" y="1"/>
                    </a:moveTo>
                    <a:cubicBezTo>
                      <a:pt x="1562" y="1"/>
                      <a:pt x="1303" y="46"/>
                      <a:pt x="1038" y="143"/>
                    </a:cubicBezTo>
                    <a:cubicBezTo>
                      <a:pt x="420" y="353"/>
                      <a:pt x="0" y="726"/>
                      <a:pt x="94" y="982"/>
                    </a:cubicBezTo>
                    <a:cubicBezTo>
                      <a:pt x="140" y="1122"/>
                      <a:pt x="346" y="1197"/>
                      <a:pt x="626" y="1197"/>
                    </a:cubicBezTo>
                    <a:cubicBezTo>
                      <a:pt x="837" y="1197"/>
                      <a:pt x="1092" y="1154"/>
                      <a:pt x="1352" y="1064"/>
                    </a:cubicBezTo>
                    <a:cubicBezTo>
                      <a:pt x="1970" y="843"/>
                      <a:pt x="2390" y="470"/>
                      <a:pt x="2296" y="213"/>
                    </a:cubicBezTo>
                    <a:cubicBezTo>
                      <a:pt x="2250" y="76"/>
                      <a:pt x="2050" y="1"/>
                      <a:pt x="1776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2599" name="Google Shape;2599;p81"/>
              <p:cNvSpPr/>
              <p:nvPr/>
            </p:nvSpPr>
            <p:spPr>
              <a:xfrm>
                <a:off x="1193475" y="2700100"/>
                <a:ext cx="96750" cy="80825"/>
              </a:xfrm>
              <a:custGeom>
                <a:avLst/>
                <a:gdLst/>
                <a:ahLst/>
                <a:cxnLst/>
                <a:rect l="l" t="t" r="r" b="b"/>
                <a:pathLst>
                  <a:path w="3870" h="3233" extrusionOk="0">
                    <a:moveTo>
                      <a:pt x="1895" y="0"/>
                    </a:moveTo>
                    <a:cubicBezTo>
                      <a:pt x="1776" y="0"/>
                      <a:pt x="1653" y="14"/>
                      <a:pt x="1527" y="44"/>
                    </a:cubicBezTo>
                    <a:cubicBezTo>
                      <a:pt x="0" y="393"/>
                      <a:pt x="513" y="2188"/>
                      <a:pt x="1026" y="3155"/>
                    </a:cubicBezTo>
                    <a:cubicBezTo>
                      <a:pt x="1055" y="3210"/>
                      <a:pt x="1105" y="3232"/>
                      <a:pt x="1158" y="3232"/>
                    </a:cubicBezTo>
                    <a:cubicBezTo>
                      <a:pt x="1275" y="3232"/>
                      <a:pt x="1405" y="3121"/>
                      <a:pt x="1340" y="2992"/>
                    </a:cubicBezTo>
                    <a:cubicBezTo>
                      <a:pt x="944" y="2211"/>
                      <a:pt x="303" y="591"/>
                      <a:pt x="1702" y="370"/>
                    </a:cubicBezTo>
                    <a:cubicBezTo>
                      <a:pt x="1794" y="355"/>
                      <a:pt x="1882" y="348"/>
                      <a:pt x="1966" y="348"/>
                    </a:cubicBezTo>
                    <a:cubicBezTo>
                      <a:pt x="2999" y="348"/>
                      <a:pt x="3446" y="1417"/>
                      <a:pt x="3823" y="2258"/>
                    </a:cubicBezTo>
                    <a:cubicBezTo>
                      <a:pt x="3828" y="2263"/>
                      <a:pt x="3836" y="2266"/>
                      <a:pt x="3845" y="2266"/>
                    </a:cubicBezTo>
                    <a:cubicBezTo>
                      <a:pt x="3857" y="2266"/>
                      <a:pt x="3869" y="2260"/>
                      <a:pt x="3869" y="2246"/>
                    </a:cubicBezTo>
                    <a:cubicBezTo>
                      <a:pt x="3785" y="1204"/>
                      <a:pt x="3007" y="0"/>
                      <a:pt x="189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2600" name="Google Shape;2600;p81"/>
              <p:cNvSpPr/>
              <p:nvPr/>
            </p:nvSpPr>
            <p:spPr>
              <a:xfrm>
                <a:off x="1411700" y="2728625"/>
                <a:ext cx="59750" cy="29900"/>
              </a:xfrm>
              <a:custGeom>
                <a:avLst/>
                <a:gdLst/>
                <a:ahLst/>
                <a:cxnLst/>
                <a:rect l="l" t="t" r="r" b="b"/>
                <a:pathLst>
                  <a:path w="2390" h="1196" extrusionOk="0">
                    <a:moveTo>
                      <a:pt x="1782" y="0"/>
                    </a:moveTo>
                    <a:cubicBezTo>
                      <a:pt x="1567" y="0"/>
                      <a:pt x="1306" y="45"/>
                      <a:pt x="1037" y="138"/>
                    </a:cubicBezTo>
                    <a:cubicBezTo>
                      <a:pt x="420" y="348"/>
                      <a:pt x="0" y="721"/>
                      <a:pt x="82" y="977"/>
                    </a:cubicBezTo>
                    <a:cubicBezTo>
                      <a:pt x="134" y="1121"/>
                      <a:pt x="338" y="1195"/>
                      <a:pt x="614" y="1195"/>
                    </a:cubicBezTo>
                    <a:cubicBezTo>
                      <a:pt x="828" y="1195"/>
                      <a:pt x="1087" y="1150"/>
                      <a:pt x="1352" y="1059"/>
                    </a:cubicBezTo>
                    <a:cubicBezTo>
                      <a:pt x="1958" y="837"/>
                      <a:pt x="2389" y="464"/>
                      <a:pt x="2296" y="208"/>
                    </a:cubicBezTo>
                    <a:cubicBezTo>
                      <a:pt x="2251" y="71"/>
                      <a:pt x="2053" y="0"/>
                      <a:pt x="1782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2601" name="Google Shape;2601;p81"/>
              <p:cNvSpPr/>
              <p:nvPr/>
            </p:nvSpPr>
            <p:spPr>
              <a:xfrm>
                <a:off x="1358375" y="2643300"/>
                <a:ext cx="88525" cy="83500"/>
              </a:xfrm>
              <a:custGeom>
                <a:avLst/>
                <a:gdLst/>
                <a:ahLst/>
                <a:cxnLst/>
                <a:rect l="l" t="t" r="r" b="b"/>
                <a:pathLst>
                  <a:path w="3541" h="3340" extrusionOk="0">
                    <a:moveTo>
                      <a:pt x="1816" y="1"/>
                    </a:moveTo>
                    <a:cubicBezTo>
                      <a:pt x="1632" y="1"/>
                      <a:pt x="1431" y="46"/>
                      <a:pt x="1213" y="148"/>
                    </a:cubicBezTo>
                    <a:cubicBezTo>
                      <a:pt x="1" y="719"/>
                      <a:pt x="82" y="2362"/>
                      <a:pt x="723" y="3329"/>
                    </a:cubicBezTo>
                    <a:cubicBezTo>
                      <a:pt x="726" y="3336"/>
                      <a:pt x="732" y="3339"/>
                      <a:pt x="738" y="3339"/>
                    </a:cubicBezTo>
                    <a:cubicBezTo>
                      <a:pt x="751" y="3339"/>
                      <a:pt x="766" y="3323"/>
                      <a:pt x="758" y="3306"/>
                    </a:cubicBezTo>
                    <a:cubicBezTo>
                      <a:pt x="537" y="2339"/>
                      <a:pt x="187" y="1115"/>
                      <a:pt x="1282" y="521"/>
                    </a:cubicBezTo>
                    <a:cubicBezTo>
                      <a:pt x="1484" y="409"/>
                      <a:pt x="1666" y="359"/>
                      <a:pt x="1830" y="359"/>
                    </a:cubicBezTo>
                    <a:cubicBezTo>
                      <a:pt x="2669" y="359"/>
                      <a:pt x="3036" y="1650"/>
                      <a:pt x="3182" y="2362"/>
                    </a:cubicBezTo>
                    <a:cubicBezTo>
                      <a:pt x="3197" y="2444"/>
                      <a:pt x="3263" y="2480"/>
                      <a:pt x="3334" y="2480"/>
                    </a:cubicBezTo>
                    <a:cubicBezTo>
                      <a:pt x="3433" y="2480"/>
                      <a:pt x="3541" y="2408"/>
                      <a:pt x="3520" y="2292"/>
                    </a:cubicBezTo>
                    <a:cubicBezTo>
                      <a:pt x="3362" y="1385"/>
                      <a:pt x="2837" y="1"/>
                      <a:pt x="181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</p:grpSp>
        <p:sp>
          <p:nvSpPr>
            <p:cNvPr id="2602" name="Google Shape;2602;p81"/>
            <p:cNvSpPr/>
            <p:nvPr/>
          </p:nvSpPr>
          <p:spPr>
            <a:xfrm>
              <a:off x="8476525" y="2297275"/>
              <a:ext cx="78028" cy="467939"/>
            </a:xfrm>
            <a:custGeom>
              <a:avLst/>
              <a:gdLst/>
              <a:ahLst/>
              <a:cxnLst/>
              <a:rect l="l" t="t" r="r" b="b"/>
              <a:pathLst>
                <a:path w="2434" h="14598" extrusionOk="0">
                  <a:moveTo>
                    <a:pt x="101" y="0"/>
                  </a:moveTo>
                  <a:cubicBezTo>
                    <a:pt x="49" y="0"/>
                    <a:pt x="0" y="41"/>
                    <a:pt x="21" y="109"/>
                  </a:cubicBezTo>
                  <a:cubicBezTo>
                    <a:pt x="1489" y="5004"/>
                    <a:pt x="1431" y="9398"/>
                    <a:pt x="674" y="14397"/>
                  </a:cubicBezTo>
                  <a:cubicBezTo>
                    <a:pt x="653" y="14517"/>
                    <a:pt x="750" y="14598"/>
                    <a:pt x="846" y="14598"/>
                  </a:cubicBezTo>
                  <a:cubicBezTo>
                    <a:pt x="909" y="14598"/>
                    <a:pt x="972" y="14562"/>
                    <a:pt x="1000" y="14479"/>
                  </a:cubicBezTo>
                  <a:cubicBezTo>
                    <a:pt x="2433" y="9922"/>
                    <a:pt x="1886" y="4468"/>
                    <a:pt x="196" y="63"/>
                  </a:cubicBezTo>
                  <a:cubicBezTo>
                    <a:pt x="177" y="20"/>
                    <a:pt x="138" y="0"/>
                    <a:pt x="10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pic>
        <p:nvPicPr>
          <p:cNvPr id="93" name="Picture 3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41971" y="2307341"/>
            <a:ext cx="2736304" cy="261696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Cute Doodly Pastel Science Lesson for Middle School XL by Slidesgo">
  <a:themeElements>
    <a:clrScheme name="Simple Light">
      <a:dk1>
        <a:srgbClr val="000000"/>
      </a:dk1>
      <a:lt1>
        <a:srgbClr val="FFFFFF"/>
      </a:lt1>
      <a:dk2>
        <a:srgbClr val="FF8D9A"/>
      </a:dk2>
      <a:lt2>
        <a:srgbClr val="FCADD1"/>
      </a:lt2>
      <a:accent1>
        <a:srgbClr val="FFC9AB"/>
      </a:accent1>
      <a:accent2>
        <a:srgbClr val="BCFFB4"/>
      </a:accent2>
      <a:accent3>
        <a:srgbClr val="F3FBFF"/>
      </a:accent3>
      <a:accent4>
        <a:srgbClr val="AAE0F6"/>
      </a:accent4>
      <a:accent5>
        <a:srgbClr val="B1B9E6"/>
      </a:accent5>
      <a:accent6>
        <a:srgbClr val="FCF7BD"/>
      </a:accent6>
      <a:hlink>
        <a:srgbClr val="000000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3436</Words>
  <Application>WPS Presentation</Application>
  <PresentationFormat>On-screen Show (16:9)</PresentationFormat>
  <Paragraphs>198</Paragraphs>
  <Slides>18</Slides>
  <Notes>20</Notes>
  <HiddenSlides>0</HiddenSlides>
  <MMClips>0</MMClips>
  <ScaleCrop>false</ScaleCrop>
  <HeadingPairs>
    <vt:vector size="6" baseType="variant">
      <vt:variant>
        <vt:lpstr>已用的字体</vt:lpstr>
      </vt:variant>
      <vt:variant>
        <vt:i4>18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18</vt:i4>
      </vt:variant>
    </vt:vector>
  </HeadingPairs>
  <TitlesOfParts>
    <vt:vector size="37" baseType="lpstr">
      <vt:lpstr>Arial</vt:lpstr>
      <vt:lpstr>SimSun</vt:lpstr>
      <vt:lpstr>Wingdings</vt:lpstr>
      <vt:lpstr>Arial</vt:lpstr>
      <vt:lpstr>Paytone One</vt:lpstr>
      <vt:lpstr>Bebas Neue</vt:lpstr>
      <vt:lpstr>Hind</vt:lpstr>
      <vt:lpstr>Microsoft YaHei</vt:lpstr>
      <vt:lpstr>Arial Unicode MS</vt:lpstr>
      <vt:lpstr>Eudoxus Sans</vt:lpstr>
      <vt:lpstr>Segoe Print</vt:lpstr>
      <vt:lpstr>Eudoxus Sans</vt:lpstr>
      <vt:lpstr>Eudoxus Sans</vt:lpstr>
      <vt:lpstr>p22-mackinac-pro</vt:lpstr>
      <vt:lpstr>p22-mackinac-pro</vt:lpstr>
      <vt:lpstr>p22-mackinac-pro</vt:lpstr>
      <vt:lpstr>Calibri</vt:lpstr>
      <vt:lpstr>MingLiU-ExtB</vt:lpstr>
      <vt:lpstr>Cute Doodly Pastel Science Lesson for Middle School XL by Slidesgo</vt:lpstr>
      <vt:lpstr>Physics</vt:lpstr>
      <vt:lpstr>Goals &amp; objectives</vt:lpstr>
      <vt:lpstr>Agenda</vt:lpstr>
      <vt:lpstr>01</vt:lpstr>
      <vt:lpstr>Accuracy</vt:lpstr>
      <vt:lpstr>02</vt:lpstr>
      <vt:lpstr>02</vt:lpstr>
      <vt:lpstr>03</vt:lpstr>
      <vt:lpstr>Scientific Method</vt:lpstr>
      <vt:lpstr>Lab Safety </vt:lpstr>
      <vt:lpstr>Variables</vt:lpstr>
      <vt:lpstr>Prediction</vt:lpstr>
      <vt:lpstr>Collecting results</vt:lpstr>
      <vt:lpstr>Recording Data in Tables .</vt:lpstr>
      <vt:lpstr>Graphs: They help in showing trends and anomalous results </vt:lpstr>
      <vt:lpstr>Conclusion and Reflection</vt:lpstr>
      <vt:lpstr>Different lab equipment.</vt:lpstr>
      <vt:lpstr>Study well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Measurements Science Lesson for Middle School</dc:title>
  <dc:creator>PC</dc:creator>
  <cp:lastModifiedBy>Melina Mahdy</cp:lastModifiedBy>
  <cp:revision>34</cp:revision>
  <dcterms:created xsi:type="dcterms:W3CDTF">2026-09-27T03:02:53Z</dcterms:created>
  <dcterms:modified xsi:type="dcterms:W3CDTF">2026-09-27T03:04:03Z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74340340CDCC4788877B4EB93A34DF3F_12</vt:lpwstr>
  </property>
  <property fmtid="{D5CDD505-2E9C-101B-9397-08002B2CF9AE}" pid="3" name="KSOProductBuildVer">
    <vt:lpwstr>1033-12.1.0.28485</vt:lpwstr>
  </property>
</Properties>
</file>