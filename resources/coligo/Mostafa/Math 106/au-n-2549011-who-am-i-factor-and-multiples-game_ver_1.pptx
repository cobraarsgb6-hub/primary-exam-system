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58" r:id="rId2"/>
    <p:sldId id="264" r:id="rId3"/>
    <p:sldId id="268" r:id="rId4"/>
    <p:sldId id="269" r:id="rId5"/>
    <p:sldId id="270" r:id="rId6"/>
    <p:sldId id="271" r:id="rId7"/>
    <p:sldId id="272" r:id="rId8"/>
    <p:sldId id="280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67" r:id="rId17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Twinkl" pitchFamily="2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4" pos="340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  <p15:guide id="6" pos="5420" userDrawn="1">
          <p15:clr>
            <a:srgbClr val="A4A3A4"/>
          </p15:clr>
        </p15:guide>
        <p15:guide id="7" orient="horz" pos="346" userDrawn="1">
          <p15:clr>
            <a:srgbClr val="A4A3A4"/>
          </p15:clr>
        </p15:guide>
        <p15:guide id="8" pos="476" userDrawn="1">
          <p15:clr>
            <a:srgbClr val="A4A3A4"/>
          </p15:clr>
        </p15:guide>
        <p15:guide id="9" orient="horz" pos="482" userDrawn="1">
          <p15:clr>
            <a:srgbClr val="A4A3A4"/>
          </p15:clr>
        </p15:guide>
        <p15:guide id="10" orient="horz" pos="3838" userDrawn="1">
          <p15:clr>
            <a:srgbClr val="A4A3A4"/>
          </p15:clr>
        </p15:guide>
        <p15:guide id="11" pos="52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386"/>
    <a:srgbClr val="F4CB4C"/>
    <a:srgbClr val="18A0DB"/>
    <a:srgbClr val="DE1E5A"/>
    <a:srgbClr val="BC0105"/>
    <a:srgbClr val="4DB1E3"/>
    <a:srgbClr val="80C1EB"/>
    <a:srgbClr val="ACDDFC"/>
    <a:srgbClr val="FFFFFF"/>
    <a:srgbClr val="4AA1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1339" y="67"/>
      </p:cViewPr>
      <p:guideLst>
        <p:guide orient="horz" pos="2160"/>
        <p:guide pos="2880"/>
        <p:guide pos="340"/>
        <p:guide orient="horz" pos="3974"/>
        <p:guide pos="5420"/>
        <p:guide orient="horz" pos="346"/>
        <p:guide pos="476"/>
        <p:guide orient="horz" pos="482"/>
        <p:guide orient="horz" pos="3838"/>
        <p:guide pos="528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7" d="100"/>
          <a:sy n="77" d="100"/>
        </p:scale>
        <p:origin x="264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than" userId="472ca1bd6e997de3" providerId="LiveId" clId="{A1957343-7967-454D-A811-8A7CA0272813}"/>
    <pc:docChg chg="custSel addSld modSld sldOrd">
      <pc:chgData name="Bethan" userId="472ca1bd6e997de3" providerId="LiveId" clId="{A1957343-7967-454D-A811-8A7CA0272813}" dt="2020-11-16T09:59:04.550" v="120" actId="1076"/>
      <pc:docMkLst>
        <pc:docMk/>
      </pc:docMkLst>
      <pc:sldChg chg="modSp">
        <pc:chgData name="Bethan" userId="472ca1bd6e997de3" providerId="LiveId" clId="{A1957343-7967-454D-A811-8A7CA0272813}" dt="2020-11-16T09:52:23.414" v="20" actId="20577"/>
        <pc:sldMkLst>
          <pc:docMk/>
          <pc:sldMk cId="3380784965" sldId="273"/>
        </pc:sldMkLst>
        <pc:spChg chg="mod">
          <ac:chgData name="Bethan" userId="472ca1bd6e997de3" providerId="LiveId" clId="{A1957343-7967-454D-A811-8A7CA0272813}" dt="2020-11-16T09:52:23.414" v="20" actId="20577"/>
          <ac:spMkLst>
            <pc:docMk/>
            <pc:sldMk cId="3380784965" sldId="273"/>
            <ac:spMk id="13" creationId="{D02FBFBB-1ED3-4E11-A538-CEA4423FFC2F}"/>
          </ac:spMkLst>
        </pc:spChg>
      </pc:sldChg>
      <pc:sldChg chg="addSp modSp mod modAnim">
        <pc:chgData name="Bethan" userId="472ca1bd6e997de3" providerId="LiveId" clId="{A1957343-7967-454D-A811-8A7CA0272813}" dt="2020-11-16T09:54:20.373" v="38" actId="1076"/>
        <pc:sldMkLst>
          <pc:docMk/>
          <pc:sldMk cId="3237182775" sldId="274"/>
        </pc:sldMkLst>
        <pc:spChg chg="mod">
          <ac:chgData name="Bethan" userId="472ca1bd6e997de3" providerId="LiveId" clId="{A1957343-7967-454D-A811-8A7CA0272813}" dt="2020-11-16T09:53:50.151" v="24" actId="1076"/>
          <ac:spMkLst>
            <pc:docMk/>
            <pc:sldMk cId="3237182775" sldId="274"/>
            <ac:spMk id="7" creationId="{4DF553BD-E4E2-4BCE-8026-8ED9ED06FF93}"/>
          </ac:spMkLst>
        </pc:spChg>
        <pc:spChg chg="mod">
          <ac:chgData name="Bethan" userId="472ca1bd6e997de3" providerId="LiveId" clId="{A1957343-7967-454D-A811-8A7CA0272813}" dt="2020-11-16T09:54:06.172" v="33" actId="1076"/>
          <ac:spMkLst>
            <pc:docMk/>
            <pc:sldMk cId="3237182775" sldId="274"/>
            <ac:spMk id="8" creationId="{3BA74DA8-81A0-406B-ACD6-E6FC3F5762E3}"/>
          </ac:spMkLst>
        </pc:spChg>
        <pc:spChg chg="mod">
          <ac:chgData name="Bethan" userId="472ca1bd6e997de3" providerId="LiveId" clId="{A1957343-7967-454D-A811-8A7CA0272813}" dt="2020-11-16T09:54:14.068" v="36" actId="1076"/>
          <ac:spMkLst>
            <pc:docMk/>
            <pc:sldMk cId="3237182775" sldId="274"/>
            <ac:spMk id="9" creationId="{2E0EB19D-78DD-4CAB-A9B8-DFD50C2F990E}"/>
          </ac:spMkLst>
        </pc:spChg>
        <pc:spChg chg="mod">
          <ac:chgData name="Bethan" userId="472ca1bd6e997de3" providerId="LiveId" clId="{A1957343-7967-454D-A811-8A7CA0272813}" dt="2020-11-16T09:54:11.174" v="35" actId="1076"/>
          <ac:spMkLst>
            <pc:docMk/>
            <pc:sldMk cId="3237182775" sldId="274"/>
            <ac:spMk id="10" creationId="{E72246D9-0D68-4787-81CF-8D9DC7BF361F}"/>
          </ac:spMkLst>
        </pc:spChg>
        <pc:spChg chg="mod">
          <ac:chgData name="Bethan" userId="472ca1bd6e997de3" providerId="LiveId" clId="{A1957343-7967-454D-A811-8A7CA0272813}" dt="2020-11-16T09:54:20.373" v="38" actId="1076"/>
          <ac:spMkLst>
            <pc:docMk/>
            <pc:sldMk cId="3237182775" sldId="274"/>
            <ac:spMk id="11" creationId="{1EE9DCEF-1E00-4690-A2A4-C131CC7EFDE8}"/>
          </ac:spMkLst>
        </pc:spChg>
        <pc:spChg chg="mod">
          <ac:chgData name="Bethan" userId="472ca1bd6e997de3" providerId="LiveId" clId="{A1957343-7967-454D-A811-8A7CA0272813}" dt="2020-11-16T09:54:09.079" v="34" actId="1076"/>
          <ac:spMkLst>
            <pc:docMk/>
            <pc:sldMk cId="3237182775" sldId="274"/>
            <ac:spMk id="12" creationId="{767433EE-D3BC-4F45-B051-CBF482B2A4D8}"/>
          </ac:spMkLst>
        </pc:spChg>
        <pc:spChg chg="mod">
          <ac:chgData name="Bethan" userId="472ca1bd6e997de3" providerId="LiveId" clId="{A1957343-7967-454D-A811-8A7CA0272813}" dt="2020-11-16T09:54:05.100" v="32" actId="1076"/>
          <ac:spMkLst>
            <pc:docMk/>
            <pc:sldMk cId="3237182775" sldId="274"/>
            <ac:spMk id="13" creationId="{D02FBFBB-1ED3-4E11-A538-CEA4423FFC2F}"/>
          </ac:spMkLst>
        </pc:spChg>
        <pc:spChg chg="mod">
          <ac:chgData name="Bethan" userId="472ca1bd6e997de3" providerId="LiveId" clId="{A1957343-7967-454D-A811-8A7CA0272813}" dt="2020-11-16T09:54:03.782" v="31" actId="1076"/>
          <ac:spMkLst>
            <pc:docMk/>
            <pc:sldMk cId="3237182775" sldId="274"/>
            <ac:spMk id="14" creationId="{953552E2-2B29-43D1-B0E5-5EBC8C27C434}"/>
          </ac:spMkLst>
        </pc:spChg>
        <pc:spChg chg="add mod">
          <ac:chgData name="Bethan" userId="472ca1bd6e997de3" providerId="LiveId" clId="{A1957343-7967-454D-A811-8A7CA0272813}" dt="2020-11-16T09:53:52.175" v="25" actId="1076"/>
          <ac:spMkLst>
            <pc:docMk/>
            <pc:sldMk cId="3237182775" sldId="274"/>
            <ac:spMk id="15" creationId="{38225B45-8203-4E70-9819-BDF1A80B4B5A}"/>
          </ac:spMkLst>
        </pc:spChg>
      </pc:sldChg>
      <pc:sldChg chg="addSp modSp mod modAnim">
        <pc:chgData name="Bethan" userId="472ca1bd6e997de3" providerId="LiveId" clId="{A1957343-7967-454D-A811-8A7CA0272813}" dt="2020-11-16T09:55:24.764" v="52" actId="1076"/>
        <pc:sldMkLst>
          <pc:docMk/>
          <pc:sldMk cId="278881738" sldId="275"/>
        </pc:sldMkLst>
        <pc:spChg chg="mod">
          <ac:chgData name="Bethan" userId="472ca1bd6e997de3" providerId="LiveId" clId="{A1957343-7967-454D-A811-8A7CA0272813}" dt="2020-11-16T09:54:44.980" v="39" actId="1076"/>
          <ac:spMkLst>
            <pc:docMk/>
            <pc:sldMk cId="278881738" sldId="275"/>
            <ac:spMk id="7" creationId="{4DF553BD-E4E2-4BCE-8026-8ED9ED06FF93}"/>
          </ac:spMkLst>
        </pc:spChg>
        <pc:spChg chg="mod ord">
          <ac:chgData name="Bethan" userId="472ca1bd6e997de3" providerId="LiveId" clId="{A1957343-7967-454D-A811-8A7CA0272813}" dt="2020-11-16T09:55:24.764" v="52" actId="1076"/>
          <ac:spMkLst>
            <pc:docMk/>
            <pc:sldMk cId="278881738" sldId="275"/>
            <ac:spMk id="11" creationId="{1EE9DCEF-1E00-4690-A2A4-C131CC7EFDE8}"/>
          </ac:spMkLst>
        </pc:spChg>
        <pc:spChg chg="mod">
          <ac:chgData name="Bethan" userId="472ca1bd6e997de3" providerId="LiveId" clId="{A1957343-7967-454D-A811-8A7CA0272813}" dt="2020-11-16T09:55:10.780" v="47" actId="1076"/>
          <ac:spMkLst>
            <pc:docMk/>
            <pc:sldMk cId="278881738" sldId="275"/>
            <ac:spMk id="12" creationId="{767433EE-D3BC-4F45-B051-CBF482B2A4D8}"/>
          </ac:spMkLst>
        </pc:spChg>
        <pc:spChg chg="mod">
          <ac:chgData name="Bethan" userId="472ca1bd6e997de3" providerId="LiveId" clId="{A1957343-7967-454D-A811-8A7CA0272813}" dt="2020-11-16T09:55:12.789" v="48" actId="1076"/>
          <ac:spMkLst>
            <pc:docMk/>
            <pc:sldMk cId="278881738" sldId="275"/>
            <ac:spMk id="13" creationId="{D02FBFBB-1ED3-4E11-A538-CEA4423FFC2F}"/>
          </ac:spMkLst>
        </pc:spChg>
        <pc:spChg chg="add mod">
          <ac:chgData name="Bethan" userId="472ca1bd6e997de3" providerId="LiveId" clId="{A1957343-7967-454D-A811-8A7CA0272813}" dt="2020-11-16T09:55:07.871" v="46" actId="1076"/>
          <ac:spMkLst>
            <pc:docMk/>
            <pc:sldMk cId="278881738" sldId="275"/>
            <ac:spMk id="14" creationId="{1CD3145F-4A17-466C-ACCB-A8EB4FFE3A5C}"/>
          </ac:spMkLst>
        </pc:spChg>
      </pc:sldChg>
      <pc:sldChg chg="addSp modSp mod modAnim">
        <pc:chgData name="Bethan" userId="472ca1bd6e997de3" providerId="LiveId" clId="{A1957343-7967-454D-A811-8A7CA0272813}" dt="2020-11-16T09:56:37.324" v="66" actId="1076"/>
        <pc:sldMkLst>
          <pc:docMk/>
          <pc:sldMk cId="3678901310" sldId="276"/>
        </pc:sldMkLst>
        <pc:spChg chg="mod">
          <ac:chgData name="Bethan" userId="472ca1bd6e997de3" providerId="LiveId" clId="{A1957343-7967-454D-A811-8A7CA0272813}" dt="2020-11-16T09:56:29.518" v="62" actId="1076"/>
          <ac:spMkLst>
            <pc:docMk/>
            <pc:sldMk cId="3678901310" sldId="276"/>
            <ac:spMk id="7" creationId="{4DF553BD-E4E2-4BCE-8026-8ED9ED06FF93}"/>
          </ac:spMkLst>
        </pc:spChg>
        <pc:spChg chg="mod">
          <ac:chgData name="Bethan" userId="472ca1bd6e997de3" providerId="LiveId" clId="{A1957343-7967-454D-A811-8A7CA0272813}" dt="2020-11-16T09:56:27.717" v="61" actId="1076"/>
          <ac:spMkLst>
            <pc:docMk/>
            <pc:sldMk cId="3678901310" sldId="276"/>
            <ac:spMk id="8" creationId="{3BA74DA8-81A0-406B-ACD6-E6FC3F5762E3}"/>
          </ac:spMkLst>
        </pc:spChg>
        <pc:spChg chg="mod">
          <ac:chgData name="Bethan" userId="472ca1bd6e997de3" providerId="LiveId" clId="{A1957343-7967-454D-A811-8A7CA0272813}" dt="2020-11-16T09:56:25.815" v="60" actId="1076"/>
          <ac:spMkLst>
            <pc:docMk/>
            <pc:sldMk cId="3678901310" sldId="276"/>
            <ac:spMk id="10" creationId="{E72246D9-0D68-4787-81CF-8D9DC7BF361F}"/>
          </ac:spMkLst>
        </pc:spChg>
        <pc:spChg chg="mod">
          <ac:chgData name="Bethan" userId="472ca1bd6e997de3" providerId="LiveId" clId="{A1957343-7967-454D-A811-8A7CA0272813}" dt="2020-11-16T09:56:37.324" v="66" actId="1076"/>
          <ac:spMkLst>
            <pc:docMk/>
            <pc:sldMk cId="3678901310" sldId="276"/>
            <ac:spMk id="11" creationId="{1EE9DCEF-1E00-4690-A2A4-C131CC7EFDE8}"/>
          </ac:spMkLst>
        </pc:spChg>
        <pc:spChg chg="mod">
          <ac:chgData name="Bethan" userId="472ca1bd6e997de3" providerId="LiveId" clId="{A1957343-7967-454D-A811-8A7CA0272813}" dt="2020-11-16T09:56:30.749" v="63" actId="1076"/>
          <ac:spMkLst>
            <pc:docMk/>
            <pc:sldMk cId="3678901310" sldId="276"/>
            <ac:spMk id="12" creationId="{767433EE-D3BC-4F45-B051-CBF482B2A4D8}"/>
          </ac:spMkLst>
        </pc:spChg>
        <pc:spChg chg="mod">
          <ac:chgData name="Bethan" userId="472ca1bd6e997de3" providerId="LiveId" clId="{A1957343-7967-454D-A811-8A7CA0272813}" dt="2020-11-16T09:56:33.975" v="65" actId="1076"/>
          <ac:spMkLst>
            <pc:docMk/>
            <pc:sldMk cId="3678901310" sldId="276"/>
            <ac:spMk id="13" creationId="{D02FBFBB-1ED3-4E11-A538-CEA4423FFC2F}"/>
          </ac:spMkLst>
        </pc:spChg>
        <pc:spChg chg="add mod">
          <ac:chgData name="Bethan" userId="472ca1bd6e997de3" providerId="LiveId" clId="{A1957343-7967-454D-A811-8A7CA0272813}" dt="2020-11-16T09:56:32.062" v="64" actId="1076"/>
          <ac:spMkLst>
            <pc:docMk/>
            <pc:sldMk cId="3678901310" sldId="276"/>
            <ac:spMk id="14" creationId="{4C6A6C36-9C41-4841-97CA-A4241CF2E102}"/>
          </ac:spMkLst>
        </pc:spChg>
      </pc:sldChg>
      <pc:sldChg chg="addSp delSp modSp mod delAnim modAnim">
        <pc:chgData name="Bethan" userId="472ca1bd6e997de3" providerId="LiveId" clId="{A1957343-7967-454D-A811-8A7CA0272813}" dt="2020-11-16T09:57:41.678" v="96" actId="1076"/>
        <pc:sldMkLst>
          <pc:docMk/>
          <pc:sldMk cId="3397328759" sldId="277"/>
        </pc:sldMkLst>
        <pc:spChg chg="mod">
          <ac:chgData name="Bethan" userId="472ca1bd6e997de3" providerId="LiveId" clId="{A1957343-7967-454D-A811-8A7CA0272813}" dt="2020-11-16T09:57:36.172" v="94" actId="1076"/>
          <ac:spMkLst>
            <pc:docMk/>
            <pc:sldMk cId="3397328759" sldId="277"/>
            <ac:spMk id="9" creationId="{2E0EB19D-78DD-4CAB-A9B8-DFD50C2F990E}"/>
          </ac:spMkLst>
        </pc:spChg>
        <pc:spChg chg="mod">
          <ac:chgData name="Bethan" userId="472ca1bd6e997de3" providerId="LiveId" clId="{A1957343-7967-454D-A811-8A7CA0272813}" dt="2020-11-16T09:57:33.134" v="93" actId="1076"/>
          <ac:spMkLst>
            <pc:docMk/>
            <pc:sldMk cId="3397328759" sldId="277"/>
            <ac:spMk id="10" creationId="{E72246D9-0D68-4787-81CF-8D9DC7BF361F}"/>
          </ac:spMkLst>
        </pc:spChg>
        <pc:spChg chg="mod">
          <ac:chgData name="Bethan" userId="472ca1bd6e997de3" providerId="LiveId" clId="{A1957343-7967-454D-A811-8A7CA0272813}" dt="2020-11-16T09:57:41.678" v="96" actId="1076"/>
          <ac:spMkLst>
            <pc:docMk/>
            <pc:sldMk cId="3397328759" sldId="277"/>
            <ac:spMk id="11" creationId="{1EE9DCEF-1E00-4690-A2A4-C131CC7EFDE8}"/>
          </ac:spMkLst>
        </pc:spChg>
        <pc:spChg chg="mod">
          <ac:chgData name="Bethan" userId="472ca1bd6e997de3" providerId="LiveId" clId="{A1957343-7967-454D-A811-8A7CA0272813}" dt="2020-11-16T09:57:30.759" v="92" actId="1035"/>
          <ac:spMkLst>
            <pc:docMk/>
            <pc:sldMk cId="3397328759" sldId="277"/>
            <ac:spMk id="12" creationId="{767433EE-D3BC-4F45-B051-CBF482B2A4D8}"/>
          </ac:spMkLst>
        </pc:spChg>
        <pc:spChg chg="add del mod">
          <ac:chgData name="Bethan" userId="472ca1bd6e997de3" providerId="LiveId" clId="{A1957343-7967-454D-A811-8A7CA0272813}" dt="2020-11-16T09:57:04.094" v="73" actId="478"/>
          <ac:spMkLst>
            <pc:docMk/>
            <pc:sldMk cId="3397328759" sldId="277"/>
            <ac:spMk id="15" creationId="{76C66BFA-CC56-4113-8D12-470420222D53}"/>
          </ac:spMkLst>
        </pc:spChg>
        <pc:spChg chg="add mod">
          <ac:chgData name="Bethan" userId="472ca1bd6e997de3" providerId="LiveId" clId="{A1957343-7967-454D-A811-8A7CA0272813}" dt="2020-11-16T09:57:30.759" v="92" actId="1035"/>
          <ac:spMkLst>
            <pc:docMk/>
            <pc:sldMk cId="3397328759" sldId="277"/>
            <ac:spMk id="16" creationId="{01CBC191-0294-4164-9F7B-1D6D31992A02}"/>
          </ac:spMkLst>
        </pc:spChg>
      </pc:sldChg>
      <pc:sldChg chg="addSp modSp mod modAnim">
        <pc:chgData name="Bethan" userId="472ca1bd6e997de3" providerId="LiveId" clId="{A1957343-7967-454D-A811-8A7CA0272813}" dt="2020-11-16T09:58:18.263" v="105" actId="1076"/>
        <pc:sldMkLst>
          <pc:docMk/>
          <pc:sldMk cId="2794120513" sldId="278"/>
        </pc:sldMkLst>
        <pc:spChg chg="mod">
          <ac:chgData name="Bethan" userId="472ca1bd6e997de3" providerId="LiveId" clId="{A1957343-7967-454D-A811-8A7CA0272813}" dt="2020-11-16T09:58:02.388" v="98" actId="1076"/>
          <ac:spMkLst>
            <pc:docMk/>
            <pc:sldMk cId="2794120513" sldId="278"/>
            <ac:spMk id="8" creationId="{3BA74DA8-81A0-406B-ACD6-E6FC3F5762E3}"/>
          </ac:spMkLst>
        </pc:spChg>
        <pc:spChg chg="mod">
          <ac:chgData name="Bethan" userId="472ca1bd6e997de3" providerId="LiveId" clId="{A1957343-7967-454D-A811-8A7CA0272813}" dt="2020-11-16T09:58:04.791" v="99" actId="1076"/>
          <ac:spMkLst>
            <pc:docMk/>
            <pc:sldMk cId="2794120513" sldId="278"/>
            <ac:spMk id="10" creationId="{E72246D9-0D68-4787-81CF-8D9DC7BF361F}"/>
          </ac:spMkLst>
        </pc:spChg>
        <pc:spChg chg="mod">
          <ac:chgData name="Bethan" userId="472ca1bd6e997de3" providerId="LiveId" clId="{A1957343-7967-454D-A811-8A7CA0272813}" dt="2020-11-16T09:58:18.263" v="105" actId="1076"/>
          <ac:spMkLst>
            <pc:docMk/>
            <pc:sldMk cId="2794120513" sldId="278"/>
            <ac:spMk id="11" creationId="{1EE9DCEF-1E00-4690-A2A4-C131CC7EFDE8}"/>
          </ac:spMkLst>
        </pc:spChg>
        <pc:spChg chg="mod">
          <ac:chgData name="Bethan" userId="472ca1bd6e997de3" providerId="LiveId" clId="{A1957343-7967-454D-A811-8A7CA0272813}" dt="2020-11-16T09:58:11.395" v="101" actId="1076"/>
          <ac:spMkLst>
            <pc:docMk/>
            <pc:sldMk cId="2794120513" sldId="278"/>
            <ac:spMk id="13" creationId="{D02FBFBB-1ED3-4E11-A538-CEA4423FFC2F}"/>
          </ac:spMkLst>
        </pc:spChg>
        <pc:spChg chg="add mod">
          <ac:chgData name="Bethan" userId="472ca1bd6e997de3" providerId="LiveId" clId="{A1957343-7967-454D-A811-8A7CA0272813}" dt="2020-11-16T09:58:15.033" v="104" actId="20577"/>
          <ac:spMkLst>
            <pc:docMk/>
            <pc:sldMk cId="2794120513" sldId="278"/>
            <ac:spMk id="14" creationId="{A9CE828D-B744-4BF0-A728-6A9D996E746E}"/>
          </ac:spMkLst>
        </pc:spChg>
      </pc:sldChg>
      <pc:sldChg chg="addSp modSp mod modAnim">
        <pc:chgData name="Bethan" userId="472ca1bd6e997de3" providerId="LiveId" clId="{A1957343-7967-454D-A811-8A7CA0272813}" dt="2020-11-16T09:59:04.550" v="120" actId="1076"/>
        <pc:sldMkLst>
          <pc:docMk/>
          <pc:sldMk cId="419459860" sldId="279"/>
        </pc:sldMkLst>
        <pc:spChg chg="mod">
          <ac:chgData name="Bethan" userId="472ca1bd6e997de3" providerId="LiveId" clId="{A1957343-7967-454D-A811-8A7CA0272813}" dt="2020-11-16T09:58:48.654" v="116" actId="1076"/>
          <ac:spMkLst>
            <pc:docMk/>
            <pc:sldMk cId="419459860" sldId="279"/>
            <ac:spMk id="7" creationId="{4DF553BD-E4E2-4BCE-8026-8ED9ED06FF93}"/>
          </ac:spMkLst>
        </pc:spChg>
        <pc:spChg chg="mod">
          <ac:chgData name="Bethan" userId="472ca1bd6e997de3" providerId="LiveId" clId="{A1957343-7967-454D-A811-8A7CA0272813}" dt="2020-11-16T09:58:51.062" v="117" actId="1076"/>
          <ac:spMkLst>
            <pc:docMk/>
            <pc:sldMk cId="419459860" sldId="279"/>
            <ac:spMk id="9" creationId="{2E0EB19D-78DD-4CAB-A9B8-DFD50C2F990E}"/>
          </ac:spMkLst>
        </pc:spChg>
        <pc:spChg chg="mod">
          <ac:chgData name="Bethan" userId="472ca1bd6e997de3" providerId="LiveId" clId="{A1957343-7967-454D-A811-8A7CA0272813}" dt="2020-11-16T09:58:42.855" v="113" actId="1076"/>
          <ac:spMkLst>
            <pc:docMk/>
            <pc:sldMk cId="419459860" sldId="279"/>
            <ac:spMk id="10" creationId="{E72246D9-0D68-4787-81CF-8D9DC7BF361F}"/>
          </ac:spMkLst>
        </pc:spChg>
        <pc:spChg chg="mod">
          <ac:chgData name="Bethan" userId="472ca1bd6e997de3" providerId="LiveId" clId="{A1957343-7967-454D-A811-8A7CA0272813}" dt="2020-11-16T09:59:04.550" v="120" actId="1076"/>
          <ac:spMkLst>
            <pc:docMk/>
            <pc:sldMk cId="419459860" sldId="279"/>
            <ac:spMk id="11" creationId="{1EE9DCEF-1E00-4690-A2A4-C131CC7EFDE8}"/>
          </ac:spMkLst>
        </pc:spChg>
        <pc:spChg chg="mod">
          <ac:chgData name="Bethan" userId="472ca1bd6e997de3" providerId="LiveId" clId="{A1957343-7967-454D-A811-8A7CA0272813}" dt="2020-11-16T09:58:40.813" v="112" actId="1076"/>
          <ac:spMkLst>
            <pc:docMk/>
            <pc:sldMk cId="419459860" sldId="279"/>
            <ac:spMk id="12" creationId="{767433EE-D3BC-4F45-B051-CBF482B2A4D8}"/>
          </ac:spMkLst>
        </pc:spChg>
        <pc:spChg chg="mod">
          <ac:chgData name="Bethan" userId="472ca1bd6e997de3" providerId="LiveId" clId="{A1957343-7967-454D-A811-8A7CA0272813}" dt="2020-11-16T09:59:00.628" v="119" actId="1076"/>
          <ac:spMkLst>
            <pc:docMk/>
            <pc:sldMk cId="419459860" sldId="279"/>
            <ac:spMk id="13" creationId="{D02FBFBB-1ED3-4E11-A538-CEA4423FFC2F}"/>
          </ac:spMkLst>
        </pc:spChg>
        <pc:spChg chg="add mod">
          <ac:chgData name="Bethan" userId="472ca1bd6e997de3" providerId="LiveId" clId="{A1957343-7967-454D-A811-8A7CA0272813}" dt="2020-11-16T09:58:46.718" v="115" actId="14100"/>
          <ac:spMkLst>
            <pc:docMk/>
            <pc:sldMk cId="419459860" sldId="279"/>
            <ac:spMk id="15" creationId="{076DCFC3-EBFF-48E7-9841-70AB8DD19543}"/>
          </ac:spMkLst>
        </pc:spChg>
      </pc:sldChg>
      <pc:sldChg chg="modSp add mod ord">
        <pc:chgData name="Bethan" userId="472ca1bd6e997de3" providerId="LiveId" clId="{A1957343-7967-454D-A811-8A7CA0272813}" dt="2020-11-16T09:52:03.565" v="18" actId="1076"/>
        <pc:sldMkLst>
          <pc:docMk/>
          <pc:sldMk cId="2978825835" sldId="280"/>
        </pc:sldMkLst>
        <pc:spChg chg="mod">
          <ac:chgData name="Bethan" userId="472ca1bd6e997de3" providerId="LiveId" clId="{A1957343-7967-454D-A811-8A7CA0272813}" dt="2020-11-16T09:51:45.482" v="9" actId="20577"/>
          <ac:spMkLst>
            <pc:docMk/>
            <pc:sldMk cId="2978825835" sldId="280"/>
            <ac:spMk id="7" creationId="{4DF553BD-E4E2-4BCE-8026-8ED9ED06FF93}"/>
          </ac:spMkLst>
        </pc:spChg>
        <pc:spChg chg="mod">
          <ac:chgData name="Bethan" userId="472ca1bd6e997de3" providerId="LiveId" clId="{A1957343-7967-454D-A811-8A7CA0272813}" dt="2020-11-16T09:51:51.134" v="11" actId="20577"/>
          <ac:spMkLst>
            <pc:docMk/>
            <pc:sldMk cId="2978825835" sldId="280"/>
            <ac:spMk id="10" creationId="{E72246D9-0D68-4787-81CF-8D9DC7BF361F}"/>
          </ac:spMkLst>
        </pc:spChg>
        <pc:spChg chg="mod">
          <ac:chgData name="Bethan" userId="472ca1bd6e997de3" providerId="LiveId" clId="{A1957343-7967-454D-A811-8A7CA0272813}" dt="2020-11-16T09:52:03.565" v="18" actId="1076"/>
          <ac:spMkLst>
            <pc:docMk/>
            <pc:sldMk cId="2978825835" sldId="280"/>
            <ac:spMk id="11" creationId="{1EE9DCEF-1E00-4690-A2A4-C131CC7EFDE8}"/>
          </ac:spMkLst>
        </pc:spChg>
        <pc:spChg chg="mod">
          <ac:chgData name="Bethan" userId="472ca1bd6e997de3" providerId="LiveId" clId="{A1957343-7967-454D-A811-8A7CA0272813}" dt="2020-11-16T09:51:53.906" v="13" actId="20577"/>
          <ac:spMkLst>
            <pc:docMk/>
            <pc:sldMk cId="2978825835" sldId="280"/>
            <ac:spMk id="12" creationId="{767433EE-D3BC-4F45-B051-CBF482B2A4D8}"/>
          </ac:spMkLst>
        </pc:spChg>
        <pc:spChg chg="mod">
          <ac:chgData name="Bethan" userId="472ca1bd6e997de3" providerId="LiveId" clId="{A1957343-7967-454D-A811-8A7CA0272813}" dt="2020-11-16T09:51:59.402" v="17" actId="14100"/>
          <ac:spMkLst>
            <pc:docMk/>
            <pc:sldMk cId="2978825835" sldId="280"/>
            <ac:spMk id="13" creationId="{D02FBFBB-1ED3-4E11-A538-CEA4423FFC2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4F151-63AC-41CE-96F5-7702E930870C}" type="datetimeFigureOut">
              <a:rPr lang="en-GB" smtClean="0"/>
              <a:t>16/11/2020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76B846-B279-40AC-BFF5-DBC4013370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3970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2C5D1-7818-41B5-ABAD-5E4B38A5388F}" type="datetimeFigureOut">
              <a:rPr lang="en-GB" smtClean="0"/>
              <a:t>16/11/2020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21341-850D-40E1-BB3D-87946DC9B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704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winkl.co.uk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twinkl.co.uk/resources/australian-resources-5---6-mathematics-number-and-algebra/australian-resources-5---6-mathematics-number-and-algebra-number-and-place-value/australian-resources-5-6-mathematics-number-and-algebra-number-and-place-value-factors-and-multiples" TargetMode="Externa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winkl.co.uk/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twinkl.co.uk/resources/australian-resources-5---6-mathematics-number-and-algebra/australian-resources-5---6-mathematics-number-and-algebra-number-and-place-value/australian-resources-5-6-mathematics-number-and-algebra-number-and-place-value-factors-and-multiple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hlinkClick r:id="rId3"/>
          </p:cNvPr>
          <p:cNvSpPr/>
          <p:nvPr userDrawn="1"/>
        </p:nvSpPr>
        <p:spPr>
          <a:xfrm>
            <a:off x="4137660" y="5561814"/>
            <a:ext cx="868680" cy="553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hlinkClick r:id="rId4"/>
            <a:extLst>
              <a:ext uri="{FF2B5EF4-FFF2-40B4-BE49-F238E27FC236}">
                <a16:creationId xmlns:a16="http://schemas.microsoft.com/office/drawing/2014/main" id="{CB5BEF55-CBE8-45C9-A195-992C7D9FEFF8}"/>
              </a:ext>
            </a:extLst>
          </p:cNvPr>
          <p:cNvSpPr/>
          <p:nvPr userDrawn="1"/>
        </p:nvSpPr>
        <p:spPr>
          <a:xfrm>
            <a:off x="175846" y="6114838"/>
            <a:ext cx="509954" cy="553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hlinkClick r:id="rId4"/>
            <a:extLst>
              <a:ext uri="{FF2B5EF4-FFF2-40B4-BE49-F238E27FC236}">
                <a16:creationId xmlns:a16="http://schemas.microsoft.com/office/drawing/2014/main" id="{00D4F914-E3F9-48CA-A72D-372F5997A4E3}"/>
              </a:ext>
            </a:extLst>
          </p:cNvPr>
          <p:cNvSpPr/>
          <p:nvPr userDrawn="1"/>
        </p:nvSpPr>
        <p:spPr>
          <a:xfrm>
            <a:off x="7957038" y="6022731"/>
            <a:ext cx="1011116" cy="666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7040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 bwMode="auto">
          <a:xfrm>
            <a:off x="457198" y="438151"/>
            <a:ext cx="8220075" cy="5957887"/>
          </a:xfrm>
          <a:prstGeom prst="roundRect">
            <a:avLst>
              <a:gd name="adj" fmla="val 2649"/>
            </a:avLst>
          </a:prstGeom>
          <a:solidFill>
            <a:schemeClr val="bg1"/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latin typeface="Twinkl" pitchFamily="50" charset="0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497" y="5734211"/>
            <a:ext cx="576495" cy="58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871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 bwMode="auto">
          <a:xfrm>
            <a:off x="457198" y="438151"/>
            <a:ext cx="8220075" cy="5957887"/>
          </a:xfrm>
          <a:prstGeom prst="roundRect">
            <a:avLst>
              <a:gd name="adj" fmla="val 2649"/>
            </a:avLst>
          </a:prstGeom>
          <a:solidFill>
            <a:schemeClr val="bg1"/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latin typeface="Twinkl" pitchFamily="50" charset="0"/>
              </a:rPr>
              <a:t> 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>
            <a:lvl1pPr>
              <a:defRPr>
                <a:latin typeface="Twinkl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079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m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523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3"/>
          </p:cNvPr>
          <p:cNvSpPr/>
          <p:nvPr userDrawn="1"/>
        </p:nvSpPr>
        <p:spPr>
          <a:xfrm>
            <a:off x="4137660" y="3152488"/>
            <a:ext cx="868680" cy="553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hlinkClick r:id="rId4"/>
            <a:extLst>
              <a:ext uri="{FF2B5EF4-FFF2-40B4-BE49-F238E27FC236}">
                <a16:creationId xmlns:a16="http://schemas.microsoft.com/office/drawing/2014/main" id="{2B737EEC-6630-4A7E-BD34-E55C534A6981}"/>
              </a:ext>
            </a:extLst>
          </p:cNvPr>
          <p:cNvSpPr/>
          <p:nvPr userDrawn="1"/>
        </p:nvSpPr>
        <p:spPr>
          <a:xfrm>
            <a:off x="175846" y="6114838"/>
            <a:ext cx="509954" cy="553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hlinkClick r:id="rId4"/>
            <a:extLst>
              <a:ext uri="{FF2B5EF4-FFF2-40B4-BE49-F238E27FC236}">
                <a16:creationId xmlns:a16="http://schemas.microsoft.com/office/drawing/2014/main" id="{52CD3CE3-91BC-45DC-9301-390FA50C4BEA}"/>
              </a:ext>
            </a:extLst>
          </p:cNvPr>
          <p:cNvSpPr/>
          <p:nvPr userDrawn="1"/>
        </p:nvSpPr>
        <p:spPr>
          <a:xfrm>
            <a:off x="7957038" y="6022731"/>
            <a:ext cx="1011116" cy="666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97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winkl.co.uk/resources/australian-resources-5---6-mathematics-number-and-algebra/australian-resources-5---6-mathematics-number-and-algebra-number-and-place-value/australian-resources-5-6-mathematics-number-and-algebra-number-and-place-value-factors-and-multiples" TargetMode="External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9745" y="695325"/>
            <a:ext cx="8164510" cy="1150938"/>
          </a:xfrm>
          <a:prstGeom prst="roundRect">
            <a:avLst>
              <a:gd name="adj" fmla="val 9641"/>
            </a:avLst>
          </a:prstGeom>
          <a:noFill/>
          <a:ln w="25400">
            <a:noFill/>
          </a:ln>
        </p:spPr>
        <p:txBody>
          <a:bodyPr vert="horz" lIns="252000" tIns="252000" rIns="252000" bIns="252000" rtlCol="0" anchor="ctr" anchorCtr="1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745" y="1957386"/>
            <a:ext cx="8164510" cy="4387851"/>
          </a:xfrm>
          <a:prstGeom prst="roundRect">
            <a:avLst>
              <a:gd name="adj" fmla="val 2585"/>
            </a:avLst>
          </a:prstGeom>
          <a:noFill/>
          <a:ln w="25400">
            <a:noFill/>
          </a:ln>
        </p:spPr>
        <p:txBody>
          <a:bodyPr vert="horz" lIns="252000" tIns="252000" rIns="252000" bIns="25200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hlinkClick r:id="rId8"/>
            <a:extLst>
              <a:ext uri="{FF2B5EF4-FFF2-40B4-BE49-F238E27FC236}">
                <a16:creationId xmlns:a16="http://schemas.microsoft.com/office/drawing/2014/main" id="{DC56A1EB-71AA-4A1D-B27D-3305BFC44DAE}"/>
              </a:ext>
            </a:extLst>
          </p:cNvPr>
          <p:cNvSpPr/>
          <p:nvPr userDrawn="1"/>
        </p:nvSpPr>
        <p:spPr>
          <a:xfrm>
            <a:off x="8563708" y="6690945"/>
            <a:ext cx="580292" cy="1386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89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2" r:id="rId3"/>
    <p:sldLayoutId id="2147483663" r:id="rId4"/>
    <p:sldLayoutId id="214748366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1C1C1C"/>
          </a:solidFill>
          <a:latin typeface="Twinkl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rgbClr val="1C1C1C"/>
          </a:solidFill>
          <a:latin typeface="Twinkl" pitchFamily="50" charset="0"/>
          <a:ea typeface="Twinkl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1C1C1C"/>
          </a:solidFill>
          <a:latin typeface="Twinkl" pitchFamily="50" charset="0"/>
          <a:ea typeface="Twinkl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Twinkl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Twinkl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Twinkl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1886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Beveled 2"/>
          <p:cNvSpPr/>
          <p:nvPr/>
        </p:nvSpPr>
        <p:spPr>
          <a:xfrm>
            <a:off x="3117110" y="5344054"/>
            <a:ext cx="2733274" cy="657910"/>
          </a:xfrm>
          <a:prstGeom prst="bevel">
            <a:avLst/>
          </a:prstGeom>
          <a:solidFill>
            <a:srgbClr val="F4CB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spAutoFit/>
          </a:bodyPr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I am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+mn-lt"/>
              </a:rPr>
              <a:t>Who Am I?</a:t>
            </a:r>
          </a:p>
        </p:txBody>
      </p:sp>
      <p:sp>
        <p:nvSpPr>
          <p:cNvPr id="5" name="Rectangle 4"/>
          <p:cNvSpPr/>
          <p:nvPr/>
        </p:nvSpPr>
        <p:spPr>
          <a:xfrm>
            <a:off x="755650" y="1513946"/>
            <a:ext cx="76327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dirty="0"/>
              <a:t>My factors are …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F553BD-E4E2-4BCE-8026-8ED9ED06FF93}"/>
              </a:ext>
            </a:extLst>
          </p:cNvPr>
          <p:cNvSpPr/>
          <p:nvPr/>
        </p:nvSpPr>
        <p:spPr>
          <a:xfrm>
            <a:off x="1329306" y="1927222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A74DA8-81A0-406B-ACD6-E6FC3F5762E3}"/>
              </a:ext>
            </a:extLst>
          </p:cNvPr>
          <p:cNvSpPr/>
          <p:nvPr/>
        </p:nvSpPr>
        <p:spPr>
          <a:xfrm>
            <a:off x="2925330" y="3509004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E0EB19D-78DD-4CAB-A9B8-DFD50C2F990E}"/>
              </a:ext>
            </a:extLst>
          </p:cNvPr>
          <p:cNvSpPr/>
          <p:nvPr/>
        </p:nvSpPr>
        <p:spPr>
          <a:xfrm>
            <a:off x="4447397" y="1927222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72246D9-0D68-4787-81CF-8D9DC7BF361F}"/>
              </a:ext>
            </a:extLst>
          </p:cNvPr>
          <p:cNvSpPr/>
          <p:nvPr/>
        </p:nvSpPr>
        <p:spPr>
          <a:xfrm>
            <a:off x="6250929" y="3541086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E9DCEF-1E00-4690-A2A4-C131CC7EFDE8}"/>
              </a:ext>
            </a:extLst>
          </p:cNvPr>
          <p:cNvSpPr/>
          <p:nvPr/>
        </p:nvSpPr>
        <p:spPr>
          <a:xfrm>
            <a:off x="2996673" y="2104652"/>
            <a:ext cx="3141124" cy="298626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138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8623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Beveled 2"/>
          <p:cNvSpPr/>
          <p:nvPr/>
        </p:nvSpPr>
        <p:spPr>
          <a:xfrm>
            <a:off x="3117110" y="5344054"/>
            <a:ext cx="2733274" cy="657910"/>
          </a:xfrm>
          <a:prstGeom prst="bevel">
            <a:avLst/>
          </a:prstGeom>
          <a:solidFill>
            <a:srgbClr val="F4CB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spAutoFit/>
          </a:bodyPr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I am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+mn-lt"/>
              </a:rPr>
              <a:t>Who Am I?</a:t>
            </a:r>
          </a:p>
        </p:txBody>
      </p:sp>
      <p:sp>
        <p:nvSpPr>
          <p:cNvPr id="5" name="Rectangle 4"/>
          <p:cNvSpPr/>
          <p:nvPr/>
        </p:nvSpPr>
        <p:spPr>
          <a:xfrm>
            <a:off x="755650" y="1513946"/>
            <a:ext cx="76327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dirty="0"/>
              <a:t>My factors are …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F553BD-E4E2-4BCE-8026-8ED9ED06FF93}"/>
              </a:ext>
            </a:extLst>
          </p:cNvPr>
          <p:cNvSpPr/>
          <p:nvPr/>
        </p:nvSpPr>
        <p:spPr>
          <a:xfrm>
            <a:off x="1329306" y="1927222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A74DA8-81A0-406B-ACD6-E6FC3F5762E3}"/>
              </a:ext>
            </a:extLst>
          </p:cNvPr>
          <p:cNvSpPr/>
          <p:nvPr/>
        </p:nvSpPr>
        <p:spPr>
          <a:xfrm>
            <a:off x="2925330" y="3509004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E0EB19D-78DD-4CAB-A9B8-DFD50C2F990E}"/>
              </a:ext>
            </a:extLst>
          </p:cNvPr>
          <p:cNvSpPr/>
          <p:nvPr/>
        </p:nvSpPr>
        <p:spPr>
          <a:xfrm>
            <a:off x="4447397" y="1927222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72246D9-0D68-4787-81CF-8D9DC7BF361F}"/>
              </a:ext>
            </a:extLst>
          </p:cNvPr>
          <p:cNvSpPr/>
          <p:nvPr/>
        </p:nvSpPr>
        <p:spPr>
          <a:xfrm>
            <a:off x="6250929" y="3541086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E9DCEF-1E00-4690-A2A4-C131CC7EFDE8}"/>
              </a:ext>
            </a:extLst>
          </p:cNvPr>
          <p:cNvSpPr/>
          <p:nvPr/>
        </p:nvSpPr>
        <p:spPr>
          <a:xfrm>
            <a:off x="2996673" y="2112872"/>
            <a:ext cx="3141124" cy="298626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138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28600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Beveled 2"/>
          <p:cNvSpPr/>
          <p:nvPr/>
        </p:nvSpPr>
        <p:spPr>
          <a:xfrm>
            <a:off x="3117110" y="5344054"/>
            <a:ext cx="2733274" cy="657910"/>
          </a:xfrm>
          <a:prstGeom prst="bevel">
            <a:avLst/>
          </a:prstGeom>
          <a:solidFill>
            <a:srgbClr val="F4CB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spAutoFit/>
          </a:bodyPr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I am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+mn-lt"/>
              </a:rPr>
              <a:t>Who Am I?</a:t>
            </a:r>
          </a:p>
        </p:txBody>
      </p:sp>
      <p:sp>
        <p:nvSpPr>
          <p:cNvPr id="5" name="Rectangle 4"/>
          <p:cNvSpPr/>
          <p:nvPr/>
        </p:nvSpPr>
        <p:spPr>
          <a:xfrm>
            <a:off x="755650" y="1513946"/>
            <a:ext cx="76327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dirty="0"/>
              <a:t>My factors are …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F553BD-E4E2-4BCE-8026-8ED9ED06FF93}"/>
              </a:ext>
            </a:extLst>
          </p:cNvPr>
          <p:cNvSpPr/>
          <p:nvPr/>
        </p:nvSpPr>
        <p:spPr>
          <a:xfrm>
            <a:off x="999580" y="1970837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A74DA8-81A0-406B-ACD6-E6FC3F5762E3}"/>
              </a:ext>
            </a:extLst>
          </p:cNvPr>
          <p:cNvSpPr/>
          <p:nvPr/>
        </p:nvSpPr>
        <p:spPr>
          <a:xfrm>
            <a:off x="3232357" y="1970836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E0EB19D-78DD-4CAB-A9B8-DFD50C2F990E}"/>
              </a:ext>
            </a:extLst>
          </p:cNvPr>
          <p:cNvSpPr/>
          <p:nvPr/>
        </p:nvSpPr>
        <p:spPr>
          <a:xfrm>
            <a:off x="6822440" y="3528888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72246D9-0D68-4787-81CF-8D9DC7BF361F}"/>
              </a:ext>
            </a:extLst>
          </p:cNvPr>
          <p:cNvSpPr/>
          <p:nvPr/>
        </p:nvSpPr>
        <p:spPr>
          <a:xfrm>
            <a:off x="4315619" y="3528888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67433EE-D3BC-4F45-B051-CBF482B2A4D8}"/>
              </a:ext>
            </a:extLst>
          </p:cNvPr>
          <p:cNvSpPr/>
          <p:nvPr/>
        </p:nvSpPr>
        <p:spPr>
          <a:xfrm>
            <a:off x="1916838" y="3528888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2FBFBB-1ED3-4E11-A538-CEA4423FFC2F}"/>
              </a:ext>
            </a:extLst>
          </p:cNvPr>
          <p:cNvSpPr/>
          <p:nvPr/>
        </p:nvSpPr>
        <p:spPr>
          <a:xfrm>
            <a:off x="5438645" y="1970836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E9DCEF-1E00-4690-A2A4-C131CC7EFDE8}"/>
              </a:ext>
            </a:extLst>
          </p:cNvPr>
          <p:cNvSpPr/>
          <p:nvPr/>
        </p:nvSpPr>
        <p:spPr>
          <a:xfrm>
            <a:off x="2913185" y="2080790"/>
            <a:ext cx="3141124" cy="298626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13800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99242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Beveled 2"/>
          <p:cNvSpPr/>
          <p:nvPr/>
        </p:nvSpPr>
        <p:spPr>
          <a:xfrm>
            <a:off x="3117110" y="5344054"/>
            <a:ext cx="2733274" cy="657910"/>
          </a:xfrm>
          <a:prstGeom prst="bevel">
            <a:avLst/>
          </a:prstGeom>
          <a:solidFill>
            <a:srgbClr val="F4CB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spAutoFit/>
          </a:bodyPr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I am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+mn-lt"/>
              </a:rPr>
              <a:t>Who Am I?</a:t>
            </a:r>
          </a:p>
        </p:txBody>
      </p:sp>
      <p:sp>
        <p:nvSpPr>
          <p:cNvPr id="5" name="Rectangle 4"/>
          <p:cNvSpPr/>
          <p:nvPr/>
        </p:nvSpPr>
        <p:spPr>
          <a:xfrm>
            <a:off x="755650" y="1513946"/>
            <a:ext cx="76327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dirty="0"/>
              <a:t>My factors are …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F553BD-E4E2-4BCE-8026-8ED9ED06FF93}"/>
              </a:ext>
            </a:extLst>
          </p:cNvPr>
          <p:cNvSpPr/>
          <p:nvPr/>
        </p:nvSpPr>
        <p:spPr>
          <a:xfrm>
            <a:off x="1329306" y="1927222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A74DA8-81A0-406B-ACD6-E6FC3F5762E3}"/>
              </a:ext>
            </a:extLst>
          </p:cNvPr>
          <p:cNvSpPr/>
          <p:nvPr/>
        </p:nvSpPr>
        <p:spPr>
          <a:xfrm>
            <a:off x="2925330" y="3509004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E0EB19D-78DD-4CAB-A9B8-DFD50C2F990E}"/>
              </a:ext>
            </a:extLst>
          </p:cNvPr>
          <p:cNvSpPr/>
          <p:nvPr/>
        </p:nvSpPr>
        <p:spPr>
          <a:xfrm>
            <a:off x="4447397" y="1927222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72246D9-0D68-4787-81CF-8D9DC7BF361F}"/>
              </a:ext>
            </a:extLst>
          </p:cNvPr>
          <p:cNvSpPr/>
          <p:nvPr/>
        </p:nvSpPr>
        <p:spPr>
          <a:xfrm>
            <a:off x="6250929" y="3541086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E9DCEF-1E00-4690-A2A4-C131CC7EFDE8}"/>
              </a:ext>
            </a:extLst>
          </p:cNvPr>
          <p:cNvSpPr/>
          <p:nvPr/>
        </p:nvSpPr>
        <p:spPr>
          <a:xfrm>
            <a:off x="2893072" y="2080790"/>
            <a:ext cx="3141124" cy="298626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13800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1765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Beveled 2"/>
          <p:cNvSpPr/>
          <p:nvPr/>
        </p:nvSpPr>
        <p:spPr>
          <a:xfrm>
            <a:off x="3200598" y="5344054"/>
            <a:ext cx="2733274" cy="657910"/>
          </a:xfrm>
          <a:prstGeom prst="bevel">
            <a:avLst/>
          </a:prstGeom>
          <a:solidFill>
            <a:srgbClr val="F4CB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spAutoFit/>
          </a:bodyPr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I am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+mn-lt"/>
              </a:rPr>
              <a:t>Who Am I?</a:t>
            </a:r>
          </a:p>
        </p:txBody>
      </p:sp>
      <p:sp>
        <p:nvSpPr>
          <p:cNvPr id="5" name="Rectangle 4"/>
          <p:cNvSpPr/>
          <p:nvPr/>
        </p:nvSpPr>
        <p:spPr>
          <a:xfrm>
            <a:off x="755650" y="1513946"/>
            <a:ext cx="76327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dirty="0"/>
              <a:t>My factors are …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F553BD-E4E2-4BCE-8026-8ED9ED06FF93}"/>
              </a:ext>
            </a:extLst>
          </p:cNvPr>
          <p:cNvSpPr/>
          <p:nvPr/>
        </p:nvSpPr>
        <p:spPr>
          <a:xfrm>
            <a:off x="1399074" y="1970837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A74DA8-81A0-406B-ACD6-E6FC3F5762E3}"/>
              </a:ext>
            </a:extLst>
          </p:cNvPr>
          <p:cNvSpPr/>
          <p:nvPr/>
        </p:nvSpPr>
        <p:spPr>
          <a:xfrm>
            <a:off x="3833888" y="1970836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72246D9-0D68-4787-81CF-8D9DC7BF361F}"/>
              </a:ext>
            </a:extLst>
          </p:cNvPr>
          <p:cNvSpPr/>
          <p:nvPr/>
        </p:nvSpPr>
        <p:spPr>
          <a:xfrm>
            <a:off x="6145136" y="1970836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67433EE-D3BC-4F45-B051-CBF482B2A4D8}"/>
              </a:ext>
            </a:extLst>
          </p:cNvPr>
          <p:cNvSpPr/>
          <p:nvPr/>
        </p:nvSpPr>
        <p:spPr>
          <a:xfrm>
            <a:off x="2557791" y="3535681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2FBFBB-1ED3-4E11-A538-CEA4423FFC2F}"/>
              </a:ext>
            </a:extLst>
          </p:cNvPr>
          <p:cNvSpPr/>
          <p:nvPr/>
        </p:nvSpPr>
        <p:spPr>
          <a:xfrm>
            <a:off x="5116111" y="3535681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E9DCEF-1E00-4690-A2A4-C131CC7EFDE8}"/>
              </a:ext>
            </a:extLst>
          </p:cNvPr>
          <p:cNvSpPr/>
          <p:nvPr/>
        </p:nvSpPr>
        <p:spPr>
          <a:xfrm>
            <a:off x="2952836" y="2080790"/>
            <a:ext cx="3141124" cy="298626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13800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18302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2" grpId="0" animBg="1"/>
      <p:bldP spid="13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Beveled 2"/>
          <p:cNvSpPr/>
          <p:nvPr/>
        </p:nvSpPr>
        <p:spPr>
          <a:xfrm>
            <a:off x="3200598" y="5344054"/>
            <a:ext cx="2733274" cy="657910"/>
          </a:xfrm>
          <a:prstGeom prst="bevel">
            <a:avLst/>
          </a:prstGeom>
          <a:solidFill>
            <a:srgbClr val="F4CB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spAutoFit/>
          </a:bodyPr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I am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+mn-lt"/>
              </a:rPr>
              <a:t>Who Am I?</a:t>
            </a:r>
          </a:p>
        </p:txBody>
      </p:sp>
      <p:sp>
        <p:nvSpPr>
          <p:cNvPr id="5" name="Rectangle 4"/>
          <p:cNvSpPr/>
          <p:nvPr/>
        </p:nvSpPr>
        <p:spPr>
          <a:xfrm>
            <a:off x="755650" y="1513946"/>
            <a:ext cx="76327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dirty="0"/>
              <a:t>My factors are …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F553BD-E4E2-4BCE-8026-8ED9ED06FF93}"/>
              </a:ext>
            </a:extLst>
          </p:cNvPr>
          <p:cNvSpPr/>
          <p:nvPr/>
        </p:nvSpPr>
        <p:spPr>
          <a:xfrm>
            <a:off x="2336051" y="1953213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A74DA8-81A0-406B-ACD6-E6FC3F5762E3}"/>
              </a:ext>
            </a:extLst>
          </p:cNvPr>
          <p:cNvSpPr/>
          <p:nvPr/>
        </p:nvSpPr>
        <p:spPr>
          <a:xfrm>
            <a:off x="3941884" y="3567499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72246D9-0D68-4787-81CF-8D9DC7BF361F}"/>
              </a:ext>
            </a:extLst>
          </p:cNvPr>
          <p:cNvSpPr/>
          <p:nvPr/>
        </p:nvSpPr>
        <p:spPr>
          <a:xfrm>
            <a:off x="5475655" y="1953213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25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E9DCEF-1E00-4690-A2A4-C131CC7EFDE8}"/>
              </a:ext>
            </a:extLst>
          </p:cNvPr>
          <p:cNvSpPr/>
          <p:nvPr/>
        </p:nvSpPr>
        <p:spPr>
          <a:xfrm>
            <a:off x="2996673" y="2074366"/>
            <a:ext cx="3141124" cy="298626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13800" dirty="0"/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750278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Beveled 2"/>
          <p:cNvSpPr/>
          <p:nvPr/>
        </p:nvSpPr>
        <p:spPr>
          <a:xfrm>
            <a:off x="3200598" y="5344054"/>
            <a:ext cx="2733274" cy="657910"/>
          </a:xfrm>
          <a:prstGeom prst="bevel">
            <a:avLst/>
          </a:prstGeom>
          <a:solidFill>
            <a:srgbClr val="F4CB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spAutoFit/>
          </a:bodyPr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I am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+mn-lt"/>
              </a:rPr>
              <a:t>Who Am I?</a:t>
            </a:r>
          </a:p>
        </p:txBody>
      </p:sp>
      <p:sp>
        <p:nvSpPr>
          <p:cNvPr id="5" name="Rectangle 4"/>
          <p:cNvSpPr/>
          <p:nvPr/>
        </p:nvSpPr>
        <p:spPr>
          <a:xfrm>
            <a:off x="755650" y="1513946"/>
            <a:ext cx="76327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dirty="0"/>
              <a:t>My factors are …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F553BD-E4E2-4BCE-8026-8ED9ED06FF93}"/>
              </a:ext>
            </a:extLst>
          </p:cNvPr>
          <p:cNvSpPr/>
          <p:nvPr/>
        </p:nvSpPr>
        <p:spPr>
          <a:xfrm>
            <a:off x="1399074" y="1970837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A74DA8-81A0-406B-ACD6-E6FC3F5762E3}"/>
              </a:ext>
            </a:extLst>
          </p:cNvPr>
          <p:cNvSpPr/>
          <p:nvPr/>
        </p:nvSpPr>
        <p:spPr>
          <a:xfrm>
            <a:off x="3833888" y="1970836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72246D9-0D68-4787-81CF-8D9DC7BF361F}"/>
              </a:ext>
            </a:extLst>
          </p:cNvPr>
          <p:cNvSpPr/>
          <p:nvPr/>
        </p:nvSpPr>
        <p:spPr>
          <a:xfrm>
            <a:off x="6145136" y="1970836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67433EE-D3BC-4F45-B051-CBF482B2A4D8}"/>
              </a:ext>
            </a:extLst>
          </p:cNvPr>
          <p:cNvSpPr/>
          <p:nvPr/>
        </p:nvSpPr>
        <p:spPr>
          <a:xfrm>
            <a:off x="2557791" y="3535681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2FBFBB-1ED3-4E11-A538-CEA4423FFC2F}"/>
              </a:ext>
            </a:extLst>
          </p:cNvPr>
          <p:cNvSpPr/>
          <p:nvPr/>
        </p:nvSpPr>
        <p:spPr>
          <a:xfrm>
            <a:off x="5116110" y="3535681"/>
            <a:ext cx="1719695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E9DCEF-1E00-4690-A2A4-C131CC7EFDE8}"/>
              </a:ext>
            </a:extLst>
          </p:cNvPr>
          <p:cNvSpPr/>
          <p:nvPr/>
        </p:nvSpPr>
        <p:spPr>
          <a:xfrm>
            <a:off x="3007150" y="1970836"/>
            <a:ext cx="3141124" cy="298626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13800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978825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2" grpId="0" animBg="1"/>
      <p:bldP spid="13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Beveled 2"/>
          <p:cNvSpPr/>
          <p:nvPr/>
        </p:nvSpPr>
        <p:spPr>
          <a:xfrm>
            <a:off x="3200598" y="5344054"/>
            <a:ext cx="2733274" cy="657910"/>
          </a:xfrm>
          <a:prstGeom prst="bevel">
            <a:avLst/>
          </a:prstGeom>
          <a:solidFill>
            <a:srgbClr val="F4CB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spAutoFit/>
          </a:bodyPr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I am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+mn-lt"/>
              </a:rPr>
              <a:t>Who Am I?</a:t>
            </a:r>
          </a:p>
        </p:txBody>
      </p:sp>
      <p:sp>
        <p:nvSpPr>
          <p:cNvPr id="5" name="Rectangle 4"/>
          <p:cNvSpPr/>
          <p:nvPr/>
        </p:nvSpPr>
        <p:spPr>
          <a:xfrm>
            <a:off x="755650" y="1513946"/>
            <a:ext cx="76327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dirty="0"/>
              <a:t>My factors are …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F553BD-E4E2-4BCE-8026-8ED9ED06FF93}"/>
              </a:ext>
            </a:extLst>
          </p:cNvPr>
          <p:cNvSpPr/>
          <p:nvPr/>
        </p:nvSpPr>
        <p:spPr>
          <a:xfrm>
            <a:off x="1310954" y="1970836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A74DA8-81A0-406B-ACD6-E6FC3F5762E3}"/>
              </a:ext>
            </a:extLst>
          </p:cNvPr>
          <p:cNvSpPr/>
          <p:nvPr/>
        </p:nvSpPr>
        <p:spPr>
          <a:xfrm>
            <a:off x="2848121" y="3535681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72246D9-0D68-4787-81CF-8D9DC7BF361F}"/>
              </a:ext>
            </a:extLst>
          </p:cNvPr>
          <p:cNvSpPr/>
          <p:nvPr/>
        </p:nvSpPr>
        <p:spPr>
          <a:xfrm>
            <a:off x="4375350" y="1970836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2FBFBB-1ED3-4E11-A538-CEA4423FFC2F}"/>
              </a:ext>
            </a:extLst>
          </p:cNvPr>
          <p:cNvSpPr/>
          <p:nvPr/>
        </p:nvSpPr>
        <p:spPr>
          <a:xfrm>
            <a:off x="6119287" y="3535681"/>
            <a:ext cx="1630918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27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E9DCEF-1E00-4690-A2A4-C131CC7EFDE8}"/>
              </a:ext>
            </a:extLst>
          </p:cNvPr>
          <p:cNvSpPr/>
          <p:nvPr/>
        </p:nvSpPr>
        <p:spPr>
          <a:xfrm>
            <a:off x="2996673" y="2080790"/>
            <a:ext cx="3141124" cy="298626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13800" dirty="0"/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380784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3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Beveled 2"/>
          <p:cNvSpPr/>
          <p:nvPr/>
        </p:nvSpPr>
        <p:spPr>
          <a:xfrm>
            <a:off x="3117110" y="5344054"/>
            <a:ext cx="2733274" cy="657910"/>
          </a:xfrm>
          <a:prstGeom prst="bevel">
            <a:avLst/>
          </a:prstGeom>
          <a:solidFill>
            <a:srgbClr val="F4CB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spAutoFit/>
          </a:bodyPr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I am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+mn-lt"/>
              </a:rPr>
              <a:t>Who Am I?</a:t>
            </a:r>
          </a:p>
        </p:txBody>
      </p:sp>
      <p:sp>
        <p:nvSpPr>
          <p:cNvPr id="5" name="Rectangle 4"/>
          <p:cNvSpPr/>
          <p:nvPr/>
        </p:nvSpPr>
        <p:spPr>
          <a:xfrm>
            <a:off x="755650" y="1513946"/>
            <a:ext cx="76327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dirty="0"/>
              <a:t>My factors are …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F553BD-E4E2-4BCE-8026-8ED9ED06FF93}"/>
              </a:ext>
            </a:extLst>
          </p:cNvPr>
          <p:cNvSpPr/>
          <p:nvPr/>
        </p:nvSpPr>
        <p:spPr>
          <a:xfrm>
            <a:off x="1357704" y="1880890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A74DA8-81A0-406B-ACD6-E6FC3F5762E3}"/>
              </a:ext>
            </a:extLst>
          </p:cNvPr>
          <p:cNvSpPr/>
          <p:nvPr/>
        </p:nvSpPr>
        <p:spPr>
          <a:xfrm>
            <a:off x="3251061" y="1880890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E0EB19D-78DD-4CAB-A9B8-DFD50C2F990E}"/>
              </a:ext>
            </a:extLst>
          </p:cNvPr>
          <p:cNvSpPr/>
          <p:nvPr/>
        </p:nvSpPr>
        <p:spPr>
          <a:xfrm>
            <a:off x="6185748" y="3509004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72246D9-0D68-4787-81CF-8D9DC7BF361F}"/>
              </a:ext>
            </a:extLst>
          </p:cNvPr>
          <p:cNvSpPr/>
          <p:nvPr/>
        </p:nvSpPr>
        <p:spPr>
          <a:xfrm>
            <a:off x="4289578" y="3509004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67433EE-D3BC-4F45-B051-CBF482B2A4D8}"/>
              </a:ext>
            </a:extLst>
          </p:cNvPr>
          <p:cNvSpPr/>
          <p:nvPr/>
        </p:nvSpPr>
        <p:spPr>
          <a:xfrm>
            <a:off x="2393408" y="3468258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2FBFBB-1ED3-4E11-A538-CEA4423FFC2F}"/>
              </a:ext>
            </a:extLst>
          </p:cNvPr>
          <p:cNvSpPr/>
          <p:nvPr/>
        </p:nvSpPr>
        <p:spPr>
          <a:xfrm>
            <a:off x="5192819" y="1910206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E9DCEF-1E00-4690-A2A4-C131CC7EFDE8}"/>
              </a:ext>
            </a:extLst>
          </p:cNvPr>
          <p:cNvSpPr/>
          <p:nvPr/>
        </p:nvSpPr>
        <p:spPr>
          <a:xfrm>
            <a:off x="2913185" y="1966182"/>
            <a:ext cx="3141124" cy="298626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13800" dirty="0"/>
              <a:t>24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53552E2-2B29-43D1-B0E5-5EBC8C27C434}"/>
              </a:ext>
            </a:extLst>
          </p:cNvPr>
          <p:cNvSpPr/>
          <p:nvPr/>
        </p:nvSpPr>
        <p:spPr>
          <a:xfrm>
            <a:off x="7000454" y="1910206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24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8225B45-8203-4E70-9819-BDF1A80B4B5A}"/>
              </a:ext>
            </a:extLst>
          </p:cNvPr>
          <p:cNvSpPr/>
          <p:nvPr/>
        </p:nvSpPr>
        <p:spPr>
          <a:xfrm>
            <a:off x="662024" y="3446749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37182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1" grpId="0" animBg="1"/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Beveled 2"/>
          <p:cNvSpPr/>
          <p:nvPr/>
        </p:nvSpPr>
        <p:spPr>
          <a:xfrm>
            <a:off x="3200598" y="5344054"/>
            <a:ext cx="2733274" cy="657910"/>
          </a:xfrm>
          <a:prstGeom prst="bevel">
            <a:avLst/>
          </a:prstGeom>
          <a:solidFill>
            <a:srgbClr val="F4CB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spAutoFit/>
          </a:bodyPr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I am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+mn-lt"/>
              </a:rPr>
              <a:t>Who Am I?</a:t>
            </a:r>
          </a:p>
        </p:txBody>
      </p:sp>
      <p:sp>
        <p:nvSpPr>
          <p:cNvPr id="5" name="Rectangle 4"/>
          <p:cNvSpPr/>
          <p:nvPr/>
        </p:nvSpPr>
        <p:spPr>
          <a:xfrm>
            <a:off x="755650" y="1513946"/>
            <a:ext cx="76327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dirty="0"/>
              <a:t>My factors are …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F553BD-E4E2-4BCE-8026-8ED9ED06FF93}"/>
              </a:ext>
            </a:extLst>
          </p:cNvPr>
          <p:cNvSpPr/>
          <p:nvPr/>
        </p:nvSpPr>
        <p:spPr>
          <a:xfrm>
            <a:off x="1549994" y="1908693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A74DA8-81A0-406B-ACD6-E6FC3F5762E3}"/>
              </a:ext>
            </a:extLst>
          </p:cNvPr>
          <p:cNvSpPr/>
          <p:nvPr/>
        </p:nvSpPr>
        <p:spPr>
          <a:xfrm>
            <a:off x="3833888" y="1970836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72246D9-0D68-4787-81CF-8D9DC7BF361F}"/>
              </a:ext>
            </a:extLst>
          </p:cNvPr>
          <p:cNvSpPr/>
          <p:nvPr/>
        </p:nvSpPr>
        <p:spPr>
          <a:xfrm>
            <a:off x="6145136" y="1970836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67433EE-D3BC-4F45-B051-CBF482B2A4D8}"/>
              </a:ext>
            </a:extLst>
          </p:cNvPr>
          <p:cNvSpPr/>
          <p:nvPr/>
        </p:nvSpPr>
        <p:spPr>
          <a:xfrm>
            <a:off x="4841306" y="3509004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2FBFBB-1ED3-4E11-A538-CEA4423FFC2F}"/>
              </a:ext>
            </a:extLst>
          </p:cNvPr>
          <p:cNvSpPr/>
          <p:nvPr/>
        </p:nvSpPr>
        <p:spPr>
          <a:xfrm>
            <a:off x="6974862" y="3528888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32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CD3145F-4A17-466C-ACCB-A8EB4FFE3A5C}"/>
              </a:ext>
            </a:extLst>
          </p:cNvPr>
          <p:cNvSpPr/>
          <p:nvPr/>
        </p:nvSpPr>
        <p:spPr>
          <a:xfrm>
            <a:off x="2521503" y="3509004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E9DCEF-1E00-4690-A2A4-C131CC7EFDE8}"/>
              </a:ext>
            </a:extLst>
          </p:cNvPr>
          <p:cNvSpPr/>
          <p:nvPr/>
        </p:nvSpPr>
        <p:spPr>
          <a:xfrm>
            <a:off x="2996673" y="2018647"/>
            <a:ext cx="3141124" cy="298626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13800" dirty="0"/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78881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Beveled 2"/>
          <p:cNvSpPr/>
          <p:nvPr/>
        </p:nvSpPr>
        <p:spPr>
          <a:xfrm>
            <a:off x="3200598" y="5344054"/>
            <a:ext cx="2733274" cy="657910"/>
          </a:xfrm>
          <a:prstGeom prst="bevel">
            <a:avLst/>
          </a:prstGeom>
          <a:solidFill>
            <a:srgbClr val="F4CB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spAutoFit/>
          </a:bodyPr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I am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+mn-lt"/>
              </a:rPr>
              <a:t>Who Am I?</a:t>
            </a:r>
          </a:p>
        </p:txBody>
      </p:sp>
      <p:sp>
        <p:nvSpPr>
          <p:cNvPr id="5" name="Rectangle 4"/>
          <p:cNvSpPr/>
          <p:nvPr/>
        </p:nvSpPr>
        <p:spPr>
          <a:xfrm>
            <a:off x="755650" y="1513946"/>
            <a:ext cx="76327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dirty="0"/>
              <a:t>My factors are …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F553BD-E4E2-4BCE-8026-8ED9ED06FF93}"/>
              </a:ext>
            </a:extLst>
          </p:cNvPr>
          <p:cNvSpPr/>
          <p:nvPr/>
        </p:nvSpPr>
        <p:spPr>
          <a:xfrm>
            <a:off x="1847096" y="1831690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A74DA8-81A0-406B-ACD6-E6FC3F5762E3}"/>
              </a:ext>
            </a:extLst>
          </p:cNvPr>
          <p:cNvSpPr/>
          <p:nvPr/>
        </p:nvSpPr>
        <p:spPr>
          <a:xfrm>
            <a:off x="4237802" y="1884287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72246D9-0D68-4787-81CF-8D9DC7BF361F}"/>
              </a:ext>
            </a:extLst>
          </p:cNvPr>
          <p:cNvSpPr/>
          <p:nvPr/>
        </p:nvSpPr>
        <p:spPr>
          <a:xfrm>
            <a:off x="6765851" y="1831690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67433EE-D3BC-4F45-B051-CBF482B2A4D8}"/>
              </a:ext>
            </a:extLst>
          </p:cNvPr>
          <p:cNvSpPr/>
          <p:nvPr/>
        </p:nvSpPr>
        <p:spPr>
          <a:xfrm>
            <a:off x="3200598" y="3535186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2FBFBB-1ED3-4E11-A538-CEA4423FFC2F}"/>
              </a:ext>
            </a:extLst>
          </p:cNvPr>
          <p:cNvSpPr/>
          <p:nvPr/>
        </p:nvSpPr>
        <p:spPr>
          <a:xfrm>
            <a:off x="5613260" y="3483213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E9DCEF-1E00-4690-A2A4-C131CC7EFDE8}"/>
              </a:ext>
            </a:extLst>
          </p:cNvPr>
          <p:cNvSpPr/>
          <p:nvPr/>
        </p:nvSpPr>
        <p:spPr>
          <a:xfrm>
            <a:off x="3101464" y="2054999"/>
            <a:ext cx="3141124" cy="298626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13800" dirty="0"/>
              <a:t>18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C6A6C36-9C41-4841-97CA-A4241CF2E102}"/>
              </a:ext>
            </a:extLst>
          </p:cNvPr>
          <p:cNvSpPr/>
          <p:nvPr/>
        </p:nvSpPr>
        <p:spPr>
          <a:xfrm>
            <a:off x="924644" y="3535186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78901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2" grpId="0" animBg="1"/>
      <p:bldP spid="13" grpId="0" animBg="1"/>
      <p:bldP spid="11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Beveled 2"/>
          <p:cNvSpPr/>
          <p:nvPr/>
        </p:nvSpPr>
        <p:spPr>
          <a:xfrm>
            <a:off x="3117110" y="5344054"/>
            <a:ext cx="2733274" cy="657910"/>
          </a:xfrm>
          <a:prstGeom prst="bevel">
            <a:avLst/>
          </a:prstGeom>
          <a:solidFill>
            <a:srgbClr val="F4CB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spAutoFit/>
          </a:bodyPr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I am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+mn-lt"/>
              </a:rPr>
              <a:t>Who Am I?</a:t>
            </a:r>
          </a:p>
        </p:txBody>
      </p:sp>
      <p:sp>
        <p:nvSpPr>
          <p:cNvPr id="5" name="Rectangle 4"/>
          <p:cNvSpPr/>
          <p:nvPr/>
        </p:nvSpPr>
        <p:spPr>
          <a:xfrm>
            <a:off x="755650" y="1513946"/>
            <a:ext cx="76327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dirty="0"/>
              <a:t>My factors are …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F553BD-E4E2-4BCE-8026-8ED9ED06FF93}"/>
              </a:ext>
            </a:extLst>
          </p:cNvPr>
          <p:cNvSpPr/>
          <p:nvPr/>
        </p:nvSpPr>
        <p:spPr>
          <a:xfrm>
            <a:off x="774282" y="1970836"/>
            <a:ext cx="16493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A74DA8-81A0-406B-ACD6-E6FC3F5762E3}"/>
              </a:ext>
            </a:extLst>
          </p:cNvPr>
          <p:cNvSpPr/>
          <p:nvPr/>
        </p:nvSpPr>
        <p:spPr>
          <a:xfrm>
            <a:off x="2834175" y="1970836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E0EB19D-78DD-4CAB-A9B8-DFD50C2F990E}"/>
              </a:ext>
            </a:extLst>
          </p:cNvPr>
          <p:cNvSpPr/>
          <p:nvPr/>
        </p:nvSpPr>
        <p:spPr>
          <a:xfrm>
            <a:off x="7030620" y="3656524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72246D9-0D68-4787-81CF-8D9DC7BF361F}"/>
              </a:ext>
            </a:extLst>
          </p:cNvPr>
          <p:cNvSpPr/>
          <p:nvPr/>
        </p:nvSpPr>
        <p:spPr>
          <a:xfrm>
            <a:off x="5014963" y="3676750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67433EE-D3BC-4F45-B051-CBF482B2A4D8}"/>
              </a:ext>
            </a:extLst>
          </p:cNvPr>
          <p:cNvSpPr/>
          <p:nvPr/>
        </p:nvSpPr>
        <p:spPr>
          <a:xfrm>
            <a:off x="2901806" y="3656524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2FBFBB-1ED3-4E11-A538-CEA4423FFC2F}"/>
              </a:ext>
            </a:extLst>
          </p:cNvPr>
          <p:cNvSpPr/>
          <p:nvPr/>
        </p:nvSpPr>
        <p:spPr>
          <a:xfrm>
            <a:off x="4800552" y="2009447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E9DCEF-1E00-4690-A2A4-C131CC7EFDE8}"/>
              </a:ext>
            </a:extLst>
          </p:cNvPr>
          <p:cNvSpPr/>
          <p:nvPr/>
        </p:nvSpPr>
        <p:spPr>
          <a:xfrm>
            <a:off x="2957739" y="2080790"/>
            <a:ext cx="3141124" cy="298626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13800" dirty="0"/>
              <a:t>40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53552E2-2B29-43D1-B0E5-5EBC8C27C434}"/>
              </a:ext>
            </a:extLst>
          </p:cNvPr>
          <p:cNvSpPr/>
          <p:nvPr/>
        </p:nvSpPr>
        <p:spPr>
          <a:xfrm>
            <a:off x="6821317" y="1970836"/>
            <a:ext cx="1567033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40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1CBC191-0294-4164-9F7B-1D6D31992A02}"/>
              </a:ext>
            </a:extLst>
          </p:cNvPr>
          <p:cNvSpPr/>
          <p:nvPr/>
        </p:nvSpPr>
        <p:spPr>
          <a:xfrm>
            <a:off x="858182" y="3688934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9732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1" grpId="0" animBg="1"/>
      <p:bldP spid="14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Beveled 2"/>
          <p:cNvSpPr/>
          <p:nvPr/>
        </p:nvSpPr>
        <p:spPr>
          <a:xfrm>
            <a:off x="3200598" y="5344054"/>
            <a:ext cx="2733274" cy="657910"/>
          </a:xfrm>
          <a:prstGeom prst="bevel">
            <a:avLst/>
          </a:prstGeom>
          <a:solidFill>
            <a:srgbClr val="F4CB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spAutoFit/>
          </a:bodyPr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I am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+mn-lt"/>
              </a:rPr>
              <a:t>Who Am I?</a:t>
            </a:r>
          </a:p>
        </p:txBody>
      </p:sp>
      <p:sp>
        <p:nvSpPr>
          <p:cNvPr id="5" name="Rectangle 4"/>
          <p:cNvSpPr/>
          <p:nvPr/>
        </p:nvSpPr>
        <p:spPr>
          <a:xfrm>
            <a:off x="755650" y="1513946"/>
            <a:ext cx="76327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dirty="0"/>
              <a:t>My factors are …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F553BD-E4E2-4BCE-8026-8ED9ED06FF93}"/>
              </a:ext>
            </a:extLst>
          </p:cNvPr>
          <p:cNvSpPr/>
          <p:nvPr/>
        </p:nvSpPr>
        <p:spPr>
          <a:xfrm>
            <a:off x="1399074" y="1970837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A74DA8-81A0-406B-ACD6-E6FC3F5762E3}"/>
              </a:ext>
            </a:extLst>
          </p:cNvPr>
          <p:cNvSpPr/>
          <p:nvPr/>
        </p:nvSpPr>
        <p:spPr>
          <a:xfrm>
            <a:off x="3422058" y="1884287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72246D9-0D68-4787-81CF-8D9DC7BF361F}"/>
              </a:ext>
            </a:extLst>
          </p:cNvPr>
          <p:cNvSpPr/>
          <p:nvPr/>
        </p:nvSpPr>
        <p:spPr>
          <a:xfrm>
            <a:off x="5445042" y="1805798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67433EE-D3BC-4F45-B051-CBF482B2A4D8}"/>
              </a:ext>
            </a:extLst>
          </p:cNvPr>
          <p:cNvSpPr/>
          <p:nvPr/>
        </p:nvSpPr>
        <p:spPr>
          <a:xfrm>
            <a:off x="2557791" y="3535681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2FBFBB-1ED3-4E11-A538-CEA4423FFC2F}"/>
              </a:ext>
            </a:extLst>
          </p:cNvPr>
          <p:cNvSpPr/>
          <p:nvPr/>
        </p:nvSpPr>
        <p:spPr>
          <a:xfrm>
            <a:off x="4548048" y="3528889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45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E9DCEF-1E00-4690-A2A4-C131CC7EFDE8}"/>
              </a:ext>
            </a:extLst>
          </p:cNvPr>
          <p:cNvSpPr/>
          <p:nvPr/>
        </p:nvSpPr>
        <p:spPr>
          <a:xfrm>
            <a:off x="2911043" y="2015682"/>
            <a:ext cx="3141124" cy="298626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13800" dirty="0"/>
              <a:t>45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9CE828D-B744-4BF0-A728-6A9D996E746E}"/>
              </a:ext>
            </a:extLst>
          </p:cNvPr>
          <p:cNvSpPr/>
          <p:nvPr/>
        </p:nvSpPr>
        <p:spPr>
          <a:xfrm>
            <a:off x="6530365" y="3494151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9412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2" grpId="0" animBg="1"/>
      <p:bldP spid="13" grpId="0" animBg="1"/>
      <p:bldP spid="11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Beveled 2"/>
          <p:cNvSpPr/>
          <p:nvPr/>
        </p:nvSpPr>
        <p:spPr>
          <a:xfrm>
            <a:off x="3117110" y="5344054"/>
            <a:ext cx="2733274" cy="657910"/>
          </a:xfrm>
          <a:prstGeom prst="bevel">
            <a:avLst/>
          </a:prstGeom>
          <a:solidFill>
            <a:srgbClr val="F4CB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ctr">
            <a:spAutoFit/>
          </a:bodyPr>
          <a:lstStyle/>
          <a:p>
            <a:pPr algn="ctr"/>
            <a:r>
              <a:rPr lang="en-GB" dirty="0">
                <a:solidFill>
                  <a:sysClr val="windowText" lastClr="000000"/>
                </a:solidFill>
              </a:rPr>
              <a:t>I am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latin typeface="+mn-lt"/>
              </a:rPr>
              <a:t>Who Am I?</a:t>
            </a:r>
          </a:p>
        </p:txBody>
      </p:sp>
      <p:sp>
        <p:nvSpPr>
          <p:cNvPr id="5" name="Rectangle 4"/>
          <p:cNvSpPr/>
          <p:nvPr/>
        </p:nvSpPr>
        <p:spPr>
          <a:xfrm>
            <a:off x="755650" y="1513946"/>
            <a:ext cx="76327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dirty="0"/>
              <a:t>My factors are …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F553BD-E4E2-4BCE-8026-8ED9ED06FF93}"/>
              </a:ext>
            </a:extLst>
          </p:cNvPr>
          <p:cNvSpPr/>
          <p:nvPr/>
        </p:nvSpPr>
        <p:spPr>
          <a:xfrm>
            <a:off x="811167" y="1968478"/>
            <a:ext cx="1518407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A74DA8-81A0-406B-ACD6-E6FC3F5762E3}"/>
              </a:ext>
            </a:extLst>
          </p:cNvPr>
          <p:cNvSpPr/>
          <p:nvPr/>
        </p:nvSpPr>
        <p:spPr>
          <a:xfrm>
            <a:off x="2834175" y="1970836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E0EB19D-78DD-4CAB-A9B8-DFD50C2F990E}"/>
              </a:ext>
            </a:extLst>
          </p:cNvPr>
          <p:cNvSpPr/>
          <p:nvPr/>
        </p:nvSpPr>
        <p:spPr>
          <a:xfrm>
            <a:off x="6906828" y="3657445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72246D9-0D68-4787-81CF-8D9DC7BF361F}"/>
              </a:ext>
            </a:extLst>
          </p:cNvPr>
          <p:cNvSpPr/>
          <p:nvPr/>
        </p:nvSpPr>
        <p:spPr>
          <a:xfrm>
            <a:off x="4835939" y="3608468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18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67433EE-D3BC-4F45-B051-CBF482B2A4D8}"/>
              </a:ext>
            </a:extLst>
          </p:cNvPr>
          <p:cNvSpPr/>
          <p:nvPr/>
        </p:nvSpPr>
        <p:spPr>
          <a:xfrm>
            <a:off x="2863477" y="3657445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2FBFBB-1ED3-4E11-A538-CEA4423FFC2F}"/>
              </a:ext>
            </a:extLst>
          </p:cNvPr>
          <p:cNvSpPr/>
          <p:nvPr/>
        </p:nvSpPr>
        <p:spPr>
          <a:xfrm>
            <a:off x="4791550" y="1968478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27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EE9DCEF-1E00-4690-A2A4-C131CC7EFDE8}"/>
              </a:ext>
            </a:extLst>
          </p:cNvPr>
          <p:cNvSpPr/>
          <p:nvPr/>
        </p:nvSpPr>
        <p:spPr>
          <a:xfrm>
            <a:off x="3019907" y="2074366"/>
            <a:ext cx="3141124" cy="298626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13800" dirty="0"/>
              <a:t>54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53552E2-2B29-43D1-B0E5-5EBC8C27C434}"/>
              </a:ext>
            </a:extLst>
          </p:cNvPr>
          <p:cNvSpPr/>
          <p:nvPr/>
        </p:nvSpPr>
        <p:spPr>
          <a:xfrm>
            <a:off x="6823560" y="1968478"/>
            <a:ext cx="1567033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54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76DCFC3-EBFF-48E7-9841-70AB8DD19543}"/>
              </a:ext>
            </a:extLst>
          </p:cNvPr>
          <p:cNvSpPr/>
          <p:nvPr/>
        </p:nvSpPr>
        <p:spPr>
          <a:xfrm>
            <a:off x="764956" y="3658841"/>
            <a:ext cx="1481522" cy="1558052"/>
          </a:xfrm>
          <a:prstGeom prst="ellipse">
            <a:avLst/>
          </a:prstGeom>
          <a:solidFill>
            <a:srgbClr val="009386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GB" sz="7200" dirty="0">
                <a:solidFill>
                  <a:schemeClr val="bg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945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1" grpId="0" animBg="1"/>
      <p:bldP spid="14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8075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winkl Template">
      <a:dk1>
        <a:srgbClr val="1C1C1C"/>
      </a:dk1>
      <a:lt1>
        <a:sysClr val="window" lastClr="FFFFFF"/>
      </a:lt1>
      <a:dk2>
        <a:srgbClr val="4A4A4A"/>
      </a:dk2>
      <a:lt2>
        <a:srgbClr val="F4F2F2"/>
      </a:lt2>
      <a:accent1>
        <a:srgbClr val="E34192"/>
      </a:accent1>
      <a:accent2>
        <a:srgbClr val="EB8634"/>
      </a:accent2>
      <a:accent3>
        <a:srgbClr val="E6C734"/>
      </a:accent3>
      <a:accent4>
        <a:srgbClr val="79AD42"/>
      </a:accent4>
      <a:accent5>
        <a:srgbClr val="23A7F9"/>
      </a:accent5>
      <a:accent6>
        <a:srgbClr val="954EBE"/>
      </a:accent6>
      <a:hlink>
        <a:srgbClr val="23A7F9"/>
      </a:hlink>
      <a:folHlink>
        <a:srgbClr val="757070"/>
      </a:folHlink>
    </a:clrScheme>
    <a:fontScheme name="Custom 1">
      <a:majorFont>
        <a:latin typeface="Twinkl Sb"/>
        <a:ea typeface=""/>
        <a:cs typeface=""/>
      </a:majorFont>
      <a:minorFont>
        <a:latin typeface="Twink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8A0D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owerPoint Template" id="{50A62E68-0FD2-4E2F-B70B-1967E497B53F}" vid="{9AD06B22-3A4E-4B9C-A119-887F4D5ACDA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</TotalTime>
  <Words>231</Words>
  <Application>Microsoft Office PowerPoint</Application>
  <PresentationFormat>On-screen Show (4:3)</PresentationFormat>
  <Paragraphs>133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Twinkl</vt:lpstr>
      <vt:lpstr>Calibri</vt:lpstr>
      <vt:lpstr>Arial</vt:lpstr>
      <vt:lpstr>Office Theme</vt:lpstr>
      <vt:lpstr>PowerPoint Presentation</vt:lpstr>
      <vt:lpstr>Who Am I?</vt:lpstr>
      <vt:lpstr>Who Am I?</vt:lpstr>
      <vt:lpstr>Who Am I?</vt:lpstr>
      <vt:lpstr>Who Am I?</vt:lpstr>
      <vt:lpstr>Who Am I?</vt:lpstr>
      <vt:lpstr>Who Am I?</vt:lpstr>
      <vt:lpstr>Who Am I?</vt:lpstr>
      <vt:lpstr>Who Am I?</vt:lpstr>
      <vt:lpstr>Who Am I?</vt:lpstr>
      <vt:lpstr>Who Am I?</vt:lpstr>
      <vt:lpstr>Who Am I?</vt:lpstr>
      <vt:lpstr>Who Am I?</vt:lpstr>
      <vt:lpstr>Who Am I?</vt:lpstr>
      <vt:lpstr>Who Am I?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Guidance</dc:title>
  <dc:creator>Matthew Ridsdale</dc:creator>
  <cp:lastModifiedBy>Bethan</cp:lastModifiedBy>
  <cp:revision>18</cp:revision>
  <dcterms:created xsi:type="dcterms:W3CDTF">2019-06-05T08:15:39Z</dcterms:created>
  <dcterms:modified xsi:type="dcterms:W3CDTF">2020-11-16T09:59:19Z</dcterms:modified>
</cp:coreProperties>
</file>