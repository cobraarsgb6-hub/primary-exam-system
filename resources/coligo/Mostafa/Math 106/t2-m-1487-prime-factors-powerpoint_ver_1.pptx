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 id="2147483672" r:id="rId2"/>
  </p:sldMasterIdLst>
  <p:notesMasterIdLst>
    <p:notesMasterId r:id="rId11"/>
  </p:notesMasterIdLst>
  <p:handoutMasterIdLst>
    <p:handoutMasterId r:id="rId12"/>
  </p:handoutMasterIdLst>
  <p:sldIdLst>
    <p:sldId id="272" r:id="rId3"/>
    <p:sldId id="279" r:id="rId4"/>
    <p:sldId id="264" r:id="rId5"/>
    <p:sldId id="274" r:id="rId6"/>
    <p:sldId id="280" r:id="rId7"/>
    <p:sldId id="276" r:id="rId8"/>
    <p:sldId id="277" r:id="rId9"/>
    <p:sldId id="278" r:id="rId10"/>
  </p:sldIdLst>
  <p:sldSz cx="9144000" cy="6858000" type="screen4x3"/>
  <p:notesSz cx="6858000" cy="9144000"/>
  <p:embeddedFontLst>
    <p:embeddedFont>
      <p:font typeface="Roboto" panose="02000000000000000000" pitchFamily="2" charset="0"/>
      <p:regular r:id="rId13"/>
      <p:bold r:id="rId14"/>
      <p:italic r:id="rId15"/>
      <p:boldItalic r:id="rId16"/>
    </p:embeddedFont>
    <p:embeddedFont>
      <p:font typeface="Twinkl" panose="020B0604020202020204" charset="0"/>
      <p:regular r:id="rId17"/>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4" pos="340" userDrawn="1">
          <p15:clr>
            <a:srgbClr val="A4A3A4"/>
          </p15:clr>
        </p15:guide>
        <p15:guide id="5" orient="horz" pos="3974" userDrawn="1">
          <p15:clr>
            <a:srgbClr val="A4A3A4"/>
          </p15:clr>
        </p15:guide>
        <p15:guide id="6" pos="5420" userDrawn="1">
          <p15:clr>
            <a:srgbClr val="A4A3A4"/>
          </p15:clr>
        </p15:guide>
        <p15:guide id="7" orient="horz" pos="346" userDrawn="1">
          <p15:clr>
            <a:srgbClr val="A4A3A4"/>
          </p15:clr>
        </p15:guide>
        <p15:guide id="8" pos="476" userDrawn="1">
          <p15:clr>
            <a:srgbClr val="A4A3A4"/>
          </p15:clr>
        </p15:guide>
        <p15:guide id="9" orient="horz" pos="482" userDrawn="1">
          <p15:clr>
            <a:srgbClr val="A4A3A4"/>
          </p15:clr>
        </p15:guide>
        <p15:guide id="10" orient="horz" pos="3838" userDrawn="1">
          <p15:clr>
            <a:srgbClr val="A4A3A4"/>
          </p15:clr>
        </p15:guide>
        <p15:guide id="11" pos="528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6B0"/>
    <a:srgbClr val="F8BD95"/>
    <a:srgbClr val="E94E13"/>
    <a:srgbClr val="85BD33"/>
    <a:srgbClr val="B9D36E"/>
    <a:srgbClr val="689429"/>
    <a:srgbClr val="CFE09B"/>
    <a:srgbClr val="232321"/>
    <a:srgbClr val="CFE09A"/>
    <a:srgbClr val="6E6D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00" autoAdjust="0"/>
    <p:restoredTop sz="94660"/>
  </p:normalViewPr>
  <p:slideViewPr>
    <p:cSldViewPr snapToGrid="0" showGuides="1">
      <p:cViewPr varScale="1">
        <p:scale>
          <a:sx n="85" d="100"/>
          <a:sy n="85" d="100"/>
        </p:scale>
        <p:origin x="1440" y="53"/>
      </p:cViewPr>
      <p:guideLst>
        <p:guide orient="horz" pos="2160"/>
        <p:guide pos="2880"/>
        <p:guide pos="340"/>
        <p:guide orient="horz" pos="3974"/>
        <p:guide pos="5420"/>
        <p:guide orient="horz" pos="346"/>
        <p:guide pos="476"/>
        <p:guide orient="horz" pos="482"/>
        <p:guide orient="horz" pos="3838"/>
        <p:guide pos="5284"/>
      </p:guideLst>
    </p:cSldViewPr>
  </p:slideViewPr>
  <p:notesTextViewPr>
    <p:cViewPr>
      <p:scale>
        <a:sx n="3" d="2"/>
        <a:sy n="3" d="2"/>
      </p:scale>
      <p:origin x="0" y="0"/>
    </p:cViewPr>
  </p:notesTextViewPr>
  <p:notesViewPr>
    <p:cSldViewPr snapToGrid="0" showGuide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handoutMaster" Target="handoutMasters/handoutMaster1.xml"/><Relationship Id="rId17" Type="http://schemas.openxmlformats.org/officeDocument/2006/relationships/font" Target="fonts/font5.fntdata"/><Relationship Id="rId2" Type="http://schemas.openxmlformats.org/officeDocument/2006/relationships/slideMaster" Target="slideMasters/slideMaster2.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3.fntdata"/><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2.fntdata"/><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34F151-63AC-41CE-96F5-7702E930870C}" type="datetimeFigureOut">
              <a:rPr lang="en-GB" smtClean="0"/>
              <a:t>30/09/2026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76B846-B279-40AC-BFF5-DBC4013370C2}" type="slidenum">
              <a:rPr lang="en-GB" smtClean="0"/>
              <a:t>‹#›</a:t>
            </a:fld>
            <a:endParaRPr lang="en-GB"/>
          </a:p>
        </p:txBody>
      </p:sp>
    </p:spTree>
    <p:extLst>
      <p:ext uri="{BB962C8B-B14F-4D97-AF65-F5344CB8AC3E}">
        <p14:creationId xmlns:p14="http://schemas.microsoft.com/office/powerpoint/2010/main" val="26453970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2C5D1-7818-41B5-ABAD-5E4B38A5388F}" type="datetimeFigureOut">
              <a:rPr lang="en-GB" smtClean="0"/>
              <a:t>30/09/2026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21341-850D-40E1-BB3D-87946DC9B06D}" type="slidenum">
              <a:rPr lang="en-GB" smtClean="0"/>
              <a:t>‹#›</a:t>
            </a:fld>
            <a:endParaRPr lang="en-GB"/>
          </a:p>
        </p:txBody>
      </p:sp>
    </p:spTree>
    <p:extLst>
      <p:ext uri="{BB962C8B-B14F-4D97-AF65-F5344CB8AC3E}">
        <p14:creationId xmlns:p14="http://schemas.microsoft.com/office/powerpoint/2010/main" val="84704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twinkl.co.uk/" TargetMode="External"/><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twinkl.co.uk/" TargetMode="External"/><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2" Type="http://schemas.openxmlformats.org/officeDocument/2006/relationships/hyperlink" Target="mailto:twinklcares@twinkl.co.uk" TargetMode="Externa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hlinkClick r:id="rId3"/>
          </p:cNvPr>
          <p:cNvSpPr/>
          <p:nvPr userDrawn="1"/>
        </p:nvSpPr>
        <p:spPr>
          <a:xfrm>
            <a:off x="4137660" y="3152488"/>
            <a:ext cx="868680" cy="55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3704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rgbClr val="85BD3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8" name="Title 5"/>
          <p:cNvSpPr>
            <a:spLocks noGrp="1"/>
          </p:cNvSpPr>
          <p:nvPr>
            <p:ph type="title"/>
          </p:nvPr>
        </p:nvSpPr>
        <p:spPr>
          <a:xfrm>
            <a:off x="457198" y="438151"/>
            <a:ext cx="8220075" cy="994306"/>
          </a:xfrm>
          <a:prstGeom prst="roundRect">
            <a:avLst>
              <a:gd name="adj" fmla="val 9641"/>
            </a:avLst>
          </a:prstGeom>
        </p:spPr>
        <p:txBody>
          <a:bodyPr>
            <a:noAutofit/>
          </a:bodyPr>
          <a:lstStyle>
            <a:lvl1pPr>
              <a:defRPr sz="3600">
                <a:latin typeface="Twinkl" pitchFamily="2" charset="0"/>
              </a:defRPr>
            </a:lvl1pPr>
          </a:lstStyle>
          <a:p>
            <a:r>
              <a:rPr lang="en-US"/>
              <a:t>Click to edit Master title style</a:t>
            </a:r>
            <a:endParaRPr lang="en-GB" dirty="0"/>
          </a:p>
        </p:txBody>
      </p:sp>
    </p:spTree>
    <p:extLst>
      <p:ext uri="{BB962C8B-B14F-4D97-AF65-F5344CB8AC3E}">
        <p14:creationId xmlns:p14="http://schemas.microsoft.com/office/powerpoint/2010/main" val="261079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ms Slide">
    <p:spTree>
      <p:nvGrpSpPr>
        <p:cNvPr id="1" name=""/>
        <p:cNvGrpSpPr/>
        <p:nvPr/>
      </p:nvGrpSpPr>
      <p:grpSpPr>
        <a:xfrm>
          <a:off x="0" y="0"/>
          <a:ext cx="0" cy="0"/>
          <a:chOff x="0" y="0"/>
          <a:chExt cx="0" cy="0"/>
        </a:xfrm>
      </p:grpSpPr>
      <p:sp>
        <p:nvSpPr>
          <p:cNvPr id="2" name="Rounded Rectangle 24">
            <a:extLst>
              <a:ext uri="{FF2B5EF4-FFF2-40B4-BE49-F238E27FC236}">
                <a16:creationId xmlns:a16="http://schemas.microsoft.com/office/drawing/2014/main" id="{D00ECC8E-1AC3-4E6C-A19B-0A141ABB9071}"/>
              </a:ext>
            </a:extLst>
          </p:cNvPr>
          <p:cNvSpPr/>
          <p:nvPr userDrawn="1"/>
        </p:nvSpPr>
        <p:spPr bwMode="auto">
          <a:xfrm>
            <a:off x="503239" y="2930434"/>
            <a:ext cx="8137524" cy="3414803"/>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3" name="Rounded Rectangle 23">
            <a:extLst>
              <a:ext uri="{FF2B5EF4-FFF2-40B4-BE49-F238E27FC236}">
                <a16:creationId xmlns:a16="http://schemas.microsoft.com/office/drawing/2014/main" id="{D34100E7-28EA-4EB7-A437-37BB3EE7034D}"/>
              </a:ext>
            </a:extLst>
          </p:cNvPr>
          <p:cNvSpPr/>
          <p:nvPr userDrawn="1"/>
        </p:nvSpPr>
        <p:spPr bwMode="auto">
          <a:xfrm>
            <a:off x="503239" y="512763"/>
            <a:ext cx="8137524" cy="2193019"/>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2" name="Text Placeholder 9">
            <a:extLst>
              <a:ext uri="{FF2B5EF4-FFF2-40B4-BE49-F238E27FC236}">
                <a16:creationId xmlns:a16="http://schemas.microsoft.com/office/drawing/2014/main" id="{BAFFD08E-D8F1-4950-9C0C-AB7477306E53}"/>
              </a:ext>
            </a:extLst>
          </p:cNvPr>
          <p:cNvSpPr>
            <a:spLocks noGrp="1"/>
          </p:cNvSpPr>
          <p:nvPr>
            <p:ph type="body" sz="quarter" idx="10" hasCustomPrompt="1"/>
          </p:nvPr>
        </p:nvSpPr>
        <p:spPr>
          <a:xfrm>
            <a:off x="755651" y="1037017"/>
            <a:ext cx="7632699" cy="1469216"/>
          </a:xfrm>
          <a:prstGeom prst="roundRect">
            <a:avLst>
              <a:gd name="adj" fmla="val 2585"/>
            </a:avLst>
          </a:prstGeom>
        </p:spPr>
        <p:txBody>
          <a:bodyPr>
            <a:spAutoFit/>
          </a:bodyPr>
          <a:lstStyle>
            <a:lvl1pPr>
              <a:defRPr/>
            </a:lvl1pPr>
          </a:lstStyle>
          <a:p>
            <a:r>
              <a:rPr lang="en-GB" dirty="0">
                <a:latin typeface="Twinkl" pitchFamily="50" charset="0"/>
              </a:rPr>
              <a:t>Statement 1 Lorem ipsum </a:t>
            </a:r>
            <a:r>
              <a:rPr lang="en-GB" dirty="0" err="1">
                <a:latin typeface="Twinkl" pitchFamily="50" charset="0"/>
              </a:rPr>
              <a:t>dolor</a:t>
            </a:r>
            <a:r>
              <a:rPr lang="en-GB" dirty="0">
                <a:latin typeface="Twinkl" pitchFamily="50" charset="0"/>
              </a:rPr>
              <a:t> sit </a:t>
            </a:r>
            <a:r>
              <a:rPr lang="en-GB" dirty="0" err="1">
                <a:latin typeface="Twinkl" pitchFamily="50" charset="0"/>
              </a:rPr>
              <a:t>amet</a:t>
            </a:r>
            <a:r>
              <a:rPr lang="en-GB" dirty="0">
                <a:latin typeface="Twinkl" pitchFamily="50" charset="0"/>
              </a:rPr>
              <a:t>, </a:t>
            </a:r>
            <a:r>
              <a:rPr lang="en-GB" dirty="0" err="1">
                <a:latin typeface="Twinkl" pitchFamily="50" charset="0"/>
              </a:rPr>
              <a:t>consectetur</a:t>
            </a:r>
            <a:r>
              <a:rPr lang="en-GB" dirty="0">
                <a:latin typeface="Twinkl" pitchFamily="50" charset="0"/>
              </a:rPr>
              <a:t> </a:t>
            </a:r>
            <a:r>
              <a:rPr lang="en-GB" dirty="0" err="1">
                <a:latin typeface="Twinkl" pitchFamily="50" charset="0"/>
              </a:rPr>
              <a:t>adipiscing</a:t>
            </a:r>
            <a:r>
              <a:rPr lang="en-GB" dirty="0">
                <a:latin typeface="Twinkl" pitchFamily="50" charset="0"/>
              </a:rPr>
              <a:t> </a:t>
            </a:r>
            <a:r>
              <a:rPr lang="en-GB" dirty="0" err="1">
                <a:latin typeface="Twinkl" pitchFamily="50" charset="0"/>
              </a:rPr>
              <a:t>elit</a:t>
            </a:r>
            <a:r>
              <a:rPr lang="en-GB" dirty="0">
                <a:latin typeface="Twinkl" pitchFamily="50" charset="0"/>
              </a:rPr>
              <a:t>.</a:t>
            </a:r>
          </a:p>
          <a:p>
            <a:r>
              <a:rPr lang="en-GB" dirty="0">
                <a:latin typeface="Twinkl" pitchFamily="50" charset="0"/>
              </a:rPr>
              <a:t>Statement 2</a:t>
            </a:r>
          </a:p>
          <a:p>
            <a:pPr lvl="1"/>
            <a:r>
              <a:rPr lang="en-GB" sz="1800" dirty="0">
                <a:latin typeface="Twinkl" pitchFamily="50" charset="0"/>
              </a:rPr>
              <a:t>Sub statement</a:t>
            </a:r>
          </a:p>
        </p:txBody>
      </p:sp>
      <p:sp>
        <p:nvSpPr>
          <p:cNvPr id="13" name="Text Placeholder 9">
            <a:extLst>
              <a:ext uri="{FF2B5EF4-FFF2-40B4-BE49-F238E27FC236}">
                <a16:creationId xmlns:a16="http://schemas.microsoft.com/office/drawing/2014/main" id="{D99DBCE3-B6AA-4708-994C-5096C6F0D38E}"/>
              </a:ext>
            </a:extLst>
          </p:cNvPr>
          <p:cNvSpPr>
            <a:spLocks noGrp="1"/>
          </p:cNvSpPr>
          <p:nvPr>
            <p:ph type="body" sz="quarter" idx="11" hasCustomPrompt="1"/>
          </p:nvPr>
        </p:nvSpPr>
        <p:spPr>
          <a:xfrm>
            <a:off x="755651" y="3445623"/>
            <a:ext cx="7632699" cy="1469216"/>
          </a:xfrm>
          <a:prstGeom prst="roundRect">
            <a:avLst>
              <a:gd name="adj" fmla="val 2585"/>
            </a:avLst>
          </a:prstGeom>
        </p:spPr>
        <p:txBody>
          <a:bodyPr>
            <a:spAutoFit/>
          </a:bodyPr>
          <a:lstStyle>
            <a:lvl1pPr>
              <a:defRPr/>
            </a:lvl1pPr>
          </a:lstStyle>
          <a:p>
            <a:r>
              <a:rPr lang="en-GB" dirty="0">
                <a:latin typeface="Twinkl" pitchFamily="50" charset="0"/>
              </a:rPr>
              <a:t>Statement 1 Lorem ipsum </a:t>
            </a:r>
            <a:r>
              <a:rPr lang="en-GB" dirty="0" err="1">
                <a:latin typeface="Twinkl" pitchFamily="50" charset="0"/>
              </a:rPr>
              <a:t>dolor</a:t>
            </a:r>
            <a:r>
              <a:rPr lang="en-GB" dirty="0">
                <a:latin typeface="Twinkl" pitchFamily="50" charset="0"/>
              </a:rPr>
              <a:t> sit </a:t>
            </a:r>
            <a:r>
              <a:rPr lang="en-GB" dirty="0" err="1">
                <a:latin typeface="Twinkl" pitchFamily="50" charset="0"/>
              </a:rPr>
              <a:t>amet</a:t>
            </a:r>
            <a:r>
              <a:rPr lang="en-GB" dirty="0">
                <a:latin typeface="Twinkl" pitchFamily="50" charset="0"/>
              </a:rPr>
              <a:t>, </a:t>
            </a:r>
            <a:r>
              <a:rPr lang="en-GB" dirty="0" err="1">
                <a:latin typeface="Twinkl" pitchFamily="50" charset="0"/>
              </a:rPr>
              <a:t>consectetur</a:t>
            </a:r>
            <a:r>
              <a:rPr lang="en-GB" dirty="0">
                <a:latin typeface="Twinkl" pitchFamily="50" charset="0"/>
              </a:rPr>
              <a:t> </a:t>
            </a:r>
            <a:r>
              <a:rPr lang="en-GB" dirty="0" err="1">
                <a:latin typeface="Twinkl" pitchFamily="50" charset="0"/>
              </a:rPr>
              <a:t>adipiscing</a:t>
            </a:r>
            <a:r>
              <a:rPr lang="en-GB" dirty="0">
                <a:latin typeface="Twinkl" pitchFamily="50" charset="0"/>
              </a:rPr>
              <a:t> </a:t>
            </a:r>
            <a:r>
              <a:rPr lang="en-GB" dirty="0" err="1">
                <a:latin typeface="Twinkl" pitchFamily="50" charset="0"/>
              </a:rPr>
              <a:t>elit</a:t>
            </a:r>
            <a:r>
              <a:rPr lang="en-GB" dirty="0">
                <a:latin typeface="Twinkl" pitchFamily="50" charset="0"/>
              </a:rPr>
              <a:t>.</a:t>
            </a:r>
          </a:p>
          <a:p>
            <a:r>
              <a:rPr lang="en-GB" dirty="0">
                <a:latin typeface="Twinkl" pitchFamily="50" charset="0"/>
              </a:rPr>
              <a:t>Statement 2</a:t>
            </a:r>
          </a:p>
          <a:p>
            <a:pPr lvl="1"/>
            <a:r>
              <a:rPr lang="en-GB" sz="1800" dirty="0">
                <a:latin typeface="Twinkl" pitchFamily="50" charset="0"/>
              </a:rPr>
              <a:t>Sub statement</a:t>
            </a:r>
          </a:p>
        </p:txBody>
      </p:sp>
      <p:sp>
        <p:nvSpPr>
          <p:cNvPr id="15" name="Text Placeholder 8">
            <a:extLst>
              <a:ext uri="{FF2B5EF4-FFF2-40B4-BE49-F238E27FC236}">
                <a16:creationId xmlns:a16="http://schemas.microsoft.com/office/drawing/2014/main" id="{E9191366-6C10-435F-A2F8-6CBD1318FD96}"/>
              </a:ext>
            </a:extLst>
          </p:cNvPr>
          <p:cNvSpPr>
            <a:spLocks noGrp="1"/>
          </p:cNvSpPr>
          <p:nvPr>
            <p:ph type="body" sz="quarter" idx="12" hasCustomPrompt="1"/>
          </p:nvPr>
        </p:nvSpPr>
        <p:spPr>
          <a:xfrm>
            <a:off x="755650" y="512763"/>
            <a:ext cx="7632700" cy="503237"/>
          </a:xfrm>
          <a:prstGeom prst="roundRect">
            <a:avLst>
              <a:gd name="adj" fmla="val 2585"/>
            </a:avLst>
          </a:prstGeom>
        </p:spPr>
        <p:txBody>
          <a:bodyPr lIns="0" tIns="252000" rIns="0" bIns="0" anchor="ctr" anchorCtr="0">
            <a:noAutofit/>
          </a:bodyPr>
          <a:lstStyle>
            <a:lvl1pPr marL="0" indent="0" algn="ctr">
              <a:buNone/>
              <a:defRPr sz="3600" b="1"/>
            </a:lvl1pPr>
          </a:lstStyle>
          <a:p>
            <a:pPr lvl="0"/>
            <a:r>
              <a:rPr lang="en-US" dirty="0"/>
              <a:t>Aim</a:t>
            </a:r>
            <a:endParaRPr lang="en-GB" dirty="0"/>
          </a:p>
        </p:txBody>
      </p:sp>
      <p:sp>
        <p:nvSpPr>
          <p:cNvPr id="17" name="Text Placeholder 8">
            <a:extLst>
              <a:ext uri="{FF2B5EF4-FFF2-40B4-BE49-F238E27FC236}">
                <a16:creationId xmlns:a16="http://schemas.microsoft.com/office/drawing/2014/main" id="{6758EDAF-8492-4BF5-93A1-EA11C5D83003}"/>
              </a:ext>
            </a:extLst>
          </p:cNvPr>
          <p:cNvSpPr>
            <a:spLocks noGrp="1"/>
          </p:cNvSpPr>
          <p:nvPr>
            <p:ph type="body" sz="quarter" idx="13" hasCustomPrompt="1"/>
          </p:nvPr>
        </p:nvSpPr>
        <p:spPr>
          <a:xfrm>
            <a:off x="755649" y="2930434"/>
            <a:ext cx="7632700" cy="503237"/>
          </a:xfrm>
          <a:prstGeom prst="roundRect">
            <a:avLst>
              <a:gd name="adj" fmla="val 2585"/>
            </a:avLst>
          </a:prstGeom>
        </p:spPr>
        <p:txBody>
          <a:bodyPr lIns="0" tIns="252000" rIns="0" bIns="0" anchor="ctr" anchorCtr="0">
            <a:noAutofit/>
          </a:bodyPr>
          <a:lstStyle>
            <a:lvl1pPr marL="0" indent="0" algn="ctr">
              <a:buNone/>
              <a:defRPr sz="3600" b="1"/>
            </a:lvl1pPr>
          </a:lstStyle>
          <a:p>
            <a:pPr lvl="0"/>
            <a:r>
              <a:rPr lang="en-US" dirty="0"/>
              <a:t>Success Criteria</a:t>
            </a:r>
            <a:endParaRPr lang="en-GB" dirty="0"/>
          </a:p>
        </p:txBody>
      </p:sp>
    </p:spTree>
    <p:extLst>
      <p:ext uri="{BB962C8B-B14F-4D97-AF65-F5344CB8AC3E}">
        <p14:creationId xmlns:p14="http://schemas.microsoft.com/office/powerpoint/2010/main" val="2257523209"/>
      </p:ext>
    </p:extLst>
  </p:cSld>
  <p:clrMapOvr>
    <a:masterClrMapping/>
  </p:clrMapOvr>
  <p:extLst>
    <p:ext uri="{DCECCB84-F9BA-43D5-87BE-67443E8EF086}">
      <p15:sldGuideLst xmlns:p15="http://schemas.microsoft.com/office/powerpoint/2012/main">
        <p15:guide id="1" orient="horz" pos="640" userDrawn="1">
          <p15:clr>
            <a:srgbClr val="F26B43"/>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hlinkClick r:id="rId3"/>
          </p:cNvPr>
          <p:cNvSpPr/>
          <p:nvPr userDrawn="1"/>
        </p:nvSpPr>
        <p:spPr>
          <a:xfrm>
            <a:off x="4137660" y="3152488"/>
            <a:ext cx="868680" cy="55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81973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nimation and Editable Resource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rgbClr val="23232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41" name="Group 40">
            <a:extLst>
              <a:ext uri="{FF2B5EF4-FFF2-40B4-BE49-F238E27FC236}">
                <a16:creationId xmlns:a16="http://schemas.microsoft.com/office/drawing/2014/main" id="{2BB4EA30-0107-4362-9222-C6055ABF324A}"/>
              </a:ext>
            </a:extLst>
          </p:cNvPr>
          <p:cNvGrpSpPr/>
          <p:nvPr userDrawn="1"/>
        </p:nvGrpSpPr>
        <p:grpSpPr>
          <a:xfrm>
            <a:off x="743835" y="3604852"/>
            <a:ext cx="7644513" cy="1571953"/>
            <a:chOff x="743837" y="1344834"/>
            <a:chExt cx="7644513" cy="1571953"/>
          </a:xfrm>
        </p:grpSpPr>
        <p:sp>
          <p:nvSpPr>
            <p:cNvPr id="42" name="Rectangle 41">
              <a:extLst>
                <a:ext uri="{FF2B5EF4-FFF2-40B4-BE49-F238E27FC236}">
                  <a16:creationId xmlns:a16="http://schemas.microsoft.com/office/drawing/2014/main" id="{0DF60415-D303-4DFE-A6B8-E0AB42EF4DDC}"/>
                </a:ext>
              </a:extLst>
            </p:cNvPr>
            <p:cNvSpPr/>
            <p:nvPr/>
          </p:nvSpPr>
          <p:spPr>
            <a:xfrm>
              <a:off x="743837" y="1344834"/>
              <a:ext cx="1266195" cy="273960"/>
            </a:xfrm>
            <a:prstGeom prst="rect">
              <a:avLst/>
            </a:prstGeom>
            <a:solidFill>
              <a:srgbClr val="0076B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l"/>
              <a:r>
                <a:rPr lang="en-GB" sz="1600" b="1" dirty="0">
                  <a:solidFill>
                    <a:schemeClr val="bg1"/>
                  </a:solidFill>
                  <a:latin typeface="Roboto" panose="02000000000000000000" pitchFamily="2" charset="0"/>
                  <a:ea typeface="Roboto" panose="02000000000000000000" pitchFamily="2" charset="0"/>
                </a:rPr>
                <a:t>Editable</a:t>
              </a:r>
            </a:p>
          </p:txBody>
        </p:sp>
        <p:sp>
          <p:nvSpPr>
            <p:cNvPr id="43" name="Rectangle 42">
              <a:extLst>
                <a:ext uri="{FF2B5EF4-FFF2-40B4-BE49-F238E27FC236}">
                  <a16:creationId xmlns:a16="http://schemas.microsoft.com/office/drawing/2014/main" id="{6A96975B-C3DC-451D-8423-D15D5BCDB436}"/>
                </a:ext>
              </a:extLst>
            </p:cNvPr>
            <p:cNvSpPr/>
            <p:nvPr/>
          </p:nvSpPr>
          <p:spPr>
            <a:xfrm>
              <a:off x="755650" y="1618794"/>
              <a:ext cx="7632700" cy="1297993"/>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b="0" i="0" dirty="0">
                  <a:solidFill>
                    <a:srgbClr val="202124"/>
                  </a:solidFill>
                  <a:effectLst/>
                  <a:latin typeface="Roboto" panose="02000000000000000000" pitchFamily="2" charset="0"/>
                </a:rPr>
                <a:t>This resource is editable and can be adapted to meet the needs of different learners. Twinkl cannot be held responsible for any changes made once a resource has been downloaded. Please be aware that this content may have been edited and therefore </a:t>
              </a:r>
              <a:br>
                <a:rPr lang="en-GB" sz="1400" b="0" i="0" dirty="0">
                  <a:solidFill>
                    <a:srgbClr val="202124"/>
                  </a:solidFill>
                  <a:effectLst/>
                  <a:latin typeface="Roboto" panose="02000000000000000000" pitchFamily="2" charset="0"/>
                </a:rPr>
              </a:br>
              <a:r>
                <a:rPr lang="en-GB" sz="1400" b="0" i="0" dirty="0">
                  <a:solidFill>
                    <a:srgbClr val="202124"/>
                  </a:solidFill>
                  <a:effectLst/>
                  <a:latin typeface="Roboto" panose="02000000000000000000" pitchFamily="2" charset="0"/>
                </a:rPr>
                <a:t>may no longer reflect our values.</a:t>
              </a:r>
              <a:endParaRPr lang="en-GB" sz="1400" dirty="0">
                <a:latin typeface="Roboto" panose="02000000000000000000" pitchFamily="2" charset="0"/>
                <a:ea typeface="Roboto" panose="02000000000000000000" pitchFamily="2" charset="0"/>
              </a:endParaRPr>
            </a:p>
          </p:txBody>
        </p:sp>
      </p:gr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94E13"/>
                </a:solidFill>
                <a:latin typeface="Roboto" panose="02000000000000000000" pitchFamily="2" charset="0"/>
                <a:ea typeface="Roboto" panose="02000000000000000000" pitchFamily="2" charset="0"/>
              </a:rPr>
              <a:t>Disclaimer/s</a:t>
            </a:r>
            <a:endParaRPr lang="en-GB" sz="2800" b="1" dirty="0">
              <a:solidFill>
                <a:srgbClr val="E94E13"/>
              </a:solidFill>
            </a:endParaRPr>
          </a:p>
        </p:txBody>
      </p:sp>
      <p:sp>
        <p:nvSpPr>
          <p:cNvPr id="2" name="Rectangle 1">
            <a:extLst>
              <a:ext uri="{FF2B5EF4-FFF2-40B4-BE49-F238E27FC236}">
                <a16:creationId xmlns:a16="http://schemas.microsoft.com/office/drawing/2014/main" id="{831FCADC-C0C1-A512-A0E6-00735A98EE23}"/>
              </a:ext>
            </a:extLst>
          </p:cNvPr>
          <p:cNvSpPr/>
          <p:nvPr userDrawn="1"/>
        </p:nvSpPr>
        <p:spPr>
          <a:xfrm>
            <a:off x="743835" y="1681195"/>
            <a:ext cx="3162243" cy="273960"/>
          </a:xfrm>
          <a:prstGeom prst="rect">
            <a:avLst/>
          </a:prstGeom>
          <a:solidFill>
            <a:srgbClr val="0076B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i="0" dirty="0">
                <a:solidFill>
                  <a:schemeClr val="bg1"/>
                </a:solidFill>
                <a:effectLst/>
                <a:latin typeface="Roboto" panose="02000000000000000000" pitchFamily="2" charset="0"/>
                <a:ea typeface="Roboto" panose="02000000000000000000" pitchFamily="2" charset="0"/>
              </a:rPr>
              <a:t>'Presentation Mode' PowerPoint</a:t>
            </a:r>
            <a:endParaRPr lang="en-GB" sz="1600" b="1" i="0" dirty="0">
              <a:solidFill>
                <a:schemeClr val="bg1"/>
              </a:solidFill>
              <a:latin typeface="Roboto" panose="02000000000000000000" pitchFamily="2" charset="0"/>
              <a:ea typeface="Roboto" panose="02000000000000000000" pitchFamily="2" charset="0"/>
            </a:endParaRPr>
          </a:p>
        </p:txBody>
      </p:sp>
      <p:sp>
        <p:nvSpPr>
          <p:cNvPr id="3" name="Rectangle 2">
            <a:extLst>
              <a:ext uri="{FF2B5EF4-FFF2-40B4-BE49-F238E27FC236}">
                <a16:creationId xmlns:a16="http://schemas.microsoft.com/office/drawing/2014/main" id="{F88C9B18-CEF9-33DD-B6BC-F4FAE51CB874}"/>
              </a:ext>
            </a:extLst>
          </p:cNvPr>
          <p:cNvSpPr/>
          <p:nvPr userDrawn="1"/>
        </p:nvSpPr>
        <p:spPr>
          <a:xfrm>
            <a:off x="755648" y="1955155"/>
            <a:ext cx="7632700" cy="1513437"/>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b="0" i="0" dirty="0">
                <a:solidFill>
                  <a:srgbClr val="000000"/>
                </a:solidFill>
                <a:effectLst/>
                <a:latin typeface="Roboto" panose="02000000000000000000" pitchFamily="2" charset="0"/>
                <a:ea typeface="Roboto" panose="02000000000000000000" pitchFamily="2" charset="0"/>
              </a:rPr>
              <a:t>We hope you find the information on our website and resources useful. This resource has been designed to be compatible with Microsoft PowerPoint. To view the content in the correct formatting, please view the presentation using </a:t>
            </a:r>
            <a:r>
              <a:rPr lang="en-GB" sz="1400" b="1" i="0" dirty="0">
                <a:solidFill>
                  <a:srgbClr val="000000"/>
                </a:solidFill>
                <a:effectLst/>
                <a:latin typeface="Roboto" panose="02000000000000000000" pitchFamily="2" charset="0"/>
                <a:ea typeface="Roboto" panose="02000000000000000000" pitchFamily="2" charset="0"/>
              </a:rPr>
              <a:t>PowerPoint in Slide Show mode</a:t>
            </a:r>
            <a:r>
              <a:rPr lang="en-GB" sz="1400" b="0" i="0" dirty="0">
                <a:solidFill>
                  <a:srgbClr val="000000"/>
                </a:solidFill>
                <a:effectLst/>
                <a:latin typeface="Roboto" panose="02000000000000000000" pitchFamily="2" charset="0"/>
                <a:ea typeface="Roboto" panose="02000000000000000000" pitchFamily="2" charset="0"/>
              </a:rPr>
              <a:t>. If you view the slides using other presentation software or out of Slide Show mode, you may find that some of the text and images overlap each other and/or are difficult to read.</a:t>
            </a:r>
            <a:endParaRPr lang="en-GB" sz="14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624152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udio/Video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7" name="Rectangle 6">
            <a:extLst>
              <a:ext uri="{FF2B5EF4-FFF2-40B4-BE49-F238E27FC236}">
                <a16:creationId xmlns:a16="http://schemas.microsoft.com/office/drawing/2014/main" id="{FFC63B62-F6F8-4A70-935A-0CBCE04C051B}"/>
              </a:ext>
            </a:extLst>
          </p:cNvPr>
          <p:cNvSpPr/>
          <p:nvPr userDrawn="1"/>
        </p:nvSpPr>
        <p:spPr>
          <a:xfrm>
            <a:off x="755650"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sp>
        <p:nvSpPr>
          <p:cNvPr id="9" name="Rectangle 8">
            <a:extLst>
              <a:ext uri="{FF2B5EF4-FFF2-40B4-BE49-F238E27FC236}">
                <a16:creationId xmlns:a16="http://schemas.microsoft.com/office/drawing/2014/main" id="{F19AD57E-3485-41E5-86B7-DD796C8FF6EE}"/>
              </a:ext>
            </a:extLst>
          </p:cNvPr>
          <p:cNvSpPr/>
          <p:nvPr userDrawn="1"/>
        </p:nvSpPr>
        <p:spPr>
          <a:xfrm>
            <a:off x="3380669"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sp>
        <p:nvSpPr>
          <p:cNvPr id="10" name="Rectangle 9">
            <a:extLst>
              <a:ext uri="{FF2B5EF4-FFF2-40B4-BE49-F238E27FC236}">
                <a16:creationId xmlns:a16="http://schemas.microsoft.com/office/drawing/2014/main" id="{2A702136-D7DD-49CD-A4E0-42B0D1BAFEFE}"/>
              </a:ext>
            </a:extLst>
          </p:cNvPr>
          <p:cNvSpPr/>
          <p:nvPr userDrawn="1"/>
        </p:nvSpPr>
        <p:spPr>
          <a:xfrm>
            <a:off x="6005688"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pic>
        <p:nvPicPr>
          <p:cNvPr id="12" name="Picture 1">
            <a:extLst>
              <a:ext uri="{FF2B5EF4-FFF2-40B4-BE49-F238E27FC236}">
                <a16:creationId xmlns:a16="http://schemas.microsoft.com/office/drawing/2014/main" id="{3124EECE-F7EF-4595-9620-68FD0E5E79FF}"/>
              </a:ext>
            </a:extLst>
          </p:cNvPr>
          <p:cNvPicPr>
            <a:picLocks noChangeAspect="1"/>
          </p:cNvPicPr>
          <p:nvPr userDrawn="1"/>
        </p:nvPicPr>
        <p:blipFill>
          <a:blip r:embed="rId2">
            <a:extLst>
              <a:ext uri="{28A0092B-C50C-407E-A947-70E740481C1C}">
                <a14:useLocalDpi xmlns:a14="http://schemas.microsoft.com/office/drawing/2010/main" val="0"/>
              </a:ext>
            </a:extLst>
          </a:blip>
          <a:srcRect l="14311" t="18852" r="58228" b="54654"/>
          <a:stretch>
            <a:fillRect/>
          </a:stretch>
        </p:blipFill>
        <p:spPr bwMode="auto">
          <a:xfrm>
            <a:off x="1088144" y="2435955"/>
            <a:ext cx="1717675" cy="1150938"/>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606CC5B3-3D32-4C6C-8E1F-3758561C1FA7}"/>
              </a:ext>
            </a:extLst>
          </p:cNvPr>
          <p:cNvPicPr>
            <a:picLocks noChangeAspect="1"/>
          </p:cNvPicPr>
          <p:nvPr userDrawn="1"/>
        </p:nvPicPr>
        <p:blipFill>
          <a:blip r:embed="rId3">
            <a:extLst>
              <a:ext uri="{28A0092B-C50C-407E-A947-70E740481C1C}">
                <a14:useLocalDpi xmlns:a14="http://schemas.microsoft.com/office/drawing/2010/main" val="0"/>
              </a:ext>
            </a:extLst>
          </a:blip>
          <a:srcRect l="15067" t="26003" r="44786" b="11296"/>
          <a:stretch>
            <a:fillRect/>
          </a:stretch>
        </p:blipFill>
        <p:spPr bwMode="auto">
          <a:xfrm>
            <a:off x="1088144" y="3771617"/>
            <a:ext cx="1717675" cy="185737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5" name="Rectangle 14">
            <a:extLst>
              <a:ext uri="{FF2B5EF4-FFF2-40B4-BE49-F238E27FC236}">
                <a16:creationId xmlns:a16="http://schemas.microsoft.com/office/drawing/2014/main" id="{BF1001AF-39AD-4F6C-8CC7-DE3F05F47402}"/>
              </a:ext>
            </a:extLst>
          </p:cNvPr>
          <p:cNvSpPr/>
          <p:nvPr userDrawn="1"/>
        </p:nvSpPr>
        <p:spPr>
          <a:xfrm>
            <a:off x="450762" y="5938338"/>
            <a:ext cx="8226000" cy="295275"/>
          </a:xfrm>
          <a:prstGeom prst="rect">
            <a:avLst/>
          </a:prstGeom>
          <a:solidFill>
            <a:srgbClr val="E34192"/>
          </a:solidFill>
          <a:ln>
            <a:solidFill>
              <a:srgbClr val="E3419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100" b="1" dirty="0">
                <a:solidFill>
                  <a:schemeClr val="bg1"/>
                </a:solidFill>
                <a:latin typeface="Roboto" panose="02000000000000000000" pitchFamily="2" charset="0"/>
                <a:ea typeface="Roboto" panose="02000000000000000000" pitchFamily="2" charset="0"/>
                <a:cs typeface="Arial" panose="020B0604020202020204" pitchFamily="34" charset="0"/>
              </a:rPr>
              <a:t>Please note the embedded audio may not be compatible with earlier versions of PowerPoint. </a:t>
            </a:r>
          </a:p>
        </p:txBody>
      </p:sp>
      <p:grpSp>
        <p:nvGrpSpPr>
          <p:cNvPr id="16" name="Group 15">
            <a:extLst>
              <a:ext uri="{FF2B5EF4-FFF2-40B4-BE49-F238E27FC236}">
                <a16:creationId xmlns:a16="http://schemas.microsoft.com/office/drawing/2014/main" id="{F4C02CD7-54FA-442D-8552-484866B452A3}"/>
              </a:ext>
            </a:extLst>
          </p:cNvPr>
          <p:cNvGrpSpPr/>
          <p:nvPr userDrawn="1"/>
        </p:nvGrpSpPr>
        <p:grpSpPr>
          <a:xfrm>
            <a:off x="653175" y="1186618"/>
            <a:ext cx="2485137" cy="4640495"/>
            <a:chOff x="653175" y="1293580"/>
            <a:chExt cx="2485137" cy="4640495"/>
          </a:xfrm>
        </p:grpSpPr>
        <p:sp>
          <p:nvSpPr>
            <p:cNvPr id="17" name="Rectangle 16">
              <a:extLst>
                <a:ext uri="{FF2B5EF4-FFF2-40B4-BE49-F238E27FC236}">
                  <a16:creationId xmlns:a16="http://schemas.microsoft.com/office/drawing/2014/main" id="{70129BA9-07CA-4E45-BE89-A3B3D8B06794}"/>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Open the downloaded folder and copy all the files.</a:t>
              </a:r>
            </a:p>
          </p:txBody>
        </p:sp>
        <p:sp>
          <p:nvSpPr>
            <p:cNvPr id="18" name="Oval 17">
              <a:extLst>
                <a:ext uri="{FF2B5EF4-FFF2-40B4-BE49-F238E27FC236}">
                  <a16:creationId xmlns:a16="http://schemas.microsoft.com/office/drawing/2014/main" id="{06AD645D-EF4C-43B9-BC02-E73591ACFEA8}"/>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1</a:t>
              </a:r>
            </a:p>
          </p:txBody>
        </p:sp>
      </p:grpSp>
      <p:grpSp>
        <p:nvGrpSpPr>
          <p:cNvPr id="19" name="Group 18">
            <a:extLst>
              <a:ext uri="{FF2B5EF4-FFF2-40B4-BE49-F238E27FC236}">
                <a16:creationId xmlns:a16="http://schemas.microsoft.com/office/drawing/2014/main" id="{08DFAC45-3E54-4D6A-98C4-CF211C83922E}"/>
              </a:ext>
            </a:extLst>
          </p:cNvPr>
          <p:cNvGrpSpPr/>
          <p:nvPr userDrawn="1"/>
        </p:nvGrpSpPr>
        <p:grpSpPr>
          <a:xfrm>
            <a:off x="3278194" y="1186618"/>
            <a:ext cx="2485137" cy="4640495"/>
            <a:chOff x="653175" y="1293580"/>
            <a:chExt cx="2485137" cy="4640495"/>
          </a:xfrm>
        </p:grpSpPr>
        <p:sp>
          <p:nvSpPr>
            <p:cNvPr id="20" name="Rectangle 19">
              <a:extLst>
                <a:ext uri="{FF2B5EF4-FFF2-40B4-BE49-F238E27FC236}">
                  <a16:creationId xmlns:a16="http://schemas.microsoft.com/office/drawing/2014/main" id="{F0CD5D4D-4B63-46DB-9525-B34F30B13615}"/>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Paste the copied files into a new folder.</a:t>
              </a:r>
            </a:p>
          </p:txBody>
        </p:sp>
        <p:sp>
          <p:nvSpPr>
            <p:cNvPr id="21" name="Oval 20">
              <a:extLst>
                <a:ext uri="{FF2B5EF4-FFF2-40B4-BE49-F238E27FC236}">
                  <a16:creationId xmlns:a16="http://schemas.microsoft.com/office/drawing/2014/main" id="{E921D1FD-6ED8-4721-9B13-952826BF7583}"/>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2</a:t>
              </a:r>
            </a:p>
          </p:txBody>
        </p:sp>
      </p:grpSp>
      <p:grpSp>
        <p:nvGrpSpPr>
          <p:cNvPr id="22" name="Group 21">
            <a:extLst>
              <a:ext uri="{FF2B5EF4-FFF2-40B4-BE49-F238E27FC236}">
                <a16:creationId xmlns:a16="http://schemas.microsoft.com/office/drawing/2014/main" id="{2E64373C-29B9-44AD-BBFF-1C2B6CB8B856}"/>
              </a:ext>
            </a:extLst>
          </p:cNvPr>
          <p:cNvGrpSpPr/>
          <p:nvPr userDrawn="1"/>
        </p:nvGrpSpPr>
        <p:grpSpPr>
          <a:xfrm>
            <a:off x="5903213" y="1186618"/>
            <a:ext cx="2485137" cy="4640495"/>
            <a:chOff x="653175" y="1293580"/>
            <a:chExt cx="2485137" cy="4640495"/>
          </a:xfrm>
        </p:grpSpPr>
        <p:sp>
          <p:nvSpPr>
            <p:cNvPr id="23" name="Rectangle 22">
              <a:extLst>
                <a:ext uri="{FF2B5EF4-FFF2-40B4-BE49-F238E27FC236}">
                  <a16:creationId xmlns:a16="http://schemas.microsoft.com/office/drawing/2014/main" id="{3F8F64B4-C8AD-4F3A-AC24-CC1D1D7B43F0}"/>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To use the PowerPoint, enable editing and put into slide show mode.</a:t>
              </a:r>
            </a:p>
          </p:txBody>
        </p:sp>
        <p:sp>
          <p:nvSpPr>
            <p:cNvPr id="24" name="Oval 23">
              <a:extLst>
                <a:ext uri="{FF2B5EF4-FFF2-40B4-BE49-F238E27FC236}">
                  <a16:creationId xmlns:a16="http://schemas.microsoft.com/office/drawing/2014/main" id="{306893F1-C2B6-43EB-825A-DA5B276C8908}"/>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3</a:t>
              </a:r>
            </a:p>
          </p:txBody>
        </p:sp>
      </p:grpSp>
      <p:pic>
        <p:nvPicPr>
          <p:cNvPr id="25" name="Picture 24">
            <a:extLst>
              <a:ext uri="{FF2B5EF4-FFF2-40B4-BE49-F238E27FC236}">
                <a16:creationId xmlns:a16="http://schemas.microsoft.com/office/drawing/2014/main" id="{F8E75E30-3E3D-4F9B-9EF6-9A9630C27CBB}"/>
              </a:ext>
            </a:extLst>
          </p:cNvPr>
          <p:cNvPicPr>
            <a:picLocks noChangeAspect="1"/>
          </p:cNvPicPr>
          <p:nvPr userDrawn="1"/>
        </p:nvPicPr>
        <p:blipFill>
          <a:blip r:embed="rId4">
            <a:extLst>
              <a:ext uri="{28A0092B-C50C-407E-A947-70E740481C1C}">
                <a14:useLocalDpi xmlns:a14="http://schemas.microsoft.com/office/drawing/2010/main" val="0"/>
              </a:ext>
            </a:extLst>
          </a:blip>
          <a:srcRect l="14085" t="17912" r="52493" b="25307"/>
          <a:stretch>
            <a:fillRect/>
          </a:stretch>
        </p:blipFill>
        <p:spPr bwMode="auto">
          <a:xfrm>
            <a:off x="3720306" y="2435955"/>
            <a:ext cx="1703388" cy="200342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E55EBE21-985E-4E8F-B68C-A7F9AB89D609}"/>
              </a:ext>
            </a:extLst>
          </p:cNvPr>
          <p:cNvPicPr>
            <a:picLocks noChangeAspect="1"/>
          </p:cNvPicPr>
          <p:nvPr userDrawn="1"/>
        </p:nvPicPr>
        <p:blipFill>
          <a:blip r:embed="rId5">
            <a:extLst>
              <a:ext uri="{28A0092B-C50C-407E-A947-70E740481C1C}">
                <a14:useLocalDpi xmlns:a14="http://schemas.microsoft.com/office/drawing/2010/main" val="0"/>
              </a:ext>
            </a:extLst>
          </a:blip>
          <a:srcRect t="65628"/>
          <a:stretch>
            <a:fillRect/>
          </a:stretch>
        </p:blipFill>
        <p:spPr bwMode="auto">
          <a:xfrm>
            <a:off x="6114362" y="3710564"/>
            <a:ext cx="2165314" cy="1601754"/>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12AA4B95-3CCC-45E1-B7B1-343CCBC6F42A}"/>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6114344" y="2435955"/>
            <a:ext cx="2165350" cy="22542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grpSp>
        <p:nvGrpSpPr>
          <p:cNvPr id="28" name="Group 27">
            <a:extLst>
              <a:ext uri="{FF2B5EF4-FFF2-40B4-BE49-F238E27FC236}">
                <a16:creationId xmlns:a16="http://schemas.microsoft.com/office/drawing/2014/main" id="{EB959152-16E0-47A5-9814-E4CDFB5F1B4A}"/>
              </a:ext>
            </a:extLst>
          </p:cNvPr>
          <p:cNvGrpSpPr/>
          <p:nvPr userDrawn="1"/>
        </p:nvGrpSpPr>
        <p:grpSpPr>
          <a:xfrm>
            <a:off x="6114362" y="2862122"/>
            <a:ext cx="2165350" cy="690207"/>
            <a:chOff x="6137101" y="2837944"/>
            <a:chExt cx="2165350" cy="690207"/>
          </a:xfrm>
        </p:grpSpPr>
        <p:grpSp>
          <p:nvGrpSpPr>
            <p:cNvPr id="29" name="Group 28">
              <a:extLst>
                <a:ext uri="{FF2B5EF4-FFF2-40B4-BE49-F238E27FC236}">
                  <a16:creationId xmlns:a16="http://schemas.microsoft.com/office/drawing/2014/main" id="{2AA9C2EC-978E-419F-A507-D371B5CA5B55}"/>
                </a:ext>
              </a:extLst>
            </p:cNvPr>
            <p:cNvGrpSpPr>
              <a:grpSpLocks/>
            </p:cNvGrpSpPr>
            <p:nvPr/>
          </p:nvGrpSpPr>
          <p:grpSpPr bwMode="auto">
            <a:xfrm>
              <a:off x="6137101" y="2837944"/>
              <a:ext cx="2165350" cy="647700"/>
              <a:chOff x="6164808" y="2589878"/>
              <a:chExt cx="2165459" cy="647296"/>
            </a:xfrm>
          </p:grpSpPr>
          <p:pic>
            <p:nvPicPr>
              <p:cNvPr id="31" name="Picture 30">
                <a:extLst>
                  <a:ext uri="{FF2B5EF4-FFF2-40B4-BE49-F238E27FC236}">
                    <a16:creationId xmlns:a16="http://schemas.microsoft.com/office/drawing/2014/main" id="{B5145F20-A130-4EC9-B902-0B2D234C1C06}"/>
                  </a:ext>
                </a:extLst>
              </p:cNvPr>
              <p:cNvPicPr>
                <a:picLocks noChangeAspect="1"/>
              </p:cNvPicPr>
              <p:nvPr/>
            </p:nvPicPr>
            <p:blipFill>
              <a:blip r:embed="rId7">
                <a:extLst>
                  <a:ext uri="{28A0092B-C50C-407E-A947-70E740481C1C}">
                    <a14:useLocalDpi xmlns:a14="http://schemas.microsoft.com/office/drawing/2010/main" val="0"/>
                  </a:ext>
                </a:extLst>
              </a:blip>
              <a:srcRect t="60687"/>
              <a:stretch>
                <a:fillRect/>
              </a:stretch>
            </p:blipFill>
            <p:spPr bwMode="auto">
              <a:xfrm>
                <a:off x="6164808" y="2589878"/>
                <a:ext cx="2165459" cy="647296"/>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cxnSp>
            <p:nvCxnSpPr>
              <p:cNvPr id="32" name="Straight Arrow Connector 31">
                <a:extLst>
                  <a:ext uri="{FF2B5EF4-FFF2-40B4-BE49-F238E27FC236}">
                    <a16:creationId xmlns:a16="http://schemas.microsoft.com/office/drawing/2014/main" id="{7209CC96-78F3-4B82-BE38-23F76BEC0573}"/>
                  </a:ext>
                </a:extLst>
              </p:cNvPr>
              <p:cNvCxnSpPr/>
              <p:nvPr/>
            </p:nvCxnSpPr>
            <p:spPr>
              <a:xfrm flipH="1">
                <a:off x="7949742" y="2768837"/>
                <a:ext cx="79379" cy="287158"/>
              </a:xfrm>
              <a:prstGeom prst="straightConnector1">
                <a:avLst/>
              </a:prstGeom>
              <a:ln w="19050">
                <a:solidFill>
                  <a:srgbClr val="18A0DB"/>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Oval 29">
              <a:extLst>
                <a:ext uri="{FF2B5EF4-FFF2-40B4-BE49-F238E27FC236}">
                  <a16:creationId xmlns:a16="http://schemas.microsoft.com/office/drawing/2014/main" id="{289AD21C-A27E-4E30-8AB2-27CBD6E49F15}"/>
                </a:ext>
              </a:extLst>
            </p:cNvPr>
            <p:cNvSpPr/>
            <p:nvPr/>
          </p:nvSpPr>
          <p:spPr>
            <a:xfrm>
              <a:off x="7790917" y="3317748"/>
              <a:ext cx="210403" cy="210403"/>
            </a:xfrm>
            <a:prstGeom prst="ellipse">
              <a:avLst/>
            </a:prstGeom>
            <a:noFill/>
            <a:ln w="19050">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5" name="TextBox 44">
            <a:extLst>
              <a:ext uri="{FF2B5EF4-FFF2-40B4-BE49-F238E27FC236}">
                <a16:creationId xmlns:a16="http://schemas.microsoft.com/office/drawing/2014/main" id="{3642231C-A2F6-4367-90C6-0767E987F9A9}"/>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Guidance for Video/Audio in PowerPoints</a:t>
            </a:r>
            <a:endParaRPr lang="en-GB" sz="2800" b="1" dirty="0">
              <a:solidFill>
                <a:srgbClr val="E34192"/>
              </a:solidFill>
            </a:endParaRPr>
          </a:p>
        </p:txBody>
      </p:sp>
    </p:spTree>
    <p:extLst>
      <p:ext uri="{BB962C8B-B14F-4D97-AF65-F5344CB8AC3E}">
        <p14:creationId xmlns:p14="http://schemas.microsoft.com/office/powerpoint/2010/main" val="395936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dvance Copy">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43" name="Rectangle 42">
            <a:extLst>
              <a:ext uri="{FF2B5EF4-FFF2-40B4-BE49-F238E27FC236}">
                <a16:creationId xmlns:a16="http://schemas.microsoft.com/office/drawing/2014/main" id="{6A96975B-C3DC-451D-8423-D15D5BCDB436}"/>
              </a:ext>
            </a:extLst>
          </p:cNvPr>
          <p:cNvSpPr/>
          <p:nvPr/>
        </p:nvSpPr>
        <p:spPr>
          <a:xfrm>
            <a:off x="755649" y="1716190"/>
            <a:ext cx="7632700" cy="1236438"/>
          </a:xfrm>
          <a:prstGeom prst="rect">
            <a:avLst/>
          </a:prstGeom>
          <a:noFill/>
          <a:ln w="19050">
            <a:solidFill>
              <a:srgbClr val="18A0DB"/>
            </a:solidFill>
          </a:ln>
        </p:spPr>
        <p:txBody>
          <a:bodyPr wrap="square" lIns="216000" tIns="216000" rIns="216000" bIns="216000">
            <a:spAutoFit/>
          </a:bodyPr>
          <a:lstStyle/>
          <a:p>
            <a:pPr algn="ctr">
              <a:spcAft>
                <a:spcPts val="600"/>
              </a:spcAft>
            </a:pPr>
            <a:r>
              <a:rPr lang="en-GB" sz="1400" dirty="0">
                <a:latin typeface="Roboto" panose="02000000000000000000" pitchFamily="2" charset="0"/>
                <a:ea typeface="Roboto" panose="02000000000000000000" pitchFamily="2" charset="0"/>
              </a:rPr>
              <a:t>This is an </a:t>
            </a:r>
            <a:r>
              <a:rPr lang="en-GB" sz="1400" b="1" dirty="0">
                <a:latin typeface="Roboto" panose="02000000000000000000" pitchFamily="2" charset="0"/>
                <a:ea typeface="Roboto" panose="02000000000000000000" pitchFamily="2" charset="0"/>
              </a:rPr>
              <a:t>exclusive, advance copy!</a:t>
            </a:r>
          </a:p>
          <a:p>
            <a:pPr algn="ctr">
              <a:spcAft>
                <a:spcPts val="600"/>
              </a:spcAft>
            </a:pPr>
            <a:r>
              <a:rPr lang="en-GB" sz="1400" dirty="0">
                <a:latin typeface="Roboto" panose="02000000000000000000" pitchFamily="2" charset="0"/>
                <a:ea typeface="Roboto" panose="02000000000000000000" pitchFamily="2" charset="0"/>
              </a:rPr>
              <a:t>Let us know what you think by emailing </a:t>
            </a:r>
            <a:r>
              <a:rPr lang="en-GB" sz="1400" b="1" u="sng" dirty="0">
                <a:latin typeface="Roboto" panose="02000000000000000000" pitchFamily="2" charset="0"/>
                <a:ea typeface="Roboto" panose="02000000000000000000" pitchFamily="2" charset="0"/>
                <a:hlinkClick r:id="rId2"/>
              </a:rPr>
              <a:t>twinklcares@twinkl.co.uk</a:t>
            </a:r>
            <a:endParaRPr lang="en-GB" sz="1400" b="1" u="sng" dirty="0">
              <a:latin typeface="Roboto" panose="02000000000000000000" pitchFamily="2" charset="0"/>
              <a:ea typeface="Roboto" panose="02000000000000000000" pitchFamily="2" charset="0"/>
            </a:endParaRPr>
          </a:p>
          <a:p>
            <a:pPr algn="ctr">
              <a:spcAft>
                <a:spcPts val="600"/>
              </a:spcAft>
            </a:pPr>
            <a:r>
              <a:rPr lang="en-GB" sz="1400" dirty="0">
                <a:latin typeface="Roboto" panose="02000000000000000000" pitchFamily="2" charset="0"/>
                <a:ea typeface="Roboto" panose="02000000000000000000" pitchFamily="2" charset="0"/>
              </a:rPr>
              <a:t>with the reference ‘</a:t>
            </a:r>
            <a:r>
              <a:rPr lang="en-GB" sz="1400" b="1" dirty="0">
                <a:latin typeface="Roboto" panose="02000000000000000000" pitchFamily="2" charset="0"/>
                <a:ea typeface="Roboto" panose="02000000000000000000" pitchFamily="2" charset="0"/>
              </a:rPr>
              <a:t>CODE</a:t>
            </a:r>
            <a:r>
              <a:rPr lang="en-GB" sz="1400" dirty="0">
                <a:latin typeface="Roboto" panose="02000000000000000000" pitchFamily="2" charset="0"/>
                <a:ea typeface="Roboto" panose="02000000000000000000" pitchFamily="2" charset="0"/>
              </a:rPr>
              <a:t>’.</a:t>
            </a:r>
          </a:p>
        </p:txBody>
      </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Advance Copy</a:t>
            </a:r>
            <a:endParaRPr lang="en-GB" sz="2800" b="1" dirty="0">
              <a:solidFill>
                <a:srgbClr val="E34192"/>
              </a:solidFill>
            </a:endParaRPr>
          </a:p>
        </p:txBody>
      </p:sp>
    </p:spTree>
    <p:extLst>
      <p:ext uri="{BB962C8B-B14F-4D97-AF65-F5344CB8AC3E}">
        <p14:creationId xmlns:p14="http://schemas.microsoft.com/office/powerpoint/2010/main" val="1386459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ditable Resource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41" name="Group 40">
            <a:extLst>
              <a:ext uri="{FF2B5EF4-FFF2-40B4-BE49-F238E27FC236}">
                <a16:creationId xmlns:a16="http://schemas.microsoft.com/office/drawing/2014/main" id="{2BB4EA30-0107-4362-9222-C6055ABF324A}"/>
              </a:ext>
            </a:extLst>
          </p:cNvPr>
          <p:cNvGrpSpPr/>
          <p:nvPr userDrawn="1"/>
        </p:nvGrpSpPr>
        <p:grpSpPr>
          <a:xfrm>
            <a:off x="743835" y="1681195"/>
            <a:ext cx="7644513" cy="1571953"/>
            <a:chOff x="743837" y="1344834"/>
            <a:chExt cx="7644513" cy="1571953"/>
          </a:xfrm>
        </p:grpSpPr>
        <p:sp>
          <p:nvSpPr>
            <p:cNvPr id="42" name="Rectangle 41">
              <a:extLst>
                <a:ext uri="{FF2B5EF4-FFF2-40B4-BE49-F238E27FC236}">
                  <a16:creationId xmlns:a16="http://schemas.microsoft.com/office/drawing/2014/main" id="{0DF60415-D303-4DFE-A6B8-E0AB42EF4DDC}"/>
                </a:ext>
              </a:extLst>
            </p:cNvPr>
            <p:cNvSpPr/>
            <p:nvPr/>
          </p:nvSpPr>
          <p:spPr>
            <a:xfrm>
              <a:off x="743837" y="1344834"/>
              <a:ext cx="1266195"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GB" sz="1600" b="1" dirty="0">
                  <a:latin typeface="Roboto" panose="02000000000000000000" pitchFamily="2" charset="0"/>
                  <a:ea typeface="Roboto" panose="02000000000000000000" pitchFamily="2" charset="0"/>
                </a:rPr>
                <a:t>Editable</a:t>
              </a:r>
            </a:p>
          </p:txBody>
        </p:sp>
        <p:sp>
          <p:nvSpPr>
            <p:cNvPr id="43" name="Rectangle 42">
              <a:extLst>
                <a:ext uri="{FF2B5EF4-FFF2-40B4-BE49-F238E27FC236}">
                  <a16:creationId xmlns:a16="http://schemas.microsoft.com/office/drawing/2014/main" id="{6A96975B-C3DC-451D-8423-D15D5BCDB436}"/>
                </a:ext>
              </a:extLst>
            </p:cNvPr>
            <p:cNvSpPr/>
            <p:nvPr/>
          </p:nvSpPr>
          <p:spPr>
            <a:xfrm>
              <a:off x="755650" y="1618794"/>
              <a:ext cx="7632700" cy="1297993"/>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b="0" i="0" dirty="0">
                  <a:solidFill>
                    <a:srgbClr val="202124"/>
                  </a:solidFill>
                  <a:effectLst/>
                  <a:latin typeface="Roboto" panose="02000000000000000000" pitchFamily="2" charset="0"/>
                </a:rPr>
                <a:t>This resource is editable and can be adapted to meet the needs of different learners. Twinkl cannot be held responsible for any changes made once a resource has been downloaded. Please be aware that this content may have been edited and therefore </a:t>
              </a:r>
              <a:br>
                <a:rPr lang="en-GB" sz="1400" b="0" i="0" dirty="0">
                  <a:solidFill>
                    <a:srgbClr val="202124"/>
                  </a:solidFill>
                  <a:effectLst/>
                  <a:latin typeface="Roboto" panose="02000000000000000000" pitchFamily="2" charset="0"/>
                </a:rPr>
              </a:br>
              <a:r>
                <a:rPr lang="en-GB" sz="1400" b="0" i="0" dirty="0">
                  <a:solidFill>
                    <a:srgbClr val="202124"/>
                  </a:solidFill>
                  <a:effectLst/>
                  <a:latin typeface="Roboto" panose="02000000000000000000" pitchFamily="2" charset="0"/>
                </a:rPr>
                <a:t>may no longer reflect our values.</a:t>
              </a:r>
              <a:endParaRPr lang="en-GB" sz="1400" dirty="0">
                <a:latin typeface="Roboto" panose="02000000000000000000" pitchFamily="2" charset="0"/>
                <a:ea typeface="Roboto" panose="02000000000000000000" pitchFamily="2" charset="0"/>
              </a:endParaRPr>
            </a:p>
          </p:txBody>
        </p:sp>
      </p:gr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1462528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xternal Websites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0" name="Rectangle 9">
            <a:extLst>
              <a:ext uri="{FF2B5EF4-FFF2-40B4-BE49-F238E27FC236}">
                <a16:creationId xmlns:a16="http://schemas.microsoft.com/office/drawing/2014/main" id="{7223ECE9-6F1A-4E72-ACE0-06F71C468FDA}"/>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11" name="Group 10">
            <a:extLst>
              <a:ext uri="{FF2B5EF4-FFF2-40B4-BE49-F238E27FC236}">
                <a16:creationId xmlns:a16="http://schemas.microsoft.com/office/drawing/2014/main" id="{5F05BBF0-ECD1-4FE4-937E-1F73A27AF916}"/>
              </a:ext>
            </a:extLst>
          </p:cNvPr>
          <p:cNvGrpSpPr/>
          <p:nvPr userDrawn="1"/>
        </p:nvGrpSpPr>
        <p:grpSpPr>
          <a:xfrm>
            <a:off x="743837" y="1681195"/>
            <a:ext cx="7644513" cy="2002840"/>
            <a:chOff x="743837" y="1344834"/>
            <a:chExt cx="7644513" cy="2002840"/>
          </a:xfrm>
        </p:grpSpPr>
        <p:sp>
          <p:nvSpPr>
            <p:cNvPr id="12" name="Rectangle 11">
              <a:extLst>
                <a:ext uri="{FF2B5EF4-FFF2-40B4-BE49-F238E27FC236}">
                  <a16:creationId xmlns:a16="http://schemas.microsoft.com/office/drawing/2014/main" id="{D52A1D21-ED2B-43AD-B353-E06410A36383}"/>
                </a:ext>
              </a:extLst>
            </p:cNvPr>
            <p:cNvSpPr/>
            <p:nvPr/>
          </p:nvSpPr>
          <p:spPr>
            <a:xfrm>
              <a:off x="743837" y="1344834"/>
              <a:ext cx="2703717"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Links to External Websites</a:t>
              </a:r>
            </a:p>
          </p:txBody>
        </p:sp>
        <p:sp>
          <p:nvSpPr>
            <p:cNvPr id="13" name="Rectangle 12">
              <a:extLst>
                <a:ext uri="{FF2B5EF4-FFF2-40B4-BE49-F238E27FC236}">
                  <a16:creationId xmlns:a16="http://schemas.microsoft.com/office/drawing/2014/main" id="{1FFC9EFA-95C1-4D1B-B736-D82D578BE355}"/>
                </a:ext>
              </a:extLst>
            </p:cNvPr>
            <p:cNvSpPr/>
            <p:nvPr/>
          </p:nvSpPr>
          <p:spPr>
            <a:xfrm>
              <a:off x="755650" y="1618794"/>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This resource contains links to external websites. Please be aware that the inclusion of any link in this resource should not be taken as an endorsement of any kind by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of the linked website or any association with its operators. You should also be aware that we have no control over the availability of the linked pages. If the link is not working, please let us know by contacting </a:t>
              </a:r>
              <a:r>
                <a:rPr lang="en-GB" sz="1400" dirty="0" err="1">
                  <a:latin typeface="Roboto" panose="02000000000000000000" pitchFamily="2" charset="0"/>
                  <a:ea typeface="Roboto" panose="02000000000000000000" pitchFamily="2" charset="0"/>
                </a:rPr>
                <a:t>TwinklCares</a:t>
              </a:r>
              <a:r>
                <a:rPr lang="en-GB" sz="1400" dirty="0">
                  <a:latin typeface="Roboto" panose="02000000000000000000" pitchFamily="2" charset="0"/>
                  <a:ea typeface="Roboto" panose="02000000000000000000" pitchFamily="2" charset="0"/>
                </a:rPr>
                <a:t> and we will try to fix it although we can assume no responsibility if this is the case. We are not responsible for the content of external sites.</a:t>
              </a:r>
            </a:p>
          </p:txBody>
        </p:sp>
      </p:grpSp>
      <p:sp>
        <p:nvSpPr>
          <p:cNvPr id="16" name="TextBox 15">
            <a:extLst>
              <a:ext uri="{FF2B5EF4-FFF2-40B4-BE49-F238E27FC236}">
                <a16:creationId xmlns:a16="http://schemas.microsoft.com/office/drawing/2014/main" id="{3E809478-62E0-4C7A-83A2-03913DD4D89E}"/>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211658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xternal Video Websites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6" name="Rectangle 15">
            <a:extLst>
              <a:ext uri="{FF2B5EF4-FFF2-40B4-BE49-F238E27FC236}">
                <a16:creationId xmlns:a16="http://schemas.microsoft.com/office/drawing/2014/main" id="{E98D6414-A260-404A-9274-A35AB2A1EA5A}"/>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17" name="Group 16">
            <a:extLst>
              <a:ext uri="{FF2B5EF4-FFF2-40B4-BE49-F238E27FC236}">
                <a16:creationId xmlns:a16="http://schemas.microsoft.com/office/drawing/2014/main" id="{5688A155-CC1C-4CA5-824A-88B66BF4B7D8}"/>
              </a:ext>
            </a:extLst>
          </p:cNvPr>
          <p:cNvGrpSpPr/>
          <p:nvPr userDrawn="1"/>
        </p:nvGrpSpPr>
        <p:grpSpPr>
          <a:xfrm>
            <a:off x="733079" y="1681195"/>
            <a:ext cx="7643458" cy="2649171"/>
            <a:chOff x="744892" y="3707365"/>
            <a:chExt cx="7643458" cy="2649171"/>
          </a:xfrm>
        </p:grpSpPr>
        <p:sp>
          <p:nvSpPr>
            <p:cNvPr id="18" name="Rectangle 17">
              <a:extLst>
                <a:ext uri="{FF2B5EF4-FFF2-40B4-BE49-F238E27FC236}">
                  <a16:creationId xmlns:a16="http://schemas.microsoft.com/office/drawing/2014/main" id="{B519C287-0C36-43FA-A38F-45E9B4A11B4D}"/>
                </a:ext>
              </a:extLst>
            </p:cNvPr>
            <p:cNvSpPr/>
            <p:nvPr/>
          </p:nvSpPr>
          <p:spPr>
            <a:xfrm>
              <a:off x="744892" y="3707365"/>
              <a:ext cx="3214972"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Links to External Video Websites</a:t>
              </a:r>
            </a:p>
          </p:txBody>
        </p:sp>
        <p:sp>
          <p:nvSpPr>
            <p:cNvPr id="19" name="Rectangle 18">
              <a:extLst>
                <a:ext uri="{FF2B5EF4-FFF2-40B4-BE49-F238E27FC236}">
                  <a16:creationId xmlns:a16="http://schemas.microsoft.com/office/drawing/2014/main" id="{F9BBE2CC-1604-46EB-BCDA-9F6AB7410668}"/>
                </a:ext>
              </a:extLst>
            </p:cNvPr>
            <p:cNvSpPr/>
            <p:nvPr/>
          </p:nvSpPr>
          <p:spPr>
            <a:xfrm>
              <a:off x="755650" y="3981325"/>
              <a:ext cx="7632700" cy="2375211"/>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This resource contains links to external video websites. These websites often have </a:t>
              </a:r>
              <a:r>
                <a:rPr lang="en-GB" sz="1400" dirty="0" err="1">
                  <a:latin typeface="Roboto" panose="02000000000000000000" pitchFamily="2" charset="0"/>
                  <a:ea typeface="Roboto" panose="02000000000000000000" pitchFamily="2" charset="0"/>
                </a:rPr>
                <a:t>autoplay</a:t>
              </a:r>
              <a:r>
                <a:rPr lang="en-GB" sz="1400" dirty="0">
                  <a:latin typeface="Roboto" panose="02000000000000000000" pitchFamily="2" charset="0"/>
                  <a:ea typeface="Roboto" panose="02000000000000000000" pitchFamily="2" charset="0"/>
                </a:rPr>
                <a:t> features meaning that other videos will play after the video you are watching finishes. You should disable this feature before using the video in any classroom or similar setting.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assumes no responsibility for the contents of linked websites. The inclusion of any link in this resource should not be taken as an endorsement of any kind by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of the linked website or any association with its operators. We have no control over the availability of the linked pages. If the link is not working, please let us know by contacting </a:t>
              </a:r>
              <a:r>
                <a:rPr lang="en-GB" sz="1400" dirty="0" err="1">
                  <a:latin typeface="Roboto" panose="02000000000000000000" pitchFamily="2" charset="0"/>
                  <a:ea typeface="Roboto" panose="02000000000000000000" pitchFamily="2" charset="0"/>
                </a:rPr>
                <a:t>TwinklCares</a:t>
              </a:r>
              <a:r>
                <a:rPr lang="en-GB" sz="1400" dirty="0">
                  <a:latin typeface="Roboto" panose="02000000000000000000" pitchFamily="2" charset="0"/>
                  <a:ea typeface="Roboto" panose="02000000000000000000" pitchFamily="2" charset="0"/>
                </a:rPr>
                <a:t> and we will try to fix it, although we can assume no responsibility if this is </a:t>
              </a:r>
              <a:br>
                <a:rPr lang="en-GB" sz="1400" dirty="0">
                  <a:latin typeface="Roboto" panose="02000000000000000000" pitchFamily="2" charset="0"/>
                  <a:ea typeface="Roboto" panose="02000000000000000000" pitchFamily="2" charset="0"/>
                </a:rPr>
              </a:br>
              <a:r>
                <a:rPr lang="en-GB" sz="1400" dirty="0">
                  <a:latin typeface="Roboto" panose="02000000000000000000" pitchFamily="2" charset="0"/>
                  <a:ea typeface="Roboto" panose="02000000000000000000" pitchFamily="2" charset="0"/>
                </a:rPr>
                <a:t>the case.</a:t>
              </a:r>
            </a:p>
          </p:txBody>
        </p:sp>
      </p:grpSp>
      <p:sp>
        <p:nvSpPr>
          <p:cNvPr id="20" name="TextBox 19">
            <a:extLst>
              <a:ext uri="{FF2B5EF4-FFF2-40B4-BE49-F238E27FC236}">
                <a16:creationId xmlns:a16="http://schemas.microsoft.com/office/drawing/2014/main" id="{DFBBCB53-5B3E-420F-B980-49AC69553407}"/>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671506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sclaimers Editable">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0" name="Rectangle 9">
            <a:extLst>
              <a:ext uri="{FF2B5EF4-FFF2-40B4-BE49-F238E27FC236}">
                <a16:creationId xmlns:a16="http://schemas.microsoft.com/office/drawing/2014/main" id="{89AF2E5A-21A6-4DED-A279-863F1FD479A6}"/>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20" name="Group 19">
            <a:extLst>
              <a:ext uri="{FF2B5EF4-FFF2-40B4-BE49-F238E27FC236}">
                <a16:creationId xmlns:a16="http://schemas.microsoft.com/office/drawing/2014/main" id="{0F0C260B-7A5F-4EEA-B147-DE8B78F68034}"/>
              </a:ext>
            </a:extLst>
          </p:cNvPr>
          <p:cNvGrpSpPr/>
          <p:nvPr userDrawn="1"/>
        </p:nvGrpSpPr>
        <p:grpSpPr>
          <a:xfrm>
            <a:off x="733079" y="3957995"/>
            <a:ext cx="7643458" cy="2002840"/>
            <a:chOff x="744892" y="3707365"/>
            <a:chExt cx="7643458" cy="2002840"/>
          </a:xfrm>
        </p:grpSpPr>
        <p:sp>
          <p:nvSpPr>
            <p:cNvPr id="21" name="Rectangle 20">
              <a:extLst>
                <a:ext uri="{FF2B5EF4-FFF2-40B4-BE49-F238E27FC236}">
                  <a16:creationId xmlns:a16="http://schemas.microsoft.com/office/drawing/2014/main" id="{55E2DD96-F714-4CFE-8121-9BD618AA74C8}"/>
                </a:ext>
              </a:extLst>
            </p:cNvPr>
            <p:cNvSpPr/>
            <p:nvPr/>
          </p:nvSpPr>
          <p:spPr>
            <a:xfrm>
              <a:off x="744892" y="3707365"/>
              <a:ext cx="1741673"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oAutofit/>
            </a:bodyPr>
            <a:lstStyle/>
            <a:p>
              <a:r>
                <a:rPr lang="en-GB" sz="1600" b="1" dirty="0">
                  <a:latin typeface="Roboto" panose="02000000000000000000" pitchFamily="2" charset="0"/>
                  <a:ea typeface="Roboto" panose="02000000000000000000" pitchFamily="2" charset="0"/>
                </a:rPr>
                <a:t>Insert Text Here</a:t>
              </a:r>
            </a:p>
          </p:txBody>
        </p:sp>
        <p:sp>
          <p:nvSpPr>
            <p:cNvPr id="22" name="Rectangle 21">
              <a:extLst>
                <a:ext uri="{FF2B5EF4-FFF2-40B4-BE49-F238E27FC236}">
                  <a16:creationId xmlns:a16="http://schemas.microsoft.com/office/drawing/2014/main" id="{110E9556-8ED8-404D-9793-60568C040CEB}"/>
                </a:ext>
              </a:extLst>
            </p:cNvPr>
            <p:cNvSpPr/>
            <p:nvPr/>
          </p:nvSpPr>
          <p:spPr>
            <a:xfrm>
              <a:off x="755650" y="3981325"/>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Lorem ipsum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sit </a:t>
              </a:r>
              <a:r>
                <a:rPr lang="en-GB" sz="1400" dirty="0" err="1">
                  <a:latin typeface="Roboto" panose="02000000000000000000" pitchFamily="2" charset="0"/>
                  <a:ea typeface="Roboto" panose="02000000000000000000" pitchFamily="2" charset="0"/>
                </a:rPr>
                <a:t>amet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consectetur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adipiscing</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sed</a:t>
              </a:r>
              <a:r>
                <a:rPr lang="en-GB" sz="1400" dirty="0">
                  <a:latin typeface="Roboto" panose="02000000000000000000" pitchFamily="2" charset="0"/>
                  <a:ea typeface="Roboto" panose="02000000000000000000" pitchFamily="2" charset="0"/>
                </a:rPr>
                <a:t> do </a:t>
              </a:r>
              <a:r>
                <a:rPr lang="en-GB" sz="1400" dirty="0" err="1">
                  <a:latin typeface="Roboto" panose="02000000000000000000" pitchFamily="2" charset="0"/>
                  <a:ea typeface="Roboto" panose="02000000000000000000" pitchFamily="2" charset="0"/>
                </a:rPr>
                <a:t>eiusmod</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tempor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incididunt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labore et dolore magna </a:t>
              </a:r>
              <a:r>
                <a:rPr lang="en-GB" sz="1400" dirty="0" err="1">
                  <a:latin typeface="Roboto" panose="02000000000000000000" pitchFamily="2" charset="0"/>
                  <a:ea typeface="Roboto" panose="02000000000000000000" pitchFamily="2" charset="0"/>
                </a:rPr>
                <a:t>aliqua</a:t>
              </a:r>
              <a:r>
                <a:rPr lang="en-GB" sz="1400" dirty="0">
                  <a:latin typeface="Roboto" panose="02000000000000000000" pitchFamily="2" charset="0"/>
                  <a:ea typeface="Roboto" panose="02000000000000000000" pitchFamily="2" charset="0"/>
                </a:rPr>
                <a:t>. Ut </a:t>
              </a:r>
              <a:r>
                <a:rPr lang="en-GB" sz="1400" dirty="0" err="1">
                  <a:latin typeface="Roboto" panose="02000000000000000000" pitchFamily="2" charset="0"/>
                  <a:ea typeface="Roboto" panose="02000000000000000000" pitchFamily="2" charset="0"/>
                </a:rPr>
                <a:t>enim</a:t>
              </a:r>
              <a:r>
                <a:rPr lang="en-GB" sz="1400" dirty="0">
                  <a:latin typeface="Roboto" panose="02000000000000000000" pitchFamily="2" charset="0"/>
                  <a:ea typeface="Roboto" panose="02000000000000000000" pitchFamily="2" charset="0"/>
                </a:rPr>
                <a:t> ad minim </a:t>
              </a:r>
              <a:r>
                <a:rPr lang="en-GB" sz="1400" dirty="0" err="1">
                  <a:latin typeface="Roboto" panose="02000000000000000000" pitchFamily="2" charset="0"/>
                  <a:ea typeface="Roboto" panose="02000000000000000000" pitchFamily="2" charset="0"/>
                </a:rPr>
                <a:t>veniam</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quis</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nostrud</a:t>
              </a:r>
              <a:r>
                <a:rPr lang="en-GB" sz="1400" dirty="0">
                  <a:latin typeface="Roboto" panose="02000000000000000000" pitchFamily="2" charset="0"/>
                  <a:ea typeface="Roboto" panose="02000000000000000000" pitchFamily="2" charset="0"/>
                </a:rPr>
                <a:t> exercitation </a:t>
              </a:r>
              <a:r>
                <a:rPr lang="en-GB" sz="1400" dirty="0" err="1">
                  <a:latin typeface="Roboto" panose="02000000000000000000" pitchFamily="2" charset="0"/>
                  <a:ea typeface="Roboto" panose="02000000000000000000" pitchFamily="2" charset="0"/>
                </a:rPr>
                <a:t>ullamco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laboris</a:t>
              </a:r>
              <a:r>
                <a:rPr lang="en-GB" sz="1400" dirty="0">
                  <a:latin typeface="Roboto" panose="02000000000000000000" pitchFamily="2" charset="0"/>
                  <a:ea typeface="Roboto" panose="02000000000000000000" pitchFamily="2" charset="0"/>
                </a:rPr>
                <a:t> nisi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aliquip</a:t>
              </a:r>
              <a:r>
                <a:rPr lang="en-GB" sz="1400" dirty="0">
                  <a:latin typeface="Roboto" panose="02000000000000000000" pitchFamily="2" charset="0"/>
                  <a:ea typeface="Roboto" panose="02000000000000000000" pitchFamily="2" charset="0"/>
                </a:rPr>
                <a:t> ex </a:t>
              </a:r>
              <a:r>
                <a:rPr lang="en-GB" sz="1400" dirty="0" err="1">
                  <a:latin typeface="Roboto" panose="02000000000000000000" pitchFamily="2" charset="0"/>
                  <a:ea typeface="Roboto" panose="02000000000000000000" pitchFamily="2" charset="0"/>
                </a:rPr>
                <a:t>ea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commodo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consequat</a:t>
              </a:r>
              <a:r>
                <a:rPr lang="en-GB" sz="1400" dirty="0">
                  <a:latin typeface="Roboto" panose="02000000000000000000" pitchFamily="2" charset="0"/>
                  <a:ea typeface="Roboto" panose="02000000000000000000" pitchFamily="2" charset="0"/>
                </a:rPr>
                <a:t>. Duis </a:t>
              </a:r>
              <a:r>
                <a:rPr lang="en-GB" sz="1400" dirty="0" err="1">
                  <a:latin typeface="Roboto" panose="02000000000000000000" pitchFamily="2" charset="0"/>
                  <a:ea typeface="Roboto" panose="02000000000000000000" pitchFamily="2" charset="0"/>
                </a:rPr>
                <a:t>aute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irure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reprehenderit</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voluptate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velit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esse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cillum</a:t>
              </a:r>
              <a:r>
                <a:rPr lang="en-GB" sz="1400" dirty="0">
                  <a:latin typeface="Roboto" panose="02000000000000000000" pitchFamily="2" charset="0"/>
                  <a:ea typeface="Roboto" panose="02000000000000000000" pitchFamily="2" charset="0"/>
                </a:rPr>
                <a:t> dolore </a:t>
              </a:r>
              <a:r>
                <a:rPr lang="en-GB" sz="1400" dirty="0" err="1">
                  <a:latin typeface="Roboto" panose="02000000000000000000" pitchFamily="2" charset="0"/>
                  <a:ea typeface="Roboto" panose="02000000000000000000" pitchFamily="2" charset="0"/>
                </a:rPr>
                <a:t>eu</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fugiat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nulla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pariatur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Excepteur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sint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occaecat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cupidatat</a:t>
              </a:r>
              <a:r>
                <a:rPr lang="en-GB" sz="1400" dirty="0">
                  <a:latin typeface="Roboto" panose="02000000000000000000" pitchFamily="2" charset="0"/>
                  <a:ea typeface="Roboto" panose="02000000000000000000" pitchFamily="2" charset="0"/>
                </a:rPr>
                <a:t> non </a:t>
              </a:r>
              <a:r>
                <a:rPr lang="en-GB" sz="1400" dirty="0" err="1">
                  <a:latin typeface="Roboto" panose="02000000000000000000" pitchFamily="2" charset="0"/>
                  <a:ea typeface="Roboto" panose="02000000000000000000" pitchFamily="2" charset="0"/>
                </a:rPr>
                <a:t>proident</a:t>
              </a:r>
              <a:r>
                <a:rPr lang="en-GB" sz="1400" dirty="0">
                  <a:latin typeface="Roboto" panose="02000000000000000000" pitchFamily="2" charset="0"/>
                  <a:ea typeface="Roboto" panose="02000000000000000000" pitchFamily="2" charset="0"/>
                </a:rPr>
                <a:t>, sunt in culpa qui </a:t>
              </a:r>
              <a:r>
                <a:rPr lang="en-GB" sz="1400" dirty="0" err="1">
                  <a:latin typeface="Roboto" panose="02000000000000000000" pitchFamily="2" charset="0"/>
                  <a:ea typeface="Roboto" panose="02000000000000000000" pitchFamily="2" charset="0"/>
                </a:rPr>
                <a:t>officia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deserunt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mollit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anim</a:t>
              </a:r>
              <a:r>
                <a:rPr lang="en-GB" sz="1400" dirty="0">
                  <a:latin typeface="Roboto" panose="02000000000000000000" pitchFamily="2" charset="0"/>
                  <a:ea typeface="Roboto" panose="02000000000000000000" pitchFamily="2" charset="0"/>
                </a:rPr>
                <a:t> id </a:t>
              </a:r>
              <a:r>
                <a:rPr lang="en-GB" sz="1400" dirty="0" err="1">
                  <a:latin typeface="Roboto" panose="02000000000000000000" pitchFamily="2" charset="0"/>
                  <a:ea typeface="Roboto" panose="02000000000000000000" pitchFamily="2" charset="0"/>
                </a:rPr>
                <a:t>est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laborum</a:t>
              </a:r>
              <a:r>
                <a:rPr lang="en-GB" sz="1400" dirty="0">
                  <a:latin typeface="Roboto" panose="02000000000000000000" pitchFamily="2" charset="0"/>
                  <a:ea typeface="Roboto" panose="02000000000000000000" pitchFamily="2" charset="0"/>
                </a:rPr>
                <a:t>.</a:t>
              </a:r>
            </a:p>
          </p:txBody>
        </p:sp>
      </p:grpSp>
      <p:sp>
        <p:nvSpPr>
          <p:cNvPr id="23" name="TextBox 22">
            <a:extLst>
              <a:ext uri="{FF2B5EF4-FFF2-40B4-BE49-F238E27FC236}">
                <a16:creationId xmlns:a16="http://schemas.microsoft.com/office/drawing/2014/main" id="{A19C2661-D570-405D-A1E4-6CF9CAC8BE24}"/>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grpSp>
        <p:nvGrpSpPr>
          <p:cNvPr id="40" name="Group 39">
            <a:extLst>
              <a:ext uri="{FF2B5EF4-FFF2-40B4-BE49-F238E27FC236}">
                <a16:creationId xmlns:a16="http://schemas.microsoft.com/office/drawing/2014/main" id="{C6AC6D2F-10A3-489C-9A80-706183C3A327}"/>
              </a:ext>
            </a:extLst>
          </p:cNvPr>
          <p:cNvGrpSpPr/>
          <p:nvPr userDrawn="1"/>
        </p:nvGrpSpPr>
        <p:grpSpPr>
          <a:xfrm>
            <a:off x="735818" y="1678482"/>
            <a:ext cx="7643458" cy="2002840"/>
            <a:chOff x="744892" y="3707365"/>
            <a:chExt cx="7643458" cy="2002840"/>
          </a:xfrm>
        </p:grpSpPr>
        <p:sp>
          <p:nvSpPr>
            <p:cNvPr id="41" name="Rectangle 40">
              <a:extLst>
                <a:ext uri="{FF2B5EF4-FFF2-40B4-BE49-F238E27FC236}">
                  <a16:creationId xmlns:a16="http://schemas.microsoft.com/office/drawing/2014/main" id="{B0D18F5C-122B-478C-AA2E-1A9D89C3D4CD}"/>
                </a:ext>
              </a:extLst>
            </p:cNvPr>
            <p:cNvSpPr/>
            <p:nvPr/>
          </p:nvSpPr>
          <p:spPr>
            <a:xfrm>
              <a:off x="744892" y="3707365"/>
              <a:ext cx="1741673"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oAutofit/>
            </a:bodyPr>
            <a:lstStyle/>
            <a:p>
              <a:r>
                <a:rPr lang="en-GB" sz="1600" b="1" dirty="0">
                  <a:latin typeface="Roboto" panose="02000000000000000000" pitchFamily="2" charset="0"/>
                  <a:ea typeface="Roboto" panose="02000000000000000000" pitchFamily="2" charset="0"/>
                </a:rPr>
                <a:t>Insert Text Here</a:t>
              </a:r>
            </a:p>
          </p:txBody>
        </p:sp>
        <p:sp>
          <p:nvSpPr>
            <p:cNvPr id="42" name="Rectangle 41">
              <a:extLst>
                <a:ext uri="{FF2B5EF4-FFF2-40B4-BE49-F238E27FC236}">
                  <a16:creationId xmlns:a16="http://schemas.microsoft.com/office/drawing/2014/main" id="{43633EA5-BFCB-47C1-B42E-6602A01D8301}"/>
                </a:ext>
              </a:extLst>
            </p:cNvPr>
            <p:cNvSpPr/>
            <p:nvPr/>
          </p:nvSpPr>
          <p:spPr>
            <a:xfrm>
              <a:off x="755650" y="3981325"/>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Lorem ipsum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sit </a:t>
              </a:r>
              <a:r>
                <a:rPr lang="en-GB" sz="1400" dirty="0" err="1">
                  <a:latin typeface="Roboto" panose="02000000000000000000" pitchFamily="2" charset="0"/>
                  <a:ea typeface="Roboto" panose="02000000000000000000" pitchFamily="2" charset="0"/>
                </a:rPr>
                <a:t>amet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consectetur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adipiscing</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sed</a:t>
              </a:r>
              <a:r>
                <a:rPr lang="en-GB" sz="1400" dirty="0">
                  <a:latin typeface="Roboto" panose="02000000000000000000" pitchFamily="2" charset="0"/>
                  <a:ea typeface="Roboto" panose="02000000000000000000" pitchFamily="2" charset="0"/>
                </a:rPr>
                <a:t> do </a:t>
              </a:r>
              <a:r>
                <a:rPr lang="en-GB" sz="1400" dirty="0" err="1">
                  <a:latin typeface="Roboto" panose="02000000000000000000" pitchFamily="2" charset="0"/>
                  <a:ea typeface="Roboto" panose="02000000000000000000" pitchFamily="2" charset="0"/>
                </a:rPr>
                <a:t>eiusmod</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tempor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incididunt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labore et dolore magna </a:t>
              </a:r>
              <a:r>
                <a:rPr lang="en-GB" sz="1400" dirty="0" err="1">
                  <a:latin typeface="Roboto" panose="02000000000000000000" pitchFamily="2" charset="0"/>
                  <a:ea typeface="Roboto" panose="02000000000000000000" pitchFamily="2" charset="0"/>
                </a:rPr>
                <a:t>aliqua</a:t>
              </a:r>
              <a:r>
                <a:rPr lang="en-GB" sz="1400" dirty="0">
                  <a:latin typeface="Roboto" panose="02000000000000000000" pitchFamily="2" charset="0"/>
                  <a:ea typeface="Roboto" panose="02000000000000000000" pitchFamily="2" charset="0"/>
                </a:rPr>
                <a:t>. Ut </a:t>
              </a:r>
              <a:r>
                <a:rPr lang="en-GB" sz="1400" dirty="0" err="1">
                  <a:latin typeface="Roboto" panose="02000000000000000000" pitchFamily="2" charset="0"/>
                  <a:ea typeface="Roboto" panose="02000000000000000000" pitchFamily="2" charset="0"/>
                </a:rPr>
                <a:t>enim</a:t>
              </a:r>
              <a:r>
                <a:rPr lang="en-GB" sz="1400" dirty="0">
                  <a:latin typeface="Roboto" panose="02000000000000000000" pitchFamily="2" charset="0"/>
                  <a:ea typeface="Roboto" panose="02000000000000000000" pitchFamily="2" charset="0"/>
                </a:rPr>
                <a:t> ad minim </a:t>
              </a:r>
              <a:r>
                <a:rPr lang="en-GB" sz="1400" dirty="0" err="1">
                  <a:latin typeface="Roboto" panose="02000000000000000000" pitchFamily="2" charset="0"/>
                  <a:ea typeface="Roboto" panose="02000000000000000000" pitchFamily="2" charset="0"/>
                </a:rPr>
                <a:t>veniam</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quis</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nostrud</a:t>
              </a:r>
              <a:r>
                <a:rPr lang="en-GB" sz="1400" dirty="0">
                  <a:latin typeface="Roboto" panose="02000000000000000000" pitchFamily="2" charset="0"/>
                  <a:ea typeface="Roboto" panose="02000000000000000000" pitchFamily="2" charset="0"/>
                </a:rPr>
                <a:t> exercitation </a:t>
              </a:r>
              <a:r>
                <a:rPr lang="en-GB" sz="1400" dirty="0" err="1">
                  <a:latin typeface="Roboto" panose="02000000000000000000" pitchFamily="2" charset="0"/>
                  <a:ea typeface="Roboto" panose="02000000000000000000" pitchFamily="2" charset="0"/>
                </a:rPr>
                <a:t>ullamco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laboris</a:t>
              </a:r>
              <a:r>
                <a:rPr lang="en-GB" sz="1400" dirty="0">
                  <a:latin typeface="Roboto" panose="02000000000000000000" pitchFamily="2" charset="0"/>
                  <a:ea typeface="Roboto" panose="02000000000000000000" pitchFamily="2" charset="0"/>
                </a:rPr>
                <a:t> nisi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aliquip</a:t>
              </a:r>
              <a:r>
                <a:rPr lang="en-GB" sz="1400" dirty="0">
                  <a:latin typeface="Roboto" panose="02000000000000000000" pitchFamily="2" charset="0"/>
                  <a:ea typeface="Roboto" panose="02000000000000000000" pitchFamily="2" charset="0"/>
                </a:rPr>
                <a:t> ex </a:t>
              </a:r>
              <a:r>
                <a:rPr lang="en-GB" sz="1400" dirty="0" err="1">
                  <a:latin typeface="Roboto" panose="02000000000000000000" pitchFamily="2" charset="0"/>
                  <a:ea typeface="Roboto" panose="02000000000000000000" pitchFamily="2" charset="0"/>
                </a:rPr>
                <a:t>ea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commodo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consequat</a:t>
              </a:r>
              <a:r>
                <a:rPr lang="en-GB" sz="1400" dirty="0">
                  <a:latin typeface="Roboto" panose="02000000000000000000" pitchFamily="2" charset="0"/>
                  <a:ea typeface="Roboto" panose="02000000000000000000" pitchFamily="2" charset="0"/>
                </a:rPr>
                <a:t>. Duis </a:t>
              </a:r>
              <a:r>
                <a:rPr lang="en-GB" sz="1400" dirty="0" err="1">
                  <a:latin typeface="Roboto" panose="02000000000000000000" pitchFamily="2" charset="0"/>
                  <a:ea typeface="Roboto" panose="02000000000000000000" pitchFamily="2" charset="0"/>
                </a:rPr>
                <a:t>aute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irure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reprehenderit</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voluptate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velit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esse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cillum</a:t>
              </a:r>
              <a:r>
                <a:rPr lang="en-GB" sz="1400" dirty="0">
                  <a:latin typeface="Roboto" panose="02000000000000000000" pitchFamily="2" charset="0"/>
                  <a:ea typeface="Roboto" panose="02000000000000000000" pitchFamily="2" charset="0"/>
                </a:rPr>
                <a:t> dolore </a:t>
              </a:r>
              <a:r>
                <a:rPr lang="en-GB" sz="1400" dirty="0" err="1">
                  <a:latin typeface="Roboto" panose="02000000000000000000" pitchFamily="2" charset="0"/>
                  <a:ea typeface="Roboto" panose="02000000000000000000" pitchFamily="2" charset="0"/>
                </a:rPr>
                <a:t>eu</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fugiat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nulla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pariatur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Excepteur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sint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occaecat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cupidatat</a:t>
              </a:r>
              <a:r>
                <a:rPr lang="en-GB" sz="1400" dirty="0">
                  <a:latin typeface="Roboto" panose="02000000000000000000" pitchFamily="2" charset="0"/>
                  <a:ea typeface="Roboto" panose="02000000000000000000" pitchFamily="2" charset="0"/>
                </a:rPr>
                <a:t> non </a:t>
              </a:r>
              <a:r>
                <a:rPr lang="en-GB" sz="1400" dirty="0" err="1">
                  <a:latin typeface="Roboto" panose="02000000000000000000" pitchFamily="2" charset="0"/>
                  <a:ea typeface="Roboto" panose="02000000000000000000" pitchFamily="2" charset="0"/>
                </a:rPr>
                <a:t>proident</a:t>
              </a:r>
              <a:r>
                <a:rPr lang="en-GB" sz="1400" dirty="0">
                  <a:latin typeface="Roboto" panose="02000000000000000000" pitchFamily="2" charset="0"/>
                  <a:ea typeface="Roboto" panose="02000000000000000000" pitchFamily="2" charset="0"/>
                </a:rPr>
                <a:t>, sunt in culpa qui </a:t>
              </a:r>
              <a:r>
                <a:rPr lang="en-GB" sz="1400" dirty="0" err="1">
                  <a:latin typeface="Roboto" panose="02000000000000000000" pitchFamily="2" charset="0"/>
                  <a:ea typeface="Roboto" panose="02000000000000000000" pitchFamily="2" charset="0"/>
                </a:rPr>
                <a:t>officia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deserunt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mollit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anim</a:t>
              </a:r>
              <a:r>
                <a:rPr lang="en-GB" sz="1400" dirty="0">
                  <a:latin typeface="Roboto" panose="02000000000000000000" pitchFamily="2" charset="0"/>
                  <a:ea typeface="Roboto" panose="02000000000000000000" pitchFamily="2" charset="0"/>
                </a:rPr>
                <a:t> id </a:t>
              </a:r>
              <a:r>
                <a:rPr lang="en-GB" sz="1400" dirty="0" err="1">
                  <a:latin typeface="Roboto" panose="02000000000000000000" pitchFamily="2" charset="0"/>
                  <a:ea typeface="Roboto" panose="02000000000000000000" pitchFamily="2" charset="0"/>
                </a:rPr>
                <a:t>est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laborum</a:t>
              </a:r>
              <a:r>
                <a:rPr lang="en-GB" sz="1400" dirty="0">
                  <a:latin typeface="Roboto" panose="02000000000000000000" pitchFamily="2" charset="0"/>
                  <a:ea typeface="Roboto" panose="02000000000000000000" pitchFamily="2" charset="0"/>
                </a:rPr>
                <a:t>.</a:t>
              </a:r>
            </a:p>
          </p:txBody>
        </p:sp>
      </p:grpSp>
    </p:spTree>
    <p:extLst>
      <p:ext uri="{BB962C8B-B14F-4D97-AF65-F5344CB8AC3E}">
        <p14:creationId xmlns:p14="http://schemas.microsoft.com/office/powerpoint/2010/main" val="3837877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nimation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41" name="Group 40">
            <a:extLst>
              <a:ext uri="{FF2B5EF4-FFF2-40B4-BE49-F238E27FC236}">
                <a16:creationId xmlns:a16="http://schemas.microsoft.com/office/drawing/2014/main" id="{2BB4EA30-0107-4362-9222-C6055ABF324A}"/>
              </a:ext>
            </a:extLst>
          </p:cNvPr>
          <p:cNvGrpSpPr/>
          <p:nvPr userDrawn="1"/>
        </p:nvGrpSpPr>
        <p:grpSpPr>
          <a:xfrm>
            <a:off x="743835" y="1681195"/>
            <a:ext cx="7644513" cy="1787397"/>
            <a:chOff x="743837" y="1344834"/>
            <a:chExt cx="7644513" cy="1787397"/>
          </a:xfrm>
        </p:grpSpPr>
        <p:sp>
          <p:nvSpPr>
            <p:cNvPr id="42" name="Rectangle 41">
              <a:extLst>
                <a:ext uri="{FF2B5EF4-FFF2-40B4-BE49-F238E27FC236}">
                  <a16:creationId xmlns:a16="http://schemas.microsoft.com/office/drawing/2014/main" id="{0DF60415-D303-4DFE-A6B8-E0AB42EF4DDC}"/>
                </a:ext>
              </a:extLst>
            </p:cNvPr>
            <p:cNvSpPr/>
            <p:nvPr/>
          </p:nvSpPr>
          <p:spPr>
            <a:xfrm>
              <a:off x="743837" y="1344834"/>
              <a:ext cx="1266195"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Animations</a:t>
              </a:r>
            </a:p>
          </p:txBody>
        </p:sp>
        <p:sp>
          <p:nvSpPr>
            <p:cNvPr id="43" name="Rectangle 42">
              <a:extLst>
                <a:ext uri="{FF2B5EF4-FFF2-40B4-BE49-F238E27FC236}">
                  <a16:creationId xmlns:a16="http://schemas.microsoft.com/office/drawing/2014/main" id="{6A96975B-C3DC-451D-8423-D15D5BCDB436}"/>
                </a:ext>
              </a:extLst>
            </p:cNvPr>
            <p:cNvSpPr/>
            <p:nvPr/>
          </p:nvSpPr>
          <p:spPr>
            <a:xfrm>
              <a:off x="755650" y="1618794"/>
              <a:ext cx="7632700" cy="1513437"/>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b="0" i="0" dirty="0">
                  <a:solidFill>
                    <a:srgbClr val="000000"/>
                  </a:solidFill>
                  <a:effectLst/>
                  <a:latin typeface="Roboto" panose="02000000000000000000" pitchFamily="2" charset="0"/>
                  <a:ea typeface="Roboto" panose="02000000000000000000" pitchFamily="2" charset="0"/>
                </a:rPr>
                <a:t>We hope you find the information on our website and resources useful. This resource has been designed to be compatible with Microsoft PowerPoint. To view the content in the correct formatting, please view the presentation using </a:t>
              </a:r>
              <a:r>
                <a:rPr lang="en-GB" sz="1400" b="1" i="0" dirty="0">
                  <a:solidFill>
                    <a:srgbClr val="000000"/>
                  </a:solidFill>
                  <a:effectLst/>
                  <a:latin typeface="Roboto" panose="02000000000000000000" pitchFamily="2" charset="0"/>
                  <a:ea typeface="Roboto" panose="02000000000000000000" pitchFamily="2" charset="0"/>
                </a:rPr>
                <a:t>PowerPoint in Slide Show mode</a:t>
              </a:r>
              <a:r>
                <a:rPr lang="en-GB" sz="1400" b="0" i="0" dirty="0">
                  <a:solidFill>
                    <a:srgbClr val="000000"/>
                  </a:solidFill>
                  <a:effectLst/>
                  <a:latin typeface="Roboto" panose="02000000000000000000" pitchFamily="2" charset="0"/>
                  <a:ea typeface="Roboto" panose="02000000000000000000" pitchFamily="2" charset="0"/>
                </a:rPr>
                <a:t>. If you view the slides using other presentation software or out of Slide Show mode, you may find that some of the text and images overlap each other and/or are difficult to read.</a:t>
              </a:r>
              <a:endParaRPr lang="en-GB" sz="1400" dirty="0">
                <a:latin typeface="Roboto" panose="02000000000000000000" pitchFamily="2" charset="0"/>
                <a:ea typeface="Roboto" panose="02000000000000000000" pitchFamily="2" charset="0"/>
              </a:endParaRPr>
            </a:p>
          </p:txBody>
        </p:sp>
      </p:gr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35770603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9745" y="695325"/>
            <a:ext cx="8164510" cy="1150938"/>
          </a:xfrm>
          <a:prstGeom prst="roundRect">
            <a:avLst>
              <a:gd name="adj" fmla="val 9641"/>
            </a:avLst>
          </a:prstGeom>
          <a:noFill/>
          <a:ln w="25400">
            <a:noFill/>
          </a:ln>
        </p:spPr>
        <p:txBody>
          <a:bodyPr vert="horz" lIns="252000" tIns="252000" rIns="252000" bIns="252000" rtlCol="0" anchor="ctr" anchorCtr="1">
            <a:normAutofit/>
          </a:bodyPr>
          <a:lstStyle/>
          <a:p>
            <a:r>
              <a:rPr lang="en-US"/>
              <a:t>Click to edit Master title style</a:t>
            </a:r>
            <a:endParaRPr lang="en-US" dirty="0"/>
          </a:p>
        </p:txBody>
      </p:sp>
      <p:sp>
        <p:nvSpPr>
          <p:cNvPr id="3" name="Text Placeholder 2"/>
          <p:cNvSpPr>
            <a:spLocks noGrp="1"/>
          </p:cNvSpPr>
          <p:nvPr>
            <p:ph type="body" idx="1"/>
          </p:nvPr>
        </p:nvSpPr>
        <p:spPr>
          <a:xfrm>
            <a:off x="489745" y="1957386"/>
            <a:ext cx="8164510" cy="4387851"/>
          </a:xfrm>
          <a:prstGeom prst="roundRect">
            <a:avLst>
              <a:gd name="adj" fmla="val 2585"/>
            </a:avLst>
          </a:prstGeom>
          <a:noFill/>
          <a:ln w="25400">
            <a:noFill/>
          </a:ln>
        </p:spPr>
        <p:txBody>
          <a:bodyPr vert="horz" lIns="252000" tIns="252000" rIns="252000" bIns="2520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3892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 id="2147483675" r:id="rId5"/>
  </p:sldLayoutIdLst>
  <p:txStyles>
    <p:titleStyle>
      <a:lvl1pPr algn="l" defTabSz="914400" rtl="0" eaLnBrk="1" latinLnBrk="0" hangingPunct="1">
        <a:lnSpc>
          <a:spcPct val="90000"/>
        </a:lnSpc>
        <a:spcBef>
          <a:spcPct val="0"/>
        </a:spcBef>
        <a:buNone/>
        <a:defRPr sz="3600" b="1" kern="1200">
          <a:solidFill>
            <a:srgbClr val="1C1C1C"/>
          </a:solidFill>
          <a:latin typeface="Twinkl"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Twinkl" pitchFamily="50" charset="0"/>
          <a:ea typeface="Twinkl"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Twinkl" pitchFamily="50" charset="0"/>
          <a:ea typeface="Twinkl"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21A6F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22809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4" r:id="rId3"/>
    <p:sldLayoutId id="2147483669" r:id="rId4"/>
    <p:sldLayoutId id="2147483670" r:id="rId5"/>
    <p:sldLayoutId id="2147483671" r:id="rId6"/>
    <p:sldLayoutId id="2147483673"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095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338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p:cNvSpPr/>
          <p:nvPr/>
        </p:nvSpPr>
        <p:spPr>
          <a:xfrm>
            <a:off x="587707" y="1394965"/>
            <a:ext cx="7667060" cy="833663"/>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r>
              <a:rPr lang="en-US" sz="2000" b="1" dirty="0">
                <a:solidFill>
                  <a:srgbClr val="E94E13"/>
                </a:solidFill>
              </a:rPr>
              <a:t>Prime factors </a:t>
            </a:r>
            <a:r>
              <a:rPr lang="en-US" sz="2000" dirty="0">
                <a:solidFill>
                  <a:srgbClr val="232321"/>
                </a:solidFill>
              </a:rPr>
              <a:t>are the </a:t>
            </a:r>
            <a:r>
              <a:rPr lang="en-US" sz="2000" b="1" dirty="0">
                <a:solidFill>
                  <a:srgbClr val="E94E13"/>
                </a:solidFill>
              </a:rPr>
              <a:t>prime numbers</a:t>
            </a:r>
            <a:r>
              <a:rPr lang="en-US" sz="2000" b="1" dirty="0">
                <a:solidFill>
                  <a:srgbClr val="232321"/>
                </a:solidFill>
              </a:rPr>
              <a:t> </a:t>
            </a:r>
            <a:r>
              <a:rPr lang="en-US" sz="2000" dirty="0">
                <a:solidFill>
                  <a:srgbClr val="232321"/>
                </a:solidFill>
              </a:rPr>
              <a:t>which multiply together to make a number.</a:t>
            </a:r>
          </a:p>
        </p:txBody>
      </p:sp>
      <p:sp>
        <p:nvSpPr>
          <p:cNvPr id="21" name="Title"/>
          <p:cNvSpPr>
            <a:spLocks noGrp="1"/>
          </p:cNvSpPr>
          <p:nvPr>
            <p:ph type="title"/>
          </p:nvPr>
        </p:nvSpPr>
        <p:spPr>
          <a:xfrm>
            <a:off x="457198" y="464029"/>
            <a:ext cx="8220075" cy="994306"/>
          </a:xfrm>
          <a:noFill/>
        </p:spPr>
        <p:txBody>
          <a:bodyPr/>
          <a:lstStyle/>
          <a:p>
            <a:r>
              <a:rPr lang="en-US" dirty="0">
                <a:solidFill>
                  <a:srgbClr val="E94E13"/>
                </a:solidFill>
                <a:latin typeface="+mn-lt"/>
              </a:rPr>
              <a:t>Prime Factors</a:t>
            </a:r>
          </a:p>
        </p:txBody>
      </p:sp>
      <p:graphicFrame>
        <p:nvGraphicFramePr>
          <p:cNvPr id="2" name="Table 1">
            <a:extLst>
              <a:ext uri="{FF2B5EF4-FFF2-40B4-BE49-F238E27FC236}">
                <a16:creationId xmlns:a16="http://schemas.microsoft.com/office/drawing/2014/main" id="{D964156E-6A14-39D0-B773-7A39E46EEC8E}"/>
              </a:ext>
            </a:extLst>
          </p:cNvPr>
          <p:cNvGraphicFramePr>
            <a:graphicFrameLocks noGrp="1"/>
          </p:cNvGraphicFramePr>
          <p:nvPr>
            <p:extLst>
              <p:ext uri="{D42A27DB-BD31-4B8C-83A1-F6EECF244321}">
                <p14:modId xmlns:p14="http://schemas.microsoft.com/office/powerpoint/2010/main" val="870882936"/>
              </p:ext>
            </p:extLst>
          </p:nvPr>
        </p:nvGraphicFramePr>
        <p:xfrm>
          <a:off x="596096" y="3049257"/>
          <a:ext cx="7959056" cy="2216675"/>
        </p:xfrm>
        <a:graphic>
          <a:graphicData uri="http://schemas.openxmlformats.org/drawingml/2006/table">
            <a:tbl>
              <a:tblPr firstRow="1" bandRow="1">
                <a:tableStyleId>{5DA37D80-6434-44D0-A028-1B22A696006F}</a:tableStyleId>
              </a:tblPr>
              <a:tblGrid>
                <a:gridCol w="1249482">
                  <a:extLst>
                    <a:ext uri="{9D8B030D-6E8A-4147-A177-3AD203B41FA5}">
                      <a16:colId xmlns:a16="http://schemas.microsoft.com/office/drawing/2014/main" val="1660950259"/>
                    </a:ext>
                  </a:extLst>
                </a:gridCol>
                <a:gridCol w="614845">
                  <a:extLst>
                    <a:ext uri="{9D8B030D-6E8A-4147-A177-3AD203B41FA5}">
                      <a16:colId xmlns:a16="http://schemas.microsoft.com/office/drawing/2014/main" val="921134496"/>
                    </a:ext>
                  </a:extLst>
                </a:gridCol>
                <a:gridCol w="530561">
                  <a:extLst>
                    <a:ext uri="{9D8B030D-6E8A-4147-A177-3AD203B41FA5}">
                      <a16:colId xmlns:a16="http://schemas.microsoft.com/office/drawing/2014/main" val="4015424568"/>
                    </a:ext>
                  </a:extLst>
                </a:gridCol>
                <a:gridCol w="1465419">
                  <a:extLst>
                    <a:ext uri="{9D8B030D-6E8A-4147-A177-3AD203B41FA5}">
                      <a16:colId xmlns:a16="http://schemas.microsoft.com/office/drawing/2014/main" val="101860164"/>
                    </a:ext>
                  </a:extLst>
                </a:gridCol>
                <a:gridCol w="1030637">
                  <a:extLst>
                    <a:ext uri="{9D8B030D-6E8A-4147-A177-3AD203B41FA5}">
                      <a16:colId xmlns:a16="http://schemas.microsoft.com/office/drawing/2014/main" val="423588931"/>
                    </a:ext>
                  </a:extLst>
                </a:gridCol>
                <a:gridCol w="3068112">
                  <a:extLst>
                    <a:ext uri="{9D8B030D-6E8A-4147-A177-3AD203B41FA5}">
                      <a16:colId xmlns:a16="http://schemas.microsoft.com/office/drawing/2014/main" val="1450716799"/>
                    </a:ext>
                  </a:extLst>
                </a:gridCol>
              </a:tblGrid>
              <a:tr h="372253">
                <a:tc rowSpan="4">
                  <a:txBody>
                    <a:bodyPr/>
                    <a:lstStyle/>
                    <a:p>
                      <a:pPr algn="ctr"/>
                      <a:r>
                        <a:rPr lang="en-GB" sz="1800" b="1" dirty="0"/>
                        <a:t>The prime factors of </a:t>
                      </a:r>
                    </a:p>
                  </a:txBody>
                  <a:tcPr anchor="ctr">
                    <a:lnL w="28575" cap="flat" cmpd="sng" algn="ctr">
                      <a:solidFill>
                        <a:srgbClr val="689429"/>
                      </a:solidFill>
                      <a:prstDash val="solid"/>
                      <a:round/>
                      <a:headEnd type="none" w="med" len="med"/>
                      <a:tailEnd type="none" w="med" len="med"/>
                    </a:lnL>
                    <a:lnR w="28575" cap="flat" cmpd="sng" algn="ctr">
                      <a:solidFill>
                        <a:srgbClr val="689429"/>
                      </a:solidFill>
                      <a:prstDash val="solid"/>
                      <a:round/>
                      <a:headEnd type="none" w="med" len="med"/>
                      <a:tailEnd type="none" w="med" len="med"/>
                    </a:lnR>
                    <a:lnT w="28575" cap="flat" cmpd="sng" algn="ctr">
                      <a:solidFill>
                        <a:srgbClr val="689429"/>
                      </a:solidFill>
                      <a:prstDash val="solid"/>
                      <a:round/>
                      <a:headEnd type="none" w="med" len="med"/>
                      <a:tailEnd type="none" w="med" len="med"/>
                    </a:lnT>
                    <a:lnB w="28575" cap="flat" cmpd="sng" algn="ctr">
                      <a:solidFill>
                        <a:srgbClr val="689429"/>
                      </a:solidFill>
                      <a:prstDash val="solid"/>
                      <a:round/>
                      <a:headEnd type="none" w="med" len="med"/>
                      <a:tailEnd type="none" w="med" len="med"/>
                    </a:lnB>
                  </a:tcPr>
                </a:tc>
                <a:tc>
                  <a:txBody>
                    <a:bodyPr/>
                    <a:lstStyle/>
                    <a:p>
                      <a:pPr algn="ctr"/>
                      <a:r>
                        <a:rPr lang="en-GB" sz="1800" b="0" dirty="0"/>
                        <a:t>6</a:t>
                      </a:r>
                      <a:endParaRPr lang="en-GB" sz="1800" b="0" dirty="0">
                        <a:solidFill>
                          <a:schemeClr val="tx1"/>
                        </a:solidFill>
                      </a:endParaRPr>
                    </a:p>
                  </a:txBody>
                  <a:tcPr anchor="ctr">
                    <a:lnL w="28575" cap="flat" cmpd="sng" algn="ctr">
                      <a:solidFill>
                        <a:srgbClr val="689429"/>
                      </a:solidFill>
                      <a:prstDash val="solid"/>
                      <a:round/>
                      <a:headEnd type="none" w="med" len="med"/>
                      <a:tailEnd type="none" w="med" len="med"/>
                    </a:lnL>
                    <a:lnR w="28575" cap="flat" cmpd="sng" algn="ctr">
                      <a:solidFill>
                        <a:srgbClr val="689429"/>
                      </a:solidFill>
                      <a:prstDash val="solid"/>
                      <a:round/>
                      <a:headEnd type="none" w="med" len="med"/>
                      <a:tailEnd type="none" w="med" len="med"/>
                    </a:lnR>
                    <a:lnT w="28575" cap="flat" cmpd="sng" algn="ctr">
                      <a:solidFill>
                        <a:srgbClr val="689429"/>
                      </a:solidFill>
                      <a:prstDash val="solid"/>
                      <a:round/>
                      <a:headEnd type="none" w="med" len="med"/>
                      <a:tailEnd type="none" w="med" len="med"/>
                    </a:lnT>
                    <a:lnB w="28575" cap="flat" cmpd="sng" algn="ctr">
                      <a:solidFill>
                        <a:srgbClr val="689429"/>
                      </a:solidFill>
                      <a:prstDash val="solid"/>
                      <a:round/>
                      <a:headEnd type="none" w="med" len="med"/>
                      <a:tailEnd type="none" w="med" len="med"/>
                    </a:lnB>
                  </a:tcPr>
                </a:tc>
                <a:tc rowSpan="4">
                  <a:txBody>
                    <a:bodyPr/>
                    <a:lstStyle/>
                    <a:p>
                      <a:pPr algn="ctr"/>
                      <a:r>
                        <a:rPr lang="en-GB" sz="1800" b="0" dirty="0"/>
                        <a:t>are</a:t>
                      </a:r>
                    </a:p>
                  </a:txBody>
                  <a:tcPr anchor="ctr">
                    <a:lnL w="28575" cap="flat" cmpd="sng" algn="ctr">
                      <a:solidFill>
                        <a:srgbClr val="689429"/>
                      </a:solidFill>
                      <a:prstDash val="solid"/>
                      <a:round/>
                      <a:headEnd type="none" w="med" len="med"/>
                      <a:tailEnd type="none" w="med" len="med"/>
                    </a:lnL>
                    <a:lnR w="28575" cap="flat" cmpd="sng" algn="ctr">
                      <a:solidFill>
                        <a:srgbClr val="689429"/>
                      </a:solidFill>
                      <a:prstDash val="solid"/>
                      <a:round/>
                      <a:headEnd type="none" w="med" len="med"/>
                      <a:tailEnd type="none" w="med" len="med"/>
                    </a:lnR>
                    <a:lnT w="28575" cap="flat" cmpd="sng" algn="ctr">
                      <a:solidFill>
                        <a:srgbClr val="689429"/>
                      </a:solidFill>
                      <a:prstDash val="solid"/>
                      <a:round/>
                      <a:headEnd type="none" w="med" len="med"/>
                      <a:tailEnd type="none" w="med" len="med"/>
                    </a:lnT>
                    <a:lnB w="28575" cap="flat" cmpd="sng" algn="ctr">
                      <a:solidFill>
                        <a:srgbClr val="689429"/>
                      </a:solidFill>
                      <a:prstDash val="solid"/>
                      <a:round/>
                      <a:headEnd type="none" w="med" len="med"/>
                      <a:tailEnd type="none" w="med" len="med"/>
                    </a:lnB>
                  </a:tcPr>
                </a:tc>
                <a:tc>
                  <a:txBody>
                    <a:bodyPr/>
                    <a:lstStyle/>
                    <a:p>
                      <a:pPr algn="ctr"/>
                      <a:r>
                        <a:rPr lang="en-GB" sz="1800" b="0" dirty="0"/>
                        <a:t>2 and 3</a:t>
                      </a:r>
                    </a:p>
                  </a:txBody>
                  <a:tcPr anchor="ctr">
                    <a:lnL w="28575" cap="flat" cmpd="sng" algn="ctr">
                      <a:solidFill>
                        <a:srgbClr val="689429"/>
                      </a:solidFill>
                      <a:prstDash val="solid"/>
                      <a:round/>
                      <a:headEnd type="none" w="med" len="med"/>
                      <a:tailEnd type="none" w="med" len="med"/>
                    </a:lnL>
                    <a:lnR w="28575" cap="flat" cmpd="sng" algn="ctr">
                      <a:solidFill>
                        <a:srgbClr val="689429"/>
                      </a:solidFill>
                      <a:prstDash val="solid"/>
                      <a:round/>
                      <a:headEnd type="none" w="med" len="med"/>
                      <a:tailEnd type="none" w="med" len="med"/>
                    </a:lnR>
                    <a:lnT w="28575" cap="flat" cmpd="sng" algn="ctr">
                      <a:solidFill>
                        <a:srgbClr val="689429"/>
                      </a:solidFill>
                      <a:prstDash val="solid"/>
                      <a:round/>
                      <a:headEnd type="none" w="med" len="med"/>
                      <a:tailEnd type="none" w="med" len="med"/>
                    </a:lnT>
                    <a:lnB w="28575" cap="flat" cmpd="sng" algn="ctr">
                      <a:solidFill>
                        <a:srgbClr val="689429"/>
                      </a:solidFill>
                      <a:prstDash val="solid"/>
                      <a:round/>
                      <a:headEnd type="none" w="med" len="med"/>
                      <a:tailEnd type="none" w="med" len="med"/>
                    </a:lnB>
                  </a:tcPr>
                </a:tc>
                <a:tc rowSpan="4">
                  <a:txBody>
                    <a:bodyPr/>
                    <a:lstStyle/>
                    <a:p>
                      <a:pPr algn="ctr"/>
                      <a:r>
                        <a:rPr lang="en-GB" sz="1800" b="0" dirty="0"/>
                        <a:t>because</a:t>
                      </a:r>
                    </a:p>
                  </a:txBody>
                  <a:tcPr anchor="ctr">
                    <a:lnL w="28575" cap="flat" cmpd="sng" algn="ctr">
                      <a:solidFill>
                        <a:srgbClr val="689429"/>
                      </a:solidFill>
                      <a:prstDash val="solid"/>
                      <a:round/>
                      <a:headEnd type="none" w="med" len="med"/>
                      <a:tailEnd type="none" w="med" len="med"/>
                    </a:lnL>
                    <a:lnR w="28575" cap="flat" cmpd="sng" algn="ctr">
                      <a:solidFill>
                        <a:srgbClr val="689429"/>
                      </a:solidFill>
                      <a:prstDash val="solid"/>
                      <a:round/>
                      <a:headEnd type="none" w="med" len="med"/>
                      <a:tailEnd type="none" w="med" len="med"/>
                    </a:lnR>
                    <a:lnT w="28575" cap="flat" cmpd="sng" algn="ctr">
                      <a:solidFill>
                        <a:srgbClr val="689429"/>
                      </a:solidFill>
                      <a:prstDash val="solid"/>
                      <a:round/>
                      <a:headEnd type="none" w="med" len="med"/>
                      <a:tailEnd type="none" w="med" len="med"/>
                    </a:lnT>
                    <a:lnB w="28575" cap="flat" cmpd="sng" algn="ctr">
                      <a:solidFill>
                        <a:srgbClr val="689429"/>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tx1"/>
                          </a:solidFill>
                          <a:latin typeface="+mn-lt"/>
                          <a:ea typeface="+mn-ea"/>
                          <a:cs typeface="+mn-cs"/>
                        </a:rPr>
                        <a:t>2 × 3 = 6</a:t>
                      </a:r>
                    </a:p>
                  </a:txBody>
                  <a:tcPr anchor="ctr">
                    <a:lnL w="28575" cap="flat" cmpd="sng" algn="ctr">
                      <a:solidFill>
                        <a:srgbClr val="689429"/>
                      </a:solidFill>
                      <a:prstDash val="solid"/>
                      <a:round/>
                      <a:headEnd type="none" w="med" len="med"/>
                      <a:tailEnd type="none" w="med" len="med"/>
                    </a:lnL>
                    <a:lnR w="28575" cap="flat" cmpd="sng" algn="ctr">
                      <a:solidFill>
                        <a:srgbClr val="689429"/>
                      </a:solidFill>
                      <a:prstDash val="solid"/>
                      <a:round/>
                      <a:headEnd type="none" w="med" len="med"/>
                      <a:tailEnd type="none" w="med" len="med"/>
                    </a:lnR>
                    <a:lnT w="28575" cap="flat" cmpd="sng" algn="ctr">
                      <a:solidFill>
                        <a:srgbClr val="689429"/>
                      </a:solidFill>
                      <a:prstDash val="solid"/>
                      <a:round/>
                      <a:headEnd type="none" w="med" len="med"/>
                      <a:tailEnd type="none" w="med" len="med"/>
                    </a:lnT>
                    <a:lnB w="28575" cap="flat" cmpd="sng" algn="ctr">
                      <a:solidFill>
                        <a:srgbClr val="689429"/>
                      </a:solidFill>
                      <a:prstDash val="solid"/>
                      <a:round/>
                      <a:headEnd type="none" w="med" len="med"/>
                      <a:tailEnd type="none" w="med" len="med"/>
                    </a:lnB>
                  </a:tcPr>
                </a:tc>
                <a:extLst>
                  <a:ext uri="{0D108BD9-81ED-4DB2-BD59-A6C34878D82A}">
                    <a16:rowId xmlns:a16="http://schemas.microsoft.com/office/drawing/2014/main" val="2107946412"/>
                  </a:ext>
                </a:extLst>
              </a:tr>
              <a:tr h="380810">
                <a:tc vMerge="1">
                  <a:txBody>
                    <a:bodyPr/>
                    <a:lstStyle/>
                    <a:p>
                      <a:endParaRPr lang="en-GB" dirty="0"/>
                    </a:p>
                  </a:txBody>
                  <a:tcPr/>
                </a:tc>
                <a:tc>
                  <a:txBody>
                    <a:bodyPr/>
                    <a:lstStyle/>
                    <a:p>
                      <a:pPr algn="ctr"/>
                      <a:r>
                        <a:rPr lang="en-GB" sz="1800" b="0" dirty="0"/>
                        <a:t>12</a:t>
                      </a:r>
                      <a:endParaRPr lang="en-GB" sz="1800" b="0" dirty="0">
                        <a:solidFill>
                          <a:schemeClr val="tx1"/>
                        </a:solidFill>
                      </a:endParaRPr>
                    </a:p>
                  </a:txBody>
                  <a:tcPr anchor="ctr">
                    <a:lnL w="28575" cap="flat" cmpd="sng" algn="ctr">
                      <a:solidFill>
                        <a:srgbClr val="689429"/>
                      </a:solidFill>
                      <a:prstDash val="solid"/>
                      <a:round/>
                      <a:headEnd type="none" w="med" len="med"/>
                      <a:tailEnd type="none" w="med" len="med"/>
                    </a:lnL>
                    <a:lnR w="28575" cap="flat" cmpd="sng" algn="ctr">
                      <a:solidFill>
                        <a:srgbClr val="689429"/>
                      </a:solidFill>
                      <a:prstDash val="solid"/>
                      <a:round/>
                      <a:headEnd type="none" w="med" len="med"/>
                      <a:tailEnd type="none" w="med" len="med"/>
                    </a:lnR>
                    <a:lnT w="28575" cap="flat" cmpd="sng" algn="ctr">
                      <a:solidFill>
                        <a:srgbClr val="689429"/>
                      </a:solidFill>
                      <a:prstDash val="solid"/>
                      <a:round/>
                      <a:headEnd type="none" w="med" len="med"/>
                      <a:tailEnd type="none" w="med" len="med"/>
                    </a:lnT>
                    <a:lnB w="28575" cap="flat" cmpd="sng" algn="ctr">
                      <a:solidFill>
                        <a:srgbClr val="689429"/>
                      </a:solidFill>
                      <a:prstDash val="solid"/>
                      <a:round/>
                      <a:headEnd type="none" w="med" len="med"/>
                      <a:tailEnd type="none" w="med" len="med"/>
                    </a:lnB>
                    <a:solidFill>
                      <a:srgbClr val="FBE7D6"/>
                    </a:solidFill>
                  </a:tcPr>
                </a:tc>
                <a:tc vMerge="1">
                  <a:txBody>
                    <a:bodyPr/>
                    <a:lstStyle/>
                    <a:p>
                      <a:endParaRPr lang="en-GB" dirty="0"/>
                    </a:p>
                  </a:txBody>
                  <a:tcPr/>
                </a:tc>
                <a:tc>
                  <a:txBody>
                    <a:bodyPr/>
                    <a:lstStyle/>
                    <a:p>
                      <a:pPr algn="ctr"/>
                      <a:r>
                        <a:rPr lang="en-GB" sz="1800" b="0" dirty="0"/>
                        <a:t>2 × 2</a:t>
                      </a:r>
                      <a:r>
                        <a:rPr lang="en-GB" sz="1800" b="0" baseline="0" dirty="0"/>
                        <a:t> × 3</a:t>
                      </a:r>
                      <a:endParaRPr lang="en-GB" sz="1800" b="0" dirty="0"/>
                    </a:p>
                  </a:txBody>
                  <a:tcPr anchor="ctr">
                    <a:lnL w="28575" cap="flat" cmpd="sng" algn="ctr">
                      <a:solidFill>
                        <a:srgbClr val="689429"/>
                      </a:solidFill>
                      <a:prstDash val="solid"/>
                      <a:round/>
                      <a:headEnd type="none" w="med" len="med"/>
                      <a:tailEnd type="none" w="med" len="med"/>
                    </a:lnL>
                    <a:lnR w="28575" cap="flat" cmpd="sng" algn="ctr">
                      <a:solidFill>
                        <a:srgbClr val="689429"/>
                      </a:solidFill>
                      <a:prstDash val="solid"/>
                      <a:round/>
                      <a:headEnd type="none" w="med" len="med"/>
                      <a:tailEnd type="none" w="med" len="med"/>
                    </a:lnR>
                    <a:lnT w="28575" cap="flat" cmpd="sng" algn="ctr">
                      <a:solidFill>
                        <a:srgbClr val="689429"/>
                      </a:solidFill>
                      <a:prstDash val="solid"/>
                      <a:round/>
                      <a:headEnd type="none" w="med" len="med"/>
                      <a:tailEnd type="none" w="med" len="med"/>
                    </a:lnT>
                    <a:lnB w="28575" cap="flat" cmpd="sng" algn="ctr">
                      <a:solidFill>
                        <a:srgbClr val="689429"/>
                      </a:solidFill>
                      <a:prstDash val="solid"/>
                      <a:round/>
                      <a:headEnd type="none" w="med" len="med"/>
                      <a:tailEnd type="none" w="med" len="med"/>
                    </a:lnB>
                    <a:solidFill>
                      <a:srgbClr val="FBE7D6"/>
                    </a:solidFill>
                  </a:tcPr>
                </a:tc>
                <a:tc vMerge="1">
                  <a:txBody>
                    <a:bodyPr/>
                    <a:lstStyle/>
                    <a:p>
                      <a:endParaRPr lang="en-GB" dirty="0"/>
                    </a:p>
                  </a:txBody>
                  <a:tcPr/>
                </a:tc>
                <a:tc>
                  <a:txBody>
                    <a:bodyPr/>
                    <a:lstStyle/>
                    <a:p>
                      <a:r>
                        <a:rPr lang="en-GB" sz="1800" b="0" kern="1200" dirty="0">
                          <a:solidFill>
                            <a:schemeClr val="tx1"/>
                          </a:solidFill>
                          <a:latin typeface="+mn-lt"/>
                          <a:ea typeface="+mn-ea"/>
                          <a:cs typeface="+mn-cs"/>
                        </a:rPr>
                        <a:t>2 × 2 × 3 = 12 or </a:t>
                      </a:r>
                      <a:r>
                        <a:rPr lang="en-US" sz="1800" b="0" dirty="0"/>
                        <a:t>2² × 3 = 12</a:t>
                      </a:r>
                      <a:endParaRPr lang="en-GB" b="0" dirty="0"/>
                    </a:p>
                  </a:txBody>
                  <a:tcPr anchor="ctr">
                    <a:lnL w="28575" cap="flat" cmpd="sng" algn="ctr">
                      <a:solidFill>
                        <a:srgbClr val="689429"/>
                      </a:solidFill>
                      <a:prstDash val="solid"/>
                      <a:round/>
                      <a:headEnd type="none" w="med" len="med"/>
                      <a:tailEnd type="none" w="med" len="med"/>
                    </a:lnL>
                    <a:lnR w="28575" cap="flat" cmpd="sng" algn="ctr">
                      <a:solidFill>
                        <a:srgbClr val="689429"/>
                      </a:solidFill>
                      <a:prstDash val="solid"/>
                      <a:round/>
                      <a:headEnd type="none" w="med" len="med"/>
                      <a:tailEnd type="none" w="med" len="med"/>
                    </a:lnR>
                    <a:lnT w="28575" cap="flat" cmpd="sng" algn="ctr">
                      <a:solidFill>
                        <a:srgbClr val="689429"/>
                      </a:solidFill>
                      <a:prstDash val="solid"/>
                      <a:round/>
                      <a:headEnd type="none" w="med" len="med"/>
                      <a:tailEnd type="none" w="med" len="med"/>
                    </a:lnT>
                    <a:lnB w="28575" cap="flat" cmpd="sng" algn="ctr">
                      <a:solidFill>
                        <a:srgbClr val="689429"/>
                      </a:solidFill>
                      <a:prstDash val="solid"/>
                      <a:round/>
                      <a:headEnd type="none" w="med" len="med"/>
                      <a:tailEnd type="none" w="med" len="med"/>
                    </a:lnB>
                    <a:solidFill>
                      <a:srgbClr val="FBE7D6"/>
                    </a:solidFill>
                  </a:tcPr>
                </a:tc>
                <a:extLst>
                  <a:ext uri="{0D108BD9-81ED-4DB2-BD59-A6C34878D82A}">
                    <a16:rowId xmlns:a16="http://schemas.microsoft.com/office/drawing/2014/main" val="2542031815"/>
                  </a:ext>
                </a:extLst>
              </a:tr>
              <a:tr h="370840">
                <a:tc vMerge="1">
                  <a:txBody>
                    <a:bodyPr/>
                    <a:lstStyle/>
                    <a:p>
                      <a:endParaRPr lang="en-GB" dirty="0"/>
                    </a:p>
                  </a:txBody>
                  <a:tcPr>
                    <a:lnT w="12700" cap="flat" cmpd="sng" algn="ctr">
                      <a:solidFill>
                        <a:srgbClr val="E94E13"/>
                      </a:solidFill>
                      <a:prstDash val="solid"/>
                      <a:round/>
                      <a:headEnd type="none" w="med" len="med"/>
                      <a:tailEnd type="none" w="med" len="med"/>
                    </a:lnT>
                  </a:tcPr>
                </a:tc>
                <a:tc>
                  <a:txBody>
                    <a:bodyPr/>
                    <a:lstStyle/>
                    <a:p>
                      <a:pPr algn="ctr"/>
                      <a:r>
                        <a:rPr lang="en-GB" sz="1800" b="0" dirty="0"/>
                        <a:t>20</a:t>
                      </a:r>
                      <a:endParaRPr lang="en-GB" sz="1800" b="0" dirty="0">
                        <a:solidFill>
                          <a:schemeClr val="tx1"/>
                        </a:solidFill>
                      </a:endParaRPr>
                    </a:p>
                  </a:txBody>
                  <a:tcPr anchor="ctr">
                    <a:lnL w="28575" cap="flat" cmpd="sng" algn="ctr">
                      <a:solidFill>
                        <a:srgbClr val="689429"/>
                      </a:solidFill>
                      <a:prstDash val="solid"/>
                      <a:round/>
                      <a:headEnd type="none" w="med" len="med"/>
                      <a:tailEnd type="none" w="med" len="med"/>
                    </a:lnL>
                    <a:lnR w="28575" cap="flat" cmpd="sng" algn="ctr">
                      <a:solidFill>
                        <a:srgbClr val="689429"/>
                      </a:solidFill>
                      <a:prstDash val="solid"/>
                      <a:round/>
                      <a:headEnd type="none" w="med" len="med"/>
                      <a:tailEnd type="none" w="med" len="med"/>
                    </a:lnR>
                    <a:lnT w="28575" cap="flat" cmpd="sng" algn="ctr">
                      <a:solidFill>
                        <a:srgbClr val="689429"/>
                      </a:solidFill>
                      <a:prstDash val="solid"/>
                      <a:round/>
                      <a:headEnd type="none" w="med" len="med"/>
                      <a:tailEnd type="none" w="med" len="med"/>
                    </a:lnT>
                    <a:lnB w="28575" cap="flat" cmpd="sng" algn="ctr">
                      <a:solidFill>
                        <a:srgbClr val="689429"/>
                      </a:solidFill>
                      <a:prstDash val="solid"/>
                      <a:round/>
                      <a:headEnd type="none" w="med" len="med"/>
                      <a:tailEnd type="none" w="med" len="med"/>
                    </a:lnB>
                    <a:solidFill>
                      <a:schemeClr val="bg1">
                        <a:alpha val="20000"/>
                      </a:schemeClr>
                    </a:solidFill>
                  </a:tcPr>
                </a:tc>
                <a:tc vMerge="1">
                  <a:txBody>
                    <a:bodyPr/>
                    <a:lstStyle/>
                    <a:p>
                      <a:endParaRPr lang="en-GB" dirty="0"/>
                    </a:p>
                  </a:txBody>
                  <a:tcPr>
                    <a:lnL w="12700" cap="flat" cmpd="sng" algn="ctr">
                      <a:solidFill>
                        <a:srgbClr val="E94E13"/>
                      </a:solidFill>
                      <a:prstDash val="solid"/>
                      <a:round/>
                      <a:headEnd type="none" w="med" len="med"/>
                      <a:tailEnd type="none" w="med" len="med"/>
                    </a:lnL>
                    <a:lnT w="12700" cap="flat" cmpd="sng" algn="ctr">
                      <a:solidFill>
                        <a:srgbClr val="E94E13"/>
                      </a:solidFill>
                      <a:prstDash val="solid"/>
                      <a:round/>
                      <a:headEnd type="none" w="med" len="med"/>
                      <a:tailEnd type="none" w="med" len="med"/>
                    </a:lnT>
                  </a:tcPr>
                </a:tc>
                <a:tc>
                  <a:txBody>
                    <a:bodyPr/>
                    <a:lstStyle/>
                    <a:p>
                      <a:pPr algn="ctr"/>
                      <a:r>
                        <a:rPr lang="en-GB" sz="1800" b="0" dirty="0"/>
                        <a:t>2</a:t>
                      </a:r>
                      <a:r>
                        <a:rPr lang="en-GB" sz="1800" b="0" baseline="0" dirty="0"/>
                        <a:t> × 2 × 5</a:t>
                      </a:r>
                      <a:endParaRPr lang="en-GB" sz="1800" b="0" dirty="0"/>
                    </a:p>
                  </a:txBody>
                  <a:tcPr anchor="ctr">
                    <a:lnL w="28575" cap="flat" cmpd="sng" algn="ctr">
                      <a:solidFill>
                        <a:srgbClr val="689429"/>
                      </a:solidFill>
                      <a:prstDash val="solid"/>
                      <a:round/>
                      <a:headEnd type="none" w="med" len="med"/>
                      <a:tailEnd type="none" w="med" len="med"/>
                    </a:lnL>
                    <a:lnR w="28575" cap="flat" cmpd="sng" algn="ctr">
                      <a:solidFill>
                        <a:srgbClr val="689429"/>
                      </a:solidFill>
                      <a:prstDash val="solid"/>
                      <a:round/>
                      <a:headEnd type="none" w="med" len="med"/>
                      <a:tailEnd type="none" w="med" len="med"/>
                    </a:lnR>
                    <a:lnT w="28575" cap="flat" cmpd="sng" algn="ctr">
                      <a:solidFill>
                        <a:srgbClr val="689429"/>
                      </a:solidFill>
                      <a:prstDash val="solid"/>
                      <a:round/>
                      <a:headEnd type="none" w="med" len="med"/>
                      <a:tailEnd type="none" w="med" len="med"/>
                    </a:lnT>
                    <a:lnB w="28575" cap="flat" cmpd="sng" algn="ctr">
                      <a:solidFill>
                        <a:srgbClr val="689429"/>
                      </a:solidFill>
                      <a:prstDash val="solid"/>
                      <a:round/>
                      <a:headEnd type="none" w="med" len="med"/>
                      <a:tailEnd type="none" w="med" len="med"/>
                    </a:lnB>
                    <a:solidFill>
                      <a:schemeClr val="bg1">
                        <a:alpha val="20000"/>
                      </a:schemeClr>
                    </a:solidFill>
                  </a:tcPr>
                </a:tc>
                <a:tc vMerge="1">
                  <a:txBody>
                    <a:bodyPr/>
                    <a:lstStyle/>
                    <a:p>
                      <a:endParaRPr lang="en-GB" dirty="0"/>
                    </a:p>
                  </a:txBody>
                  <a:tcPr>
                    <a:lnL w="12700" cap="flat" cmpd="sng" algn="ctr">
                      <a:solidFill>
                        <a:srgbClr val="E94E13"/>
                      </a:solidFill>
                      <a:prstDash val="solid"/>
                      <a:round/>
                      <a:headEnd type="none" w="med" len="med"/>
                      <a:tailEnd type="none" w="med" len="med"/>
                    </a:lnL>
                    <a:lnT w="12700" cap="flat" cmpd="sng" algn="ctr">
                      <a:solidFill>
                        <a:srgbClr val="E94E13"/>
                      </a:solidFill>
                      <a:prstDash val="solid"/>
                      <a:round/>
                      <a:headEnd type="none" w="med" len="med"/>
                      <a:tailEnd type="none" w="med" len="med"/>
                    </a:lnT>
                  </a:tcPr>
                </a:tc>
                <a:tc>
                  <a:txBody>
                    <a:bodyPr/>
                    <a:lstStyle/>
                    <a:p>
                      <a:r>
                        <a:rPr lang="en-GB" sz="1800" b="0" kern="1200" dirty="0">
                          <a:solidFill>
                            <a:schemeClr val="tx1"/>
                          </a:solidFill>
                          <a:latin typeface="+mn-lt"/>
                          <a:ea typeface="+mn-ea"/>
                          <a:cs typeface="+mn-cs"/>
                        </a:rPr>
                        <a:t>2 × 2 × 5 = 20 or </a:t>
                      </a:r>
                      <a:r>
                        <a:rPr lang="en-US" sz="1800" b="0" dirty="0"/>
                        <a:t>2² × 5 = 20</a:t>
                      </a:r>
                      <a:endParaRPr lang="en-GB" b="0" dirty="0"/>
                    </a:p>
                  </a:txBody>
                  <a:tcPr anchor="ctr">
                    <a:lnL w="28575" cap="flat" cmpd="sng" algn="ctr">
                      <a:solidFill>
                        <a:srgbClr val="689429"/>
                      </a:solidFill>
                      <a:prstDash val="solid"/>
                      <a:round/>
                      <a:headEnd type="none" w="med" len="med"/>
                      <a:tailEnd type="none" w="med" len="med"/>
                    </a:lnL>
                    <a:lnR w="28575" cap="flat" cmpd="sng" algn="ctr">
                      <a:solidFill>
                        <a:srgbClr val="689429"/>
                      </a:solidFill>
                      <a:prstDash val="solid"/>
                      <a:round/>
                      <a:headEnd type="none" w="med" len="med"/>
                      <a:tailEnd type="none" w="med" len="med"/>
                    </a:lnR>
                    <a:lnT w="28575" cap="flat" cmpd="sng" algn="ctr">
                      <a:solidFill>
                        <a:srgbClr val="689429"/>
                      </a:solidFill>
                      <a:prstDash val="solid"/>
                      <a:round/>
                      <a:headEnd type="none" w="med" len="med"/>
                      <a:tailEnd type="none" w="med" len="med"/>
                    </a:lnT>
                    <a:lnB w="28575" cap="flat" cmpd="sng" algn="ctr">
                      <a:solidFill>
                        <a:srgbClr val="689429"/>
                      </a:solidFill>
                      <a:prstDash val="solid"/>
                      <a:round/>
                      <a:headEnd type="none" w="med" len="med"/>
                      <a:tailEnd type="none" w="med" len="med"/>
                    </a:lnB>
                  </a:tcPr>
                </a:tc>
                <a:extLst>
                  <a:ext uri="{0D108BD9-81ED-4DB2-BD59-A6C34878D82A}">
                    <a16:rowId xmlns:a16="http://schemas.microsoft.com/office/drawing/2014/main" val="3690899033"/>
                  </a:ext>
                </a:extLst>
              </a:tr>
              <a:tr h="823532">
                <a:tc vMerge="1">
                  <a:txBody>
                    <a:bodyPr/>
                    <a:lstStyle/>
                    <a:p>
                      <a:endParaRPr lang="en-GB" dirty="0"/>
                    </a:p>
                  </a:txBody>
                  <a:tcPr>
                    <a:lnT w="12700" cap="flat" cmpd="sng" algn="ctr">
                      <a:solidFill>
                        <a:srgbClr val="E94E13"/>
                      </a:solidFill>
                      <a:prstDash val="solid"/>
                      <a:round/>
                      <a:headEnd type="none" w="med" len="med"/>
                      <a:tailEnd type="none" w="med" len="med"/>
                    </a:lnT>
                  </a:tcPr>
                </a:tc>
                <a:tc>
                  <a:txBody>
                    <a:bodyPr/>
                    <a:lstStyle/>
                    <a:p>
                      <a:pPr algn="ctr"/>
                      <a:r>
                        <a:rPr lang="en-GB" sz="1800" b="0" dirty="0"/>
                        <a:t>100</a:t>
                      </a:r>
                      <a:endParaRPr lang="en-GB" sz="1800" b="0" dirty="0">
                        <a:solidFill>
                          <a:schemeClr val="tx1"/>
                        </a:solidFill>
                      </a:endParaRPr>
                    </a:p>
                  </a:txBody>
                  <a:tcPr anchor="ctr">
                    <a:lnL w="28575" cap="flat" cmpd="sng" algn="ctr">
                      <a:solidFill>
                        <a:srgbClr val="689429"/>
                      </a:solidFill>
                      <a:prstDash val="solid"/>
                      <a:round/>
                      <a:headEnd type="none" w="med" len="med"/>
                      <a:tailEnd type="none" w="med" len="med"/>
                    </a:lnL>
                    <a:lnR w="28575" cap="flat" cmpd="sng" algn="ctr">
                      <a:solidFill>
                        <a:srgbClr val="689429"/>
                      </a:solidFill>
                      <a:prstDash val="solid"/>
                      <a:round/>
                      <a:headEnd type="none" w="med" len="med"/>
                      <a:tailEnd type="none" w="med" len="med"/>
                    </a:lnR>
                    <a:lnT w="28575" cap="flat" cmpd="sng" algn="ctr">
                      <a:solidFill>
                        <a:srgbClr val="689429"/>
                      </a:solidFill>
                      <a:prstDash val="solid"/>
                      <a:round/>
                      <a:headEnd type="none" w="med" len="med"/>
                      <a:tailEnd type="none" w="med" len="med"/>
                    </a:lnT>
                    <a:lnB w="28575" cap="flat" cmpd="sng" algn="ctr">
                      <a:solidFill>
                        <a:srgbClr val="689429"/>
                      </a:solidFill>
                      <a:prstDash val="solid"/>
                      <a:round/>
                      <a:headEnd type="none" w="med" len="med"/>
                      <a:tailEnd type="none" w="med" len="med"/>
                    </a:lnB>
                  </a:tcPr>
                </a:tc>
                <a:tc vMerge="1">
                  <a:txBody>
                    <a:bodyPr/>
                    <a:lstStyle/>
                    <a:p>
                      <a:endParaRPr lang="en-GB" dirty="0"/>
                    </a:p>
                  </a:txBody>
                  <a:tcPr>
                    <a:lnL w="12700" cap="flat" cmpd="sng" algn="ctr">
                      <a:solidFill>
                        <a:srgbClr val="E94E13"/>
                      </a:solidFill>
                      <a:prstDash val="solid"/>
                      <a:round/>
                      <a:headEnd type="none" w="med" len="med"/>
                      <a:tailEnd type="none" w="med" len="med"/>
                    </a:lnL>
                    <a:lnT w="12700" cap="flat" cmpd="sng" algn="ctr">
                      <a:solidFill>
                        <a:srgbClr val="E94E13"/>
                      </a:solidFill>
                      <a:prstDash val="solid"/>
                      <a:round/>
                      <a:headEnd type="none" w="med" len="med"/>
                      <a:tailEnd type="none" w="med" len="med"/>
                    </a:lnT>
                  </a:tcPr>
                </a:tc>
                <a:tc>
                  <a:txBody>
                    <a:bodyPr/>
                    <a:lstStyle/>
                    <a:p>
                      <a:pPr algn="ctr"/>
                      <a:r>
                        <a:rPr lang="en-GB" sz="1800" b="0" dirty="0"/>
                        <a:t>2 × 2</a:t>
                      </a:r>
                      <a:r>
                        <a:rPr lang="en-GB" sz="1800" b="0" baseline="0" dirty="0"/>
                        <a:t> × 5 × 5</a:t>
                      </a:r>
                      <a:endParaRPr lang="en-GB" sz="1800" b="0" dirty="0"/>
                    </a:p>
                  </a:txBody>
                  <a:tcPr anchor="ctr">
                    <a:lnL w="28575" cap="flat" cmpd="sng" algn="ctr">
                      <a:solidFill>
                        <a:srgbClr val="689429"/>
                      </a:solidFill>
                      <a:prstDash val="solid"/>
                      <a:round/>
                      <a:headEnd type="none" w="med" len="med"/>
                      <a:tailEnd type="none" w="med" len="med"/>
                    </a:lnL>
                    <a:lnR w="28575" cap="flat" cmpd="sng" algn="ctr">
                      <a:solidFill>
                        <a:srgbClr val="689429"/>
                      </a:solidFill>
                      <a:prstDash val="solid"/>
                      <a:round/>
                      <a:headEnd type="none" w="med" len="med"/>
                      <a:tailEnd type="none" w="med" len="med"/>
                    </a:lnR>
                    <a:lnT w="28575" cap="flat" cmpd="sng" algn="ctr">
                      <a:solidFill>
                        <a:srgbClr val="689429"/>
                      </a:solidFill>
                      <a:prstDash val="solid"/>
                      <a:round/>
                      <a:headEnd type="none" w="med" len="med"/>
                      <a:tailEnd type="none" w="med" len="med"/>
                    </a:lnT>
                    <a:lnB w="28575" cap="flat" cmpd="sng" algn="ctr">
                      <a:solidFill>
                        <a:srgbClr val="689429"/>
                      </a:solidFill>
                      <a:prstDash val="solid"/>
                      <a:round/>
                      <a:headEnd type="none" w="med" len="med"/>
                      <a:tailEnd type="none" w="med" len="med"/>
                    </a:lnB>
                  </a:tcPr>
                </a:tc>
                <a:tc vMerge="1">
                  <a:txBody>
                    <a:bodyPr/>
                    <a:lstStyle/>
                    <a:p>
                      <a:endParaRPr lang="en-GB" dirty="0"/>
                    </a:p>
                  </a:txBody>
                  <a:tcPr>
                    <a:lnL w="12700" cap="flat" cmpd="sng" algn="ctr">
                      <a:solidFill>
                        <a:srgbClr val="E94E13"/>
                      </a:solidFill>
                      <a:prstDash val="solid"/>
                      <a:round/>
                      <a:headEnd type="none" w="med" len="med"/>
                      <a:tailEnd type="none" w="med" len="med"/>
                    </a:lnL>
                    <a:lnT w="12700" cap="flat" cmpd="sng" algn="ctr">
                      <a:solidFill>
                        <a:srgbClr val="E94E13"/>
                      </a:solidFill>
                      <a:prstDash val="solid"/>
                      <a:round/>
                      <a:headEnd type="none" w="med" len="med"/>
                      <a:tailEnd type="none" w="med" len="med"/>
                    </a:lnT>
                  </a:tcPr>
                </a:tc>
                <a:tc>
                  <a:txBody>
                    <a:bodyPr/>
                    <a:lstStyle/>
                    <a:p>
                      <a:r>
                        <a:rPr lang="en-GB" sz="1800" b="0" kern="1200" dirty="0">
                          <a:solidFill>
                            <a:schemeClr val="tx1"/>
                          </a:solidFill>
                          <a:latin typeface="+mn-lt"/>
                          <a:ea typeface="+mn-ea"/>
                          <a:cs typeface="+mn-cs"/>
                        </a:rPr>
                        <a:t>2 × 2 × 5 × 5 = 100</a:t>
                      </a:r>
                      <a:br>
                        <a:rPr lang="en-GB" sz="1800" b="0" kern="1200" dirty="0">
                          <a:solidFill>
                            <a:schemeClr val="tx1"/>
                          </a:solidFill>
                          <a:latin typeface="+mn-lt"/>
                          <a:ea typeface="+mn-ea"/>
                          <a:cs typeface="+mn-cs"/>
                        </a:rPr>
                      </a:br>
                      <a:r>
                        <a:rPr lang="en-GB" sz="1800" b="0" kern="1200" dirty="0">
                          <a:solidFill>
                            <a:schemeClr val="tx1"/>
                          </a:solidFill>
                          <a:latin typeface="+mn-lt"/>
                          <a:ea typeface="+mn-ea"/>
                          <a:cs typeface="+mn-cs"/>
                        </a:rPr>
                        <a:t>or </a:t>
                      </a:r>
                      <a:r>
                        <a:rPr lang="en-US" sz="1800" b="0" dirty="0"/>
                        <a:t>2² × 5² = 100</a:t>
                      </a:r>
                      <a:endParaRPr lang="en-GB" b="0" dirty="0"/>
                    </a:p>
                  </a:txBody>
                  <a:tcPr anchor="ctr">
                    <a:lnL w="28575" cap="flat" cmpd="sng" algn="ctr">
                      <a:solidFill>
                        <a:srgbClr val="689429"/>
                      </a:solidFill>
                      <a:prstDash val="solid"/>
                      <a:round/>
                      <a:headEnd type="none" w="med" len="med"/>
                      <a:tailEnd type="none" w="med" len="med"/>
                    </a:lnL>
                    <a:lnR w="28575" cap="flat" cmpd="sng" algn="ctr">
                      <a:solidFill>
                        <a:srgbClr val="689429"/>
                      </a:solidFill>
                      <a:prstDash val="solid"/>
                      <a:round/>
                      <a:headEnd type="none" w="med" len="med"/>
                      <a:tailEnd type="none" w="med" len="med"/>
                    </a:lnR>
                    <a:lnT w="28575" cap="flat" cmpd="sng" algn="ctr">
                      <a:solidFill>
                        <a:srgbClr val="689429"/>
                      </a:solidFill>
                      <a:prstDash val="solid"/>
                      <a:round/>
                      <a:headEnd type="none" w="med" len="med"/>
                      <a:tailEnd type="none" w="med" len="med"/>
                    </a:lnT>
                    <a:lnB w="28575" cap="flat" cmpd="sng" algn="ctr">
                      <a:solidFill>
                        <a:srgbClr val="689429"/>
                      </a:solidFill>
                      <a:prstDash val="solid"/>
                      <a:round/>
                      <a:headEnd type="none" w="med" len="med"/>
                      <a:tailEnd type="none" w="med" len="med"/>
                    </a:lnB>
                    <a:solidFill>
                      <a:srgbClr val="FBE7D6"/>
                    </a:solidFill>
                  </a:tcPr>
                </a:tc>
                <a:extLst>
                  <a:ext uri="{0D108BD9-81ED-4DB2-BD59-A6C34878D82A}">
                    <a16:rowId xmlns:a16="http://schemas.microsoft.com/office/drawing/2014/main" val="1251784661"/>
                  </a:ext>
                </a:extLst>
              </a:tr>
            </a:tbl>
          </a:graphicData>
        </a:graphic>
      </p:graphicFrame>
    </p:spTree>
    <p:extLst>
      <p:ext uri="{BB962C8B-B14F-4D97-AF65-F5344CB8AC3E}">
        <p14:creationId xmlns:p14="http://schemas.microsoft.com/office/powerpoint/2010/main" val="1286237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4A1DB-CF98-CBAF-069E-55B8DBCCBBF7}"/>
            </a:ext>
          </a:extLst>
        </p:cNvPr>
        <p:cNvGrpSpPr/>
        <p:nvPr/>
      </p:nvGrpSpPr>
      <p:grpSpPr>
        <a:xfrm>
          <a:off x="0" y="0"/>
          <a:ext cx="0" cy="0"/>
          <a:chOff x="0" y="0"/>
          <a:chExt cx="0" cy="0"/>
        </a:xfrm>
      </p:grpSpPr>
      <p:sp>
        <p:nvSpPr>
          <p:cNvPr id="3" name="Text Box">
            <a:extLst>
              <a:ext uri="{FF2B5EF4-FFF2-40B4-BE49-F238E27FC236}">
                <a16:creationId xmlns:a16="http://schemas.microsoft.com/office/drawing/2014/main" id="{F84BD139-5C64-49E1-9A93-8870B43F5AC2}"/>
              </a:ext>
            </a:extLst>
          </p:cNvPr>
          <p:cNvSpPr/>
          <p:nvPr/>
        </p:nvSpPr>
        <p:spPr>
          <a:xfrm>
            <a:off x="629410" y="1762052"/>
            <a:ext cx="4680000" cy="864000"/>
          </a:xfrm>
          <a:prstGeom prst="rect">
            <a:avLst/>
          </a:prstGeom>
          <a:solidFill>
            <a:schemeClr val="bg1"/>
          </a:solidFill>
          <a:ln w="28575">
            <a:solidFill>
              <a:srgbClr val="689429"/>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r>
              <a:rPr lang="en-US" sz="2000" b="1" dirty="0">
                <a:solidFill>
                  <a:srgbClr val="E94E13"/>
                </a:solidFill>
              </a:rPr>
              <a:t>Prime numbers </a:t>
            </a:r>
            <a:r>
              <a:rPr lang="en-US" sz="2000" dirty="0">
                <a:solidFill>
                  <a:srgbClr val="232321"/>
                </a:solidFill>
              </a:rPr>
              <a:t>are numbers which are only </a:t>
            </a:r>
            <a:r>
              <a:rPr lang="en-US" sz="2000" b="1" dirty="0">
                <a:solidFill>
                  <a:srgbClr val="E94E13"/>
                </a:solidFill>
              </a:rPr>
              <a:t>divisible by 1 and themselves.</a:t>
            </a:r>
          </a:p>
        </p:txBody>
      </p:sp>
      <p:sp>
        <p:nvSpPr>
          <p:cNvPr id="21" name="Title">
            <a:extLst>
              <a:ext uri="{FF2B5EF4-FFF2-40B4-BE49-F238E27FC236}">
                <a16:creationId xmlns:a16="http://schemas.microsoft.com/office/drawing/2014/main" id="{A0120EAE-3DFD-EF10-F9B9-D775F4786294}"/>
              </a:ext>
            </a:extLst>
          </p:cNvPr>
          <p:cNvSpPr>
            <a:spLocks noGrp="1"/>
          </p:cNvSpPr>
          <p:nvPr>
            <p:ph type="title"/>
          </p:nvPr>
        </p:nvSpPr>
        <p:spPr>
          <a:xfrm>
            <a:off x="457198" y="464029"/>
            <a:ext cx="8220075" cy="994306"/>
          </a:xfrm>
          <a:noFill/>
        </p:spPr>
        <p:txBody>
          <a:bodyPr/>
          <a:lstStyle/>
          <a:p>
            <a:r>
              <a:rPr lang="en-US" dirty="0">
                <a:solidFill>
                  <a:srgbClr val="E94E13"/>
                </a:solidFill>
                <a:latin typeface="+mn-lt"/>
              </a:rPr>
              <a:t>Prime Numbers</a:t>
            </a:r>
          </a:p>
        </p:txBody>
      </p:sp>
      <p:sp>
        <p:nvSpPr>
          <p:cNvPr id="4" name="Text Box">
            <a:extLst>
              <a:ext uri="{FF2B5EF4-FFF2-40B4-BE49-F238E27FC236}">
                <a16:creationId xmlns:a16="http://schemas.microsoft.com/office/drawing/2014/main" id="{8CE43219-6F33-360B-DBEC-0EB394F7BDAE}"/>
              </a:ext>
            </a:extLst>
          </p:cNvPr>
          <p:cNvSpPr/>
          <p:nvPr/>
        </p:nvSpPr>
        <p:spPr>
          <a:xfrm>
            <a:off x="629410" y="3034565"/>
            <a:ext cx="4680000" cy="864000"/>
          </a:xfrm>
          <a:prstGeom prst="rect">
            <a:avLst/>
          </a:prstGeom>
          <a:noFill/>
          <a:ln w="28575">
            <a:solidFill>
              <a:srgbClr val="B9D36E"/>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r>
              <a:rPr lang="en-US" sz="2000" b="1" dirty="0">
                <a:solidFill>
                  <a:srgbClr val="E94E13"/>
                </a:solidFill>
              </a:rPr>
              <a:t>19 </a:t>
            </a:r>
            <a:r>
              <a:rPr lang="en-US" sz="2000" dirty="0">
                <a:solidFill>
                  <a:srgbClr val="232321"/>
                </a:solidFill>
              </a:rPr>
              <a:t>is a </a:t>
            </a:r>
            <a:r>
              <a:rPr lang="en-US" sz="2000" b="1" dirty="0">
                <a:solidFill>
                  <a:srgbClr val="E94E13"/>
                </a:solidFill>
              </a:rPr>
              <a:t>prime number </a:t>
            </a:r>
            <a:r>
              <a:rPr lang="en-US" sz="2000" dirty="0">
                <a:solidFill>
                  <a:srgbClr val="232321"/>
                </a:solidFill>
              </a:rPr>
              <a:t>because it can </a:t>
            </a:r>
            <a:r>
              <a:rPr lang="en-US" sz="2000" b="1" dirty="0">
                <a:solidFill>
                  <a:srgbClr val="E94E13"/>
                </a:solidFill>
              </a:rPr>
              <a:t>only be divided by 1 and 19.</a:t>
            </a:r>
          </a:p>
        </p:txBody>
      </p:sp>
      <p:sp>
        <p:nvSpPr>
          <p:cNvPr id="5" name="Text Box">
            <a:extLst>
              <a:ext uri="{FF2B5EF4-FFF2-40B4-BE49-F238E27FC236}">
                <a16:creationId xmlns:a16="http://schemas.microsoft.com/office/drawing/2014/main" id="{72658842-452A-943B-2912-3DAD596FB408}"/>
              </a:ext>
            </a:extLst>
          </p:cNvPr>
          <p:cNvSpPr/>
          <p:nvPr/>
        </p:nvSpPr>
        <p:spPr>
          <a:xfrm>
            <a:off x="629410" y="4307078"/>
            <a:ext cx="4680000" cy="864000"/>
          </a:xfrm>
          <a:prstGeom prst="rect">
            <a:avLst/>
          </a:prstGeom>
          <a:noFill/>
          <a:ln w="28575">
            <a:solidFill>
              <a:srgbClr val="85BD33"/>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r>
              <a:rPr lang="en-US" sz="2000" dirty="0">
                <a:solidFill>
                  <a:srgbClr val="232321"/>
                </a:solidFill>
              </a:rPr>
              <a:t>Therefore, the </a:t>
            </a:r>
            <a:r>
              <a:rPr lang="en-US" sz="2000" b="1" dirty="0">
                <a:solidFill>
                  <a:srgbClr val="E94E13"/>
                </a:solidFill>
              </a:rPr>
              <a:t>prime factors of 19 are 1 and 19 </a:t>
            </a:r>
            <a:r>
              <a:rPr lang="en-US" sz="2000" dirty="0">
                <a:solidFill>
                  <a:srgbClr val="232321"/>
                </a:solidFill>
              </a:rPr>
              <a:t>because</a:t>
            </a:r>
            <a:r>
              <a:rPr lang="en-US" sz="2000" b="1" dirty="0">
                <a:solidFill>
                  <a:srgbClr val="E94E13"/>
                </a:solidFill>
              </a:rPr>
              <a:t> 1 × 19 = 19</a:t>
            </a:r>
          </a:p>
        </p:txBody>
      </p:sp>
      <p:sp>
        <p:nvSpPr>
          <p:cNvPr id="8" name="Oval 7">
            <a:extLst>
              <a:ext uri="{FF2B5EF4-FFF2-40B4-BE49-F238E27FC236}">
                <a16:creationId xmlns:a16="http://schemas.microsoft.com/office/drawing/2014/main" id="{BD063ED4-1CC7-6204-6284-AF8CF352DF75}"/>
              </a:ext>
            </a:extLst>
          </p:cNvPr>
          <p:cNvSpPr/>
          <p:nvPr/>
        </p:nvSpPr>
        <p:spPr>
          <a:xfrm>
            <a:off x="5611999" y="2841721"/>
            <a:ext cx="2785145" cy="2707365"/>
          </a:xfrm>
          <a:prstGeom prst="ellipse">
            <a:avLst/>
          </a:prstGeom>
          <a:solidFill>
            <a:schemeClr val="bg1"/>
          </a:solidFill>
          <a:ln w="28575">
            <a:solidFill>
              <a:srgbClr val="0076B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2000" b="1" dirty="0">
                <a:solidFill>
                  <a:srgbClr val="01407D"/>
                </a:solidFill>
                <a:ea typeface="MS PGothic" panose="020B0600070205080204" pitchFamily="34" charset="-128"/>
              </a:rPr>
              <a:t>A number square with</a:t>
            </a:r>
            <a:br>
              <a:rPr lang="en-GB" altLang="en-US" sz="2000" b="1" dirty="0">
                <a:solidFill>
                  <a:srgbClr val="01407D"/>
                </a:solidFill>
                <a:ea typeface="MS PGothic" panose="020B0600070205080204" pitchFamily="34" charset="-128"/>
              </a:rPr>
            </a:br>
            <a:r>
              <a:rPr lang="en-GB" altLang="en-US" sz="2000" b="1" dirty="0">
                <a:solidFill>
                  <a:srgbClr val="01407D"/>
                </a:solidFill>
                <a:ea typeface="MS PGothic" panose="020B0600070205080204" pitchFamily="34" charset="-128"/>
              </a:rPr>
              <a:t>the prime numbers to</a:t>
            </a:r>
            <a:br>
              <a:rPr lang="en-GB" altLang="en-US" sz="2000" b="1" dirty="0">
                <a:solidFill>
                  <a:srgbClr val="01407D"/>
                </a:solidFill>
                <a:ea typeface="MS PGothic" panose="020B0600070205080204" pitchFamily="34" charset="-128"/>
              </a:rPr>
            </a:br>
            <a:r>
              <a:rPr lang="en-GB" altLang="en-US" sz="2000" b="1" dirty="0">
                <a:solidFill>
                  <a:srgbClr val="01407D"/>
                </a:solidFill>
                <a:ea typeface="MS PGothic" panose="020B0600070205080204" pitchFamily="34" charset="-128"/>
              </a:rPr>
              <a:t>100 is on the next slide.</a:t>
            </a:r>
          </a:p>
        </p:txBody>
      </p:sp>
    </p:spTree>
    <p:extLst>
      <p:ext uri="{BB962C8B-B14F-4D97-AF65-F5344CB8AC3E}">
        <p14:creationId xmlns:p14="http://schemas.microsoft.com/office/powerpoint/2010/main" val="2000422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79B4A-3CC8-A3A6-5574-B6C10568BF2A}"/>
            </a:ext>
          </a:extLst>
        </p:cNvPr>
        <p:cNvGrpSpPr/>
        <p:nvPr/>
      </p:nvGrpSpPr>
      <p:grpSpPr>
        <a:xfrm>
          <a:off x="0" y="0"/>
          <a:ext cx="0" cy="0"/>
          <a:chOff x="0" y="0"/>
          <a:chExt cx="0" cy="0"/>
        </a:xfrm>
      </p:grpSpPr>
      <p:sp>
        <p:nvSpPr>
          <p:cNvPr id="21" name="Title">
            <a:extLst>
              <a:ext uri="{FF2B5EF4-FFF2-40B4-BE49-F238E27FC236}">
                <a16:creationId xmlns:a16="http://schemas.microsoft.com/office/drawing/2014/main" id="{E72D8563-8562-2A39-02BF-9EB101060A30}"/>
              </a:ext>
            </a:extLst>
          </p:cNvPr>
          <p:cNvSpPr>
            <a:spLocks noGrp="1"/>
          </p:cNvSpPr>
          <p:nvPr>
            <p:ph type="title"/>
          </p:nvPr>
        </p:nvSpPr>
        <p:spPr>
          <a:xfrm>
            <a:off x="457198" y="464029"/>
            <a:ext cx="8220075" cy="994306"/>
          </a:xfrm>
          <a:noFill/>
        </p:spPr>
        <p:txBody>
          <a:bodyPr/>
          <a:lstStyle/>
          <a:p>
            <a:r>
              <a:rPr lang="en-US" dirty="0">
                <a:solidFill>
                  <a:srgbClr val="E94E13"/>
                </a:solidFill>
                <a:latin typeface="+mn-lt"/>
              </a:rPr>
              <a:t>Prime Numbers</a:t>
            </a:r>
          </a:p>
        </p:txBody>
      </p:sp>
      <p:graphicFrame>
        <p:nvGraphicFramePr>
          <p:cNvPr id="2" name="Table 1">
            <a:extLst>
              <a:ext uri="{FF2B5EF4-FFF2-40B4-BE49-F238E27FC236}">
                <a16:creationId xmlns:a16="http://schemas.microsoft.com/office/drawing/2014/main" id="{FAB6F5EE-54EF-425C-24B1-DE8EB110724D}"/>
              </a:ext>
            </a:extLst>
          </p:cNvPr>
          <p:cNvGraphicFramePr>
            <a:graphicFrameLocks noGrp="1"/>
          </p:cNvGraphicFramePr>
          <p:nvPr>
            <p:extLst>
              <p:ext uri="{D42A27DB-BD31-4B8C-83A1-F6EECF244321}">
                <p14:modId xmlns:p14="http://schemas.microsoft.com/office/powerpoint/2010/main" val="1137904773"/>
              </p:ext>
            </p:extLst>
          </p:nvPr>
        </p:nvGraphicFramePr>
        <p:xfrm>
          <a:off x="1768110" y="1458335"/>
          <a:ext cx="5598250" cy="4685020"/>
        </p:xfrm>
        <a:graphic>
          <a:graphicData uri="http://schemas.openxmlformats.org/drawingml/2006/table">
            <a:tbl>
              <a:tblPr firstRow="1" bandRow="1">
                <a:tableStyleId>{5C22544A-7EE6-4342-B048-85BDC9FD1C3A}</a:tableStyleId>
              </a:tblPr>
              <a:tblGrid>
                <a:gridCol w="559825">
                  <a:extLst>
                    <a:ext uri="{9D8B030D-6E8A-4147-A177-3AD203B41FA5}">
                      <a16:colId xmlns:a16="http://schemas.microsoft.com/office/drawing/2014/main" val="2374846548"/>
                    </a:ext>
                  </a:extLst>
                </a:gridCol>
                <a:gridCol w="559825">
                  <a:extLst>
                    <a:ext uri="{9D8B030D-6E8A-4147-A177-3AD203B41FA5}">
                      <a16:colId xmlns:a16="http://schemas.microsoft.com/office/drawing/2014/main" val="507349645"/>
                    </a:ext>
                  </a:extLst>
                </a:gridCol>
                <a:gridCol w="559825">
                  <a:extLst>
                    <a:ext uri="{9D8B030D-6E8A-4147-A177-3AD203B41FA5}">
                      <a16:colId xmlns:a16="http://schemas.microsoft.com/office/drawing/2014/main" val="3165381625"/>
                    </a:ext>
                  </a:extLst>
                </a:gridCol>
                <a:gridCol w="559825">
                  <a:extLst>
                    <a:ext uri="{9D8B030D-6E8A-4147-A177-3AD203B41FA5}">
                      <a16:colId xmlns:a16="http://schemas.microsoft.com/office/drawing/2014/main" val="247013725"/>
                    </a:ext>
                  </a:extLst>
                </a:gridCol>
                <a:gridCol w="559825">
                  <a:extLst>
                    <a:ext uri="{9D8B030D-6E8A-4147-A177-3AD203B41FA5}">
                      <a16:colId xmlns:a16="http://schemas.microsoft.com/office/drawing/2014/main" val="245791169"/>
                    </a:ext>
                  </a:extLst>
                </a:gridCol>
                <a:gridCol w="559825">
                  <a:extLst>
                    <a:ext uri="{9D8B030D-6E8A-4147-A177-3AD203B41FA5}">
                      <a16:colId xmlns:a16="http://schemas.microsoft.com/office/drawing/2014/main" val="605444773"/>
                    </a:ext>
                  </a:extLst>
                </a:gridCol>
                <a:gridCol w="559825">
                  <a:extLst>
                    <a:ext uri="{9D8B030D-6E8A-4147-A177-3AD203B41FA5}">
                      <a16:colId xmlns:a16="http://schemas.microsoft.com/office/drawing/2014/main" val="4124868267"/>
                    </a:ext>
                  </a:extLst>
                </a:gridCol>
                <a:gridCol w="559825">
                  <a:extLst>
                    <a:ext uri="{9D8B030D-6E8A-4147-A177-3AD203B41FA5}">
                      <a16:colId xmlns:a16="http://schemas.microsoft.com/office/drawing/2014/main" val="796901665"/>
                    </a:ext>
                  </a:extLst>
                </a:gridCol>
                <a:gridCol w="559825">
                  <a:extLst>
                    <a:ext uri="{9D8B030D-6E8A-4147-A177-3AD203B41FA5}">
                      <a16:colId xmlns:a16="http://schemas.microsoft.com/office/drawing/2014/main" val="1402969500"/>
                    </a:ext>
                  </a:extLst>
                </a:gridCol>
                <a:gridCol w="559825">
                  <a:extLst>
                    <a:ext uri="{9D8B030D-6E8A-4147-A177-3AD203B41FA5}">
                      <a16:colId xmlns:a16="http://schemas.microsoft.com/office/drawing/2014/main" val="3942791818"/>
                    </a:ext>
                  </a:extLst>
                </a:gridCol>
              </a:tblGrid>
              <a:tr h="468502">
                <a:tc>
                  <a:txBody>
                    <a:bodyPr/>
                    <a:lstStyle/>
                    <a:p>
                      <a:pPr algn="ctr"/>
                      <a:r>
                        <a:rPr lang="en-US" b="0" dirty="0">
                          <a:solidFill>
                            <a:schemeClr val="tx1"/>
                          </a:solidFill>
                        </a:rPr>
                        <a:t>1</a:t>
                      </a:r>
                      <a:endParaRPr lang="en-GB"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solidFill>
                            <a:schemeClr val="tx1"/>
                          </a:solidFill>
                        </a:rPr>
                        <a:t>2</a:t>
                      </a:r>
                      <a:endParaRPr lang="en-GB"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solidFill>
                            <a:schemeClr val="tx1"/>
                          </a:solidFill>
                        </a:rPr>
                        <a:t>3</a:t>
                      </a:r>
                      <a:endParaRPr lang="en-GB"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solidFill>
                            <a:schemeClr val="tx1"/>
                          </a:solidFill>
                        </a:rPr>
                        <a:t>4</a:t>
                      </a:r>
                      <a:endParaRPr lang="en-GB"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solidFill>
                            <a:schemeClr val="tx1"/>
                          </a:solidFill>
                        </a:rPr>
                        <a:t>5</a:t>
                      </a:r>
                      <a:endParaRPr lang="en-GB"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solidFill>
                            <a:schemeClr val="tx1"/>
                          </a:solidFill>
                        </a:rPr>
                        <a:t>6</a:t>
                      </a:r>
                      <a:endParaRPr lang="en-GB"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solidFill>
                            <a:schemeClr val="tx1"/>
                          </a:solidFill>
                        </a:rPr>
                        <a:t>7</a:t>
                      </a:r>
                      <a:endParaRPr lang="en-GB"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solidFill>
                            <a:schemeClr val="tx1"/>
                          </a:solidFill>
                        </a:rPr>
                        <a:t>8</a:t>
                      </a:r>
                      <a:endParaRPr lang="en-GB"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solidFill>
                            <a:schemeClr val="tx1"/>
                          </a:solidFill>
                        </a:rPr>
                        <a:t>9</a:t>
                      </a:r>
                      <a:endParaRPr lang="en-GB"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solidFill>
                            <a:schemeClr val="tx1"/>
                          </a:solidFill>
                        </a:rPr>
                        <a:t>10</a:t>
                      </a:r>
                      <a:endParaRPr lang="en-GB"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8833616"/>
                  </a:ext>
                </a:extLst>
              </a:tr>
              <a:tr h="468502">
                <a:tc>
                  <a:txBody>
                    <a:bodyPr/>
                    <a:lstStyle/>
                    <a:p>
                      <a:pPr algn="ctr"/>
                      <a:r>
                        <a:rPr lang="en-US" b="0" dirty="0"/>
                        <a:t>11</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12</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13</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14</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15</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16</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17</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18</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19</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20</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0497887"/>
                  </a:ext>
                </a:extLst>
              </a:tr>
              <a:tr h="468502">
                <a:tc>
                  <a:txBody>
                    <a:bodyPr/>
                    <a:lstStyle/>
                    <a:p>
                      <a:pPr algn="ctr"/>
                      <a:r>
                        <a:rPr lang="en-US" b="0" dirty="0"/>
                        <a:t>21</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22</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23</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24</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25</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26</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27</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28</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29</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30</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09449262"/>
                  </a:ext>
                </a:extLst>
              </a:tr>
              <a:tr h="468502">
                <a:tc>
                  <a:txBody>
                    <a:bodyPr/>
                    <a:lstStyle/>
                    <a:p>
                      <a:pPr algn="ctr"/>
                      <a:r>
                        <a:rPr lang="en-US" b="0" dirty="0"/>
                        <a:t>31</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32</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33</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34</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35</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36</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37</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38</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39</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40</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1927604"/>
                  </a:ext>
                </a:extLst>
              </a:tr>
              <a:tr h="468502">
                <a:tc>
                  <a:txBody>
                    <a:bodyPr/>
                    <a:lstStyle/>
                    <a:p>
                      <a:pPr algn="ctr"/>
                      <a:r>
                        <a:rPr lang="en-US" b="0" dirty="0"/>
                        <a:t>41</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42</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43</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44</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45</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46</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47</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48</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49</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50</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15839064"/>
                  </a:ext>
                </a:extLst>
              </a:tr>
              <a:tr h="468502">
                <a:tc>
                  <a:txBody>
                    <a:bodyPr/>
                    <a:lstStyle/>
                    <a:p>
                      <a:pPr algn="ctr"/>
                      <a:r>
                        <a:rPr lang="en-US" b="0" dirty="0"/>
                        <a:t>51</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52</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53</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54</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55</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56</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57</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58</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59</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60</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6293221"/>
                  </a:ext>
                </a:extLst>
              </a:tr>
              <a:tr h="468502">
                <a:tc>
                  <a:txBody>
                    <a:bodyPr/>
                    <a:lstStyle/>
                    <a:p>
                      <a:pPr algn="ctr"/>
                      <a:r>
                        <a:rPr lang="en-US" b="0" dirty="0"/>
                        <a:t>61</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62</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63</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64</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65</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66</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67</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68</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69</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70</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4909876"/>
                  </a:ext>
                </a:extLst>
              </a:tr>
              <a:tr h="468502">
                <a:tc>
                  <a:txBody>
                    <a:bodyPr/>
                    <a:lstStyle/>
                    <a:p>
                      <a:pPr algn="ctr"/>
                      <a:r>
                        <a:rPr lang="en-US" b="0" dirty="0"/>
                        <a:t>71</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72</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73</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74</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75</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76</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77</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78</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79</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80</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93265762"/>
                  </a:ext>
                </a:extLst>
              </a:tr>
              <a:tr h="468502">
                <a:tc>
                  <a:txBody>
                    <a:bodyPr/>
                    <a:lstStyle/>
                    <a:p>
                      <a:pPr algn="ctr"/>
                      <a:r>
                        <a:rPr lang="en-US" b="0" dirty="0"/>
                        <a:t>81</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82</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83</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84</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85</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86</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87</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88</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89</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90</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9332058"/>
                  </a:ext>
                </a:extLst>
              </a:tr>
              <a:tr h="468502">
                <a:tc>
                  <a:txBody>
                    <a:bodyPr/>
                    <a:lstStyle/>
                    <a:p>
                      <a:pPr algn="ctr"/>
                      <a:r>
                        <a:rPr lang="en-US" b="0" dirty="0"/>
                        <a:t>91</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92</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93</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94</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95</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96</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97</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BD95"/>
                    </a:solidFill>
                  </a:tcPr>
                </a:tc>
                <a:tc>
                  <a:txBody>
                    <a:bodyPr/>
                    <a:lstStyle/>
                    <a:p>
                      <a:pPr algn="ctr"/>
                      <a:r>
                        <a:rPr lang="en-US" b="0" dirty="0"/>
                        <a:t>98</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99</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t>100</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0805516"/>
                  </a:ext>
                </a:extLst>
              </a:tr>
            </a:tbl>
          </a:graphicData>
        </a:graphic>
      </p:graphicFrame>
    </p:spTree>
    <p:extLst>
      <p:ext uri="{BB962C8B-B14F-4D97-AF65-F5344CB8AC3E}">
        <p14:creationId xmlns:p14="http://schemas.microsoft.com/office/powerpoint/2010/main" val="3649200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5CD56-5090-6C69-89F9-628C4C6CE127}"/>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712EAB7B-EB63-848E-7E58-1B44813B3189}"/>
              </a:ext>
            </a:extLst>
          </p:cNvPr>
          <p:cNvSpPr/>
          <p:nvPr/>
        </p:nvSpPr>
        <p:spPr>
          <a:xfrm>
            <a:off x="4953436" y="2365178"/>
            <a:ext cx="3715447" cy="3356113"/>
          </a:xfrm>
          <a:prstGeom prst="rect">
            <a:avLst/>
          </a:prstGeom>
          <a:solidFill>
            <a:schemeClr val="bg1"/>
          </a:solidFill>
          <a:ln w="28575">
            <a:solidFill>
              <a:srgbClr val="85BD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itle">
            <a:extLst>
              <a:ext uri="{FF2B5EF4-FFF2-40B4-BE49-F238E27FC236}">
                <a16:creationId xmlns:a16="http://schemas.microsoft.com/office/drawing/2014/main" id="{3BAE8F0A-9C97-2543-3FB8-DBE3D41A99F2}"/>
              </a:ext>
            </a:extLst>
          </p:cNvPr>
          <p:cNvSpPr>
            <a:spLocks noGrp="1"/>
          </p:cNvSpPr>
          <p:nvPr>
            <p:ph type="title"/>
          </p:nvPr>
        </p:nvSpPr>
        <p:spPr>
          <a:xfrm>
            <a:off x="457198" y="464029"/>
            <a:ext cx="8220075" cy="994306"/>
          </a:xfrm>
          <a:noFill/>
        </p:spPr>
        <p:txBody>
          <a:bodyPr/>
          <a:lstStyle/>
          <a:p>
            <a:r>
              <a:rPr lang="en-US" dirty="0">
                <a:solidFill>
                  <a:srgbClr val="E94E13"/>
                </a:solidFill>
                <a:latin typeface="+mn-lt"/>
              </a:rPr>
              <a:t>Factor Tree</a:t>
            </a:r>
          </a:p>
        </p:txBody>
      </p:sp>
      <p:sp>
        <p:nvSpPr>
          <p:cNvPr id="7" name="TextBox 6">
            <a:extLst>
              <a:ext uri="{FF2B5EF4-FFF2-40B4-BE49-F238E27FC236}">
                <a16:creationId xmlns:a16="http://schemas.microsoft.com/office/drawing/2014/main" id="{B348D4B1-137D-9590-D066-09C3E9B798E5}"/>
              </a:ext>
            </a:extLst>
          </p:cNvPr>
          <p:cNvSpPr txBox="1"/>
          <p:nvPr/>
        </p:nvSpPr>
        <p:spPr>
          <a:xfrm>
            <a:off x="570450" y="1370500"/>
            <a:ext cx="8011487" cy="646331"/>
          </a:xfrm>
          <a:prstGeom prst="rect">
            <a:avLst/>
          </a:prstGeom>
          <a:noFill/>
        </p:spPr>
        <p:txBody>
          <a:bodyPr wrap="square">
            <a:spAutoFit/>
          </a:bodyPr>
          <a:lstStyle/>
          <a:p>
            <a:pPr eaLnBrk="1" hangingPunct="1">
              <a:buFont typeface="Arial" panose="020B0604020202020204" pitchFamily="34" charset="0"/>
              <a:buNone/>
            </a:pPr>
            <a:r>
              <a:rPr lang="en-GB" altLang="en-US" dirty="0">
                <a:ea typeface="MS PGothic" panose="020B0600070205080204" pitchFamily="34" charset="-128"/>
              </a:rPr>
              <a:t>One way to find prime factors, especially for smaller numbers, and numbers recognised from times tables, is to draw a tree diagram.</a:t>
            </a:r>
          </a:p>
        </p:txBody>
      </p:sp>
      <p:cxnSp>
        <p:nvCxnSpPr>
          <p:cNvPr id="22" name="Straight Connector 21">
            <a:extLst>
              <a:ext uri="{FF2B5EF4-FFF2-40B4-BE49-F238E27FC236}">
                <a16:creationId xmlns:a16="http://schemas.microsoft.com/office/drawing/2014/main" id="{E77B35B6-5190-705F-125B-783A53ACBDEA}"/>
              </a:ext>
            </a:extLst>
          </p:cNvPr>
          <p:cNvCxnSpPr>
            <a:cxnSpLocks/>
          </p:cNvCxnSpPr>
          <p:nvPr/>
        </p:nvCxnSpPr>
        <p:spPr>
          <a:xfrm flipH="1">
            <a:off x="2341961" y="2890986"/>
            <a:ext cx="410267" cy="520793"/>
          </a:xfrm>
          <a:prstGeom prst="line">
            <a:avLst/>
          </a:prstGeom>
          <a:ln w="38100">
            <a:solidFill>
              <a:srgbClr val="23232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4E8A41D-1143-7E8C-831A-C8CA45D4D885}"/>
              </a:ext>
            </a:extLst>
          </p:cNvPr>
          <p:cNvCxnSpPr>
            <a:cxnSpLocks/>
          </p:cNvCxnSpPr>
          <p:nvPr/>
        </p:nvCxnSpPr>
        <p:spPr>
          <a:xfrm>
            <a:off x="3224786" y="2934978"/>
            <a:ext cx="344142" cy="468379"/>
          </a:xfrm>
          <a:prstGeom prst="line">
            <a:avLst/>
          </a:prstGeom>
          <a:ln w="38100">
            <a:solidFill>
              <a:srgbClr val="23232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02FD3F-8A6A-2C94-1EBA-56B54533BF66}"/>
              </a:ext>
            </a:extLst>
          </p:cNvPr>
          <p:cNvCxnSpPr>
            <a:cxnSpLocks/>
          </p:cNvCxnSpPr>
          <p:nvPr/>
        </p:nvCxnSpPr>
        <p:spPr>
          <a:xfrm flipH="1">
            <a:off x="1660297" y="3777723"/>
            <a:ext cx="464352" cy="605074"/>
          </a:xfrm>
          <a:prstGeom prst="line">
            <a:avLst/>
          </a:prstGeom>
          <a:ln w="38100">
            <a:solidFill>
              <a:srgbClr val="23232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DB51499-0F9E-A87F-AA93-CEB838F6D7FF}"/>
              </a:ext>
            </a:extLst>
          </p:cNvPr>
          <p:cNvCxnSpPr>
            <a:cxnSpLocks/>
          </p:cNvCxnSpPr>
          <p:nvPr/>
        </p:nvCxnSpPr>
        <p:spPr>
          <a:xfrm>
            <a:off x="2275933" y="3759708"/>
            <a:ext cx="389113" cy="836458"/>
          </a:xfrm>
          <a:prstGeom prst="line">
            <a:avLst/>
          </a:prstGeom>
          <a:ln w="38100">
            <a:solidFill>
              <a:srgbClr val="23232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2F70643-C531-56C5-FC4A-42132BF321A0}"/>
              </a:ext>
            </a:extLst>
          </p:cNvPr>
          <p:cNvCxnSpPr>
            <a:cxnSpLocks/>
          </p:cNvCxnSpPr>
          <p:nvPr/>
        </p:nvCxnSpPr>
        <p:spPr>
          <a:xfrm flipH="1">
            <a:off x="3303964" y="3857780"/>
            <a:ext cx="307234" cy="582259"/>
          </a:xfrm>
          <a:prstGeom prst="line">
            <a:avLst/>
          </a:prstGeom>
          <a:ln w="38100">
            <a:solidFill>
              <a:srgbClr val="23232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ACC8A88-6074-4908-5245-AA241B48FB57}"/>
              </a:ext>
            </a:extLst>
          </p:cNvPr>
          <p:cNvCxnSpPr>
            <a:cxnSpLocks/>
          </p:cNvCxnSpPr>
          <p:nvPr/>
        </p:nvCxnSpPr>
        <p:spPr>
          <a:xfrm>
            <a:off x="3855225" y="3839162"/>
            <a:ext cx="472558" cy="662316"/>
          </a:xfrm>
          <a:prstGeom prst="line">
            <a:avLst/>
          </a:prstGeom>
          <a:ln w="38100">
            <a:solidFill>
              <a:srgbClr val="23232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89593BF-51A2-AF00-5FDF-B697BBEA8607}"/>
              </a:ext>
            </a:extLst>
          </p:cNvPr>
          <p:cNvCxnSpPr>
            <a:cxnSpLocks/>
          </p:cNvCxnSpPr>
          <p:nvPr/>
        </p:nvCxnSpPr>
        <p:spPr>
          <a:xfrm flipH="1">
            <a:off x="1058577" y="4811408"/>
            <a:ext cx="418666" cy="527862"/>
          </a:xfrm>
          <a:prstGeom prst="line">
            <a:avLst/>
          </a:prstGeom>
          <a:ln w="38100">
            <a:solidFill>
              <a:srgbClr val="23232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CCCB2C9-B6D7-618D-474C-7AB6DFBCC6EE}"/>
              </a:ext>
            </a:extLst>
          </p:cNvPr>
          <p:cNvCxnSpPr>
            <a:cxnSpLocks/>
          </p:cNvCxnSpPr>
          <p:nvPr/>
        </p:nvCxnSpPr>
        <p:spPr>
          <a:xfrm>
            <a:off x="1719870" y="4760118"/>
            <a:ext cx="358289" cy="741479"/>
          </a:xfrm>
          <a:prstGeom prst="line">
            <a:avLst/>
          </a:prstGeom>
          <a:ln w="38100">
            <a:solidFill>
              <a:srgbClr val="23232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F03714BE-646D-A785-AC95-AFBCFBB22D4C}"/>
              </a:ext>
            </a:extLst>
          </p:cNvPr>
          <p:cNvSpPr/>
          <p:nvPr/>
        </p:nvSpPr>
        <p:spPr>
          <a:xfrm>
            <a:off x="2144991" y="4235440"/>
            <a:ext cx="721453" cy="721453"/>
          </a:xfrm>
          <a:prstGeom prst="ellipse">
            <a:avLst/>
          </a:prstGeom>
          <a:solidFill>
            <a:schemeClr val="bg1"/>
          </a:solidFill>
          <a:ln w="38100">
            <a:solidFill>
              <a:srgbClr val="E94E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rgbClr val="E94E13"/>
                </a:solidFill>
              </a:rPr>
              <a:t>2</a:t>
            </a:r>
            <a:endParaRPr lang="en-GB" sz="4000" b="1" dirty="0">
              <a:solidFill>
                <a:srgbClr val="E94E13"/>
              </a:solidFill>
            </a:endParaRPr>
          </a:p>
        </p:txBody>
      </p:sp>
      <p:sp>
        <p:nvSpPr>
          <p:cNvPr id="12" name="Oval 11">
            <a:extLst>
              <a:ext uri="{FF2B5EF4-FFF2-40B4-BE49-F238E27FC236}">
                <a16:creationId xmlns:a16="http://schemas.microsoft.com/office/drawing/2014/main" id="{89F1F27B-4580-C28E-13A0-FD7CA8148949}"/>
              </a:ext>
            </a:extLst>
          </p:cNvPr>
          <p:cNvSpPr/>
          <p:nvPr/>
        </p:nvSpPr>
        <p:spPr>
          <a:xfrm>
            <a:off x="1256334" y="4235440"/>
            <a:ext cx="721453" cy="721453"/>
          </a:xfrm>
          <a:prstGeom prst="ellipse">
            <a:avLst/>
          </a:prstGeom>
          <a:solidFill>
            <a:schemeClr val="bg1"/>
          </a:solidFill>
          <a:ln w="38100">
            <a:solidFill>
              <a:srgbClr val="85BD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rgbClr val="689429"/>
                </a:solidFill>
              </a:rPr>
              <a:t>4</a:t>
            </a:r>
            <a:endParaRPr lang="en-GB" sz="4000" b="1" dirty="0">
              <a:solidFill>
                <a:srgbClr val="689429"/>
              </a:solidFill>
            </a:endParaRPr>
          </a:p>
        </p:txBody>
      </p:sp>
      <p:sp>
        <p:nvSpPr>
          <p:cNvPr id="14" name="Oval 13">
            <a:extLst>
              <a:ext uri="{FF2B5EF4-FFF2-40B4-BE49-F238E27FC236}">
                <a16:creationId xmlns:a16="http://schemas.microsoft.com/office/drawing/2014/main" id="{FFC73AE8-F05F-3231-4877-F6D59B7B146F}"/>
              </a:ext>
            </a:extLst>
          </p:cNvPr>
          <p:cNvSpPr/>
          <p:nvPr/>
        </p:nvSpPr>
        <p:spPr>
          <a:xfrm>
            <a:off x="3947473" y="4235440"/>
            <a:ext cx="721453" cy="721453"/>
          </a:xfrm>
          <a:prstGeom prst="ellipse">
            <a:avLst/>
          </a:prstGeom>
          <a:solidFill>
            <a:schemeClr val="bg1"/>
          </a:solidFill>
          <a:ln w="38100">
            <a:solidFill>
              <a:srgbClr val="E94E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rgbClr val="E94E13"/>
                </a:solidFill>
              </a:rPr>
              <a:t>2</a:t>
            </a:r>
            <a:endParaRPr lang="en-GB" sz="4000" b="1" dirty="0">
              <a:solidFill>
                <a:srgbClr val="E94E13"/>
              </a:solidFill>
            </a:endParaRPr>
          </a:p>
        </p:txBody>
      </p:sp>
      <p:sp>
        <p:nvSpPr>
          <p:cNvPr id="15" name="Oval 14">
            <a:extLst>
              <a:ext uri="{FF2B5EF4-FFF2-40B4-BE49-F238E27FC236}">
                <a16:creationId xmlns:a16="http://schemas.microsoft.com/office/drawing/2014/main" id="{9D3C9ACE-BA11-0474-0C40-475691102C9D}"/>
              </a:ext>
            </a:extLst>
          </p:cNvPr>
          <p:cNvSpPr/>
          <p:nvPr/>
        </p:nvSpPr>
        <p:spPr>
          <a:xfrm>
            <a:off x="3000108" y="4235440"/>
            <a:ext cx="721453" cy="721453"/>
          </a:xfrm>
          <a:prstGeom prst="ellipse">
            <a:avLst/>
          </a:prstGeom>
          <a:solidFill>
            <a:schemeClr val="bg1"/>
          </a:solidFill>
          <a:ln w="38100">
            <a:solidFill>
              <a:srgbClr val="E94E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rgbClr val="E94E13"/>
                </a:solidFill>
              </a:rPr>
              <a:t>3</a:t>
            </a:r>
            <a:endParaRPr lang="en-GB" sz="4000" b="1" dirty="0">
              <a:solidFill>
                <a:srgbClr val="E94E13"/>
              </a:solidFill>
            </a:endParaRPr>
          </a:p>
        </p:txBody>
      </p:sp>
      <p:sp>
        <p:nvSpPr>
          <p:cNvPr id="16" name="Oval 15">
            <a:extLst>
              <a:ext uri="{FF2B5EF4-FFF2-40B4-BE49-F238E27FC236}">
                <a16:creationId xmlns:a16="http://schemas.microsoft.com/office/drawing/2014/main" id="{B2F33259-3530-F93B-35D7-E9361F0F7F90}"/>
              </a:ext>
            </a:extLst>
          </p:cNvPr>
          <p:cNvSpPr/>
          <p:nvPr/>
        </p:nvSpPr>
        <p:spPr>
          <a:xfrm>
            <a:off x="1620508" y="5304822"/>
            <a:ext cx="721453" cy="721453"/>
          </a:xfrm>
          <a:prstGeom prst="ellipse">
            <a:avLst/>
          </a:prstGeom>
          <a:solidFill>
            <a:schemeClr val="bg1"/>
          </a:solidFill>
          <a:ln w="38100">
            <a:solidFill>
              <a:srgbClr val="E94E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rgbClr val="E94E13"/>
                </a:solidFill>
              </a:rPr>
              <a:t>2</a:t>
            </a:r>
            <a:endParaRPr lang="en-GB" sz="4000" b="1" dirty="0">
              <a:solidFill>
                <a:srgbClr val="E94E13"/>
              </a:solidFill>
            </a:endParaRPr>
          </a:p>
        </p:txBody>
      </p:sp>
      <p:sp>
        <p:nvSpPr>
          <p:cNvPr id="17" name="Oval 16">
            <a:extLst>
              <a:ext uri="{FF2B5EF4-FFF2-40B4-BE49-F238E27FC236}">
                <a16:creationId xmlns:a16="http://schemas.microsoft.com/office/drawing/2014/main" id="{AAC70111-9502-2333-B4E0-7F331E4F9307}"/>
              </a:ext>
            </a:extLst>
          </p:cNvPr>
          <p:cNvSpPr/>
          <p:nvPr/>
        </p:nvSpPr>
        <p:spPr>
          <a:xfrm>
            <a:off x="587228" y="5304822"/>
            <a:ext cx="721453" cy="721453"/>
          </a:xfrm>
          <a:prstGeom prst="ellipse">
            <a:avLst/>
          </a:prstGeom>
          <a:solidFill>
            <a:schemeClr val="bg1"/>
          </a:solidFill>
          <a:ln w="38100">
            <a:solidFill>
              <a:srgbClr val="E94E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rgbClr val="E94E13"/>
                </a:solidFill>
              </a:rPr>
              <a:t>2</a:t>
            </a:r>
            <a:endParaRPr lang="en-GB" sz="4000" b="1" dirty="0">
              <a:solidFill>
                <a:srgbClr val="E94E13"/>
              </a:solidFill>
            </a:endParaRPr>
          </a:p>
        </p:txBody>
      </p:sp>
      <p:sp>
        <p:nvSpPr>
          <p:cNvPr id="10" name="Oval 9">
            <a:extLst>
              <a:ext uri="{FF2B5EF4-FFF2-40B4-BE49-F238E27FC236}">
                <a16:creationId xmlns:a16="http://schemas.microsoft.com/office/drawing/2014/main" id="{CEF4B461-46BE-01DF-EF62-622A9B49609E}"/>
              </a:ext>
            </a:extLst>
          </p:cNvPr>
          <p:cNvSpPr/>
          <p:nvPr/>
        </p:nvSpPr>
        <p:spPr>
          <a:xfrm>
            <a:off x="1863555" y="3238915"/>
            <a:ext cx="721453" cy="721453"/>
          </a:xfrm>
          <a:prstGeom prst="ellipse">
            <a:avLst/>
          </a:prstGeom>
          <a:solidFill>
            <a:schemeClr val="bg1"/>
          </a:solidFill>
          <a:ln w="38100">
            <a:solidFill>
              <a:srgbClr val="85BD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rgbClr val="689429"/>
                </a:solidFill>
              </a:rPr>
              <a:t>8</a:t>
            </a:r>
            <a:endParaRPr lang="en-GB" sz="4000" b="1" dirty="0">
              <a:solidFill>
                <a:srgbClr val="689429"/>
              </a:solidFill>
            </a:endParaRPr>
          </a:p>
        </p:txBody>
      </p:sp>
      <p:sp>
        <p:nvSpPr>
          <p:cNvPr id="13" name="Oval 12">
            <a:extLst>
              <a:ext uri="{FF2B5EF4-FFF2-40B4-BE49-F238E27FC236}">
                <a16:creationId xmlns:a16="http://schemas.microsoft.com/office/drawing/2014/main" id="{4A61241E-1E2C-9BBF-5363-426CAFFBD2DD}"/>
              </a:ext>
            </a:extLst>
          </p:cNvPr>
          <p:cNvSpPr/>
          <p:nvPr/>
        </p:nvSpPr>
        <p:spPr>
          <a:xfrm>
            <a:off x="3339364" y="3238915"/>
            <a:ext cx="721453" cy="721453"/>
          </a:xfrm>
          <a:prstGeom prst="ellipse">
            <a:avLst/>
          </a:prstGeom>
          <a:solidFill>
            <a:schemeClr val="bg1"/>
          </a:solidFill>
          <a:ln w="38100">
            <a:solidFill>
              <a:srgbClr val="85BD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rgbClr val="689429"/>
                </a:solidFill>
              </a:rPr>
              <a:t>6</a:t>
            </a:r>
            <a:endParaRPr lang="en-GB" sz="4000" b="1" dirty="0">
              <a:solidFill>
                <a:srgbClr val="689429"/>
              </a:solidFill>
            </a:endParaRPr>
          </a:p>
        </p:txBody>
      </p:sp>
      <p:sp>
        <p:nvSpPr>
          <p:cNvPr id="9" name="Oval 8">
            <a:extLst>
              <a:ext uri="{FF2B5EF4-FFF2-40B4-BE49-F238E27FC236}">
                <a16:creationId xmlns:a16="http://schemas.microsoft.com/office/drawing/2014/main" id="{FB3E02AF-A2B6-7037-8116-E9284484EA7F}"/>
              </a:ext>
            </a:extLst>
          </p:cNvPr>
          <p:cNvSpPr/>
          <p:nvPr/>
        </p:nvSpPr>
        <p:spPr>
          <a:xfrm>
            <a:off x="2598572" y="2365179"/>
            <a:ext cx="721453" cy="721453"/>
          </a:xfrm>
          <a:prstGeom prst="ellipse">
            <a:avLst/>
          </a:prstGeom>
          <a:solidFill>
            <a:schemeClr val="bg1"/>
          </a:solidFill>
          <a:ln w="38100">
            <a:solidFill>
              <a:srgbClr val="85BD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00" b="1" dirty="0">
              <a:solidFill>
                <a:srgbClr val="689429"/>
              </a:solidFill>
            </a:endParaRPr>
          </a:p>
        </p:txBody>
      </p:sp>
      <p:sp>
        <p:nvSpPr>
          <p:cNvPr id="38" name="TextBox 37">
            <a:extLst>
              <a:ext uri="{FF2B5EF4-FFF2-40B4-BE49-F238E27FC236}">
                <a16:creationId xmlns:a16="http://schemas.microsoft.com/office/drawing/2014/main" id="{28B3FDB2-5EF7-0122-6114-F8367328611A}"/>
              </a:ext>
            </a:extLst>
          </p:cNvPr>
          <p:cNvSpPr txBox="1"/>
          <p:nvPr/>
        </p:nvSpPr>
        <p:spPr>
          <a:xfrm>
            <a:off x="5045716" y="2649884"/>
            <a:ext cx="3685912" cy="3170099"/>
          </a:xfrm>
          <a:prstGeom prst="rect">
            <a:avLst/>
          </a:prstGeom>
          <a:noFill/>
        </p:spPr>
        <p:txBody>
          <a:bodyPr wrap="square">
            <a:spAutoFit/>
          </a:bodyPr>
          <a:lstStyle/>
          <a:p>
            <a:pPr marL="342900" indent="-342900" eaLnBrk="1" hangingPunct="1">
              <a:buFont typeface="Arial" panose="020B0604020202020204" pitchFamily="34" charset="0"/>
              <a:buAutoNum type="arabicPeriod"/>
            </a:pPr>
            <a:r>
              <a:rPr lang="en-GB" altLang="en-US" sz="2000" dirty="0">
                <a:ea typeface="MS PGothic" panose="020B0600070205080204" pitchFamily="34" charset="-128"/>
              </a:rPr>
              <a:t>Start with your number:</a:t>
            </a:r>
          </a:p>
          <a:p>
            <a:pPr marL="342900" indent="-342900" eaLnBrk="1" hangingPunct="1">
              <a:buFont typeface="Arial" panose="020B0604020202020204" pitchFamily="34" charset="0"/>
              <a:buAutoNum type="arabicPeriod"/>
            </a:pPr>
            <a:r>
              <a:rPr lang="en-GB" altLang="en-US" sz="2000" dirty="0">
                <a:ea typeface="MS PGothic" panose="020B0600070205080204" pitchFamily="34" charset="-128"/>
              </a:rPr>
              <a:t>Recognise 8 × 6</a:t>
            </a:r>
          </a:p>
          <a:p>
            <a:pPr marL="342900" indent="-342900" eaLnBrk="1" hangingPunct="1">
              <a:buFont typeface="Arial" panose="020B0604020202020204" pitchFamily="34" charset="0"/>
              <a:buAutoNum type="arabicPeriod"/>
            </a:pPr>
            <a:r>
              <a:rPr lang="en-GB" altLang="en-US" sz="2000" dirty="0">
                <a:ea typeface="MS PGothic" panose="020B0600070205080204" pitchFamily="34" charset="-128"/>
              </a:rPr>
              <a:t>Split 8 and 6 into</a:t>
            </a:r>
            <a:br>
              <a:rPr lang="en-GB" altLang="en-US" sz="2000" dirty="0">
                <a:ea typeface="MS PGothic" panose="020B0600070205080204" pitchFamily="34" charset="-128"/>
              </a:rPr>
            </a:br>
            <a:r>
              <a:rPr lang="en-GB" altLang="en-US" sz="2000" dirty="0">
                <a:ea typeface="MS PGothic" panose="020B0600070205080204" pitchFamily="34" charset="-128"/>
              </a:rPr>
              <a:t>their factors.</a:t>
            </a:r>
          </a:p>
          <a:p>
            <a:pPr marL="342900" indent="-342900">
              <a:buFont typeface="Arial" panose="020B0604020202020204" pitchFamily="34" charset="0"/>
              <a:buAutoNum type="arabicPeriod"/>
            </a:pPr>
            <a:r>
              <a:rPr lang="en-GB" altLang="en-US" sz="2000" dirty="0">
                <a:ea typeface="MS PGothic" panose="020B0600070205080204" pitchFamily="34" charset="-128"/>
              </a:rPr>
              <a:t>2 and 3 are prime factors, but 4 is not.</a:t>
            </a:r>
          </a:p>
          <a:p>
            <a:pPr marL="342900" indent="-342900">
              <a:buFont typeface="Arial" panose="020B0604020202020204" pitchFamily="34" charset="0"/>
              <a:buAutoNum type="arabicPeriod"/>
            </a:pPr>
            <a:r>
              <a:rPr lang="en-GB" altLang="en-US" sz="2000" dirty="0">
                <a:ea typeface="MS PGothic" panose="020B0600070205080204" pitchFamily="34" charset="-128"/>
              </a:rPr>
              <a:t>Split 4 into 2 more factors.</a:t>
            </a:r>
          </a:p>
          <a:p>
            <a:pPr marL="342900" indent="-342900">
              <a:buFont typeface="Arial" panose="020B0604020202020204" pitchFamily="34" charset="0"/>
              <a:buAutoNum type="arabicPeriod"/>
            </a:pPr>
            <a:r>
              <a:rPr lang="en-GB" altLang="en-US" sz="2000" dirty="0">
                <a:ea typeface="MS PGothic" panose="020B0600070205080204" pitchFamily="34" charset="-128"/>
              </a:rPr>
              <a:t>2 × 2 × 2 × 2 × 3 = 48 or</a:t>
            </a:r>
          </a:p>
          <a:p>
            <a:pPr marL="342900" indent="-342900">
              <a:buFont typeface="Arial" panose="020B0604020202020204" pitchFamily="34" charset="0"/>
              <a:buAutoNum type="arabicPeriod"/>
            </a:pPr>
            <a:r>
              <a:rPr lang="en-GB" altLang="en-US" sz="2000" dirty="0">
                <a:ea typeface="MS PGothic" panose="020B0600070205080204" pitchFamily="34" charset="-128"/>
              </a:rPr>
              <a:t>2⁴ × 3 = 48</a:t>
            </a:r>
          </a:p>
        </p:txBody>
      </p:sp>
      <p:sp>
        <p:nvSpPr>
          <p:cNvPr id="3" name="TextBox 2">
            <a:extLst>
              <a:ext uri="{FF2B5EF4-FFF2-40B4-BE49-F238E27FC236}">
                <a16:creationId xmlns:a16="http://schemas.microsoft.com/office/drawing/2014/main" id="{30CAE0AF-8BA1-3BDE-93A8-260F8AB79B50}"/>
              </a:ext>
            </a:extLst>
          </p:cNvPr>
          <p:cNvSpPr txBox="1"/>
          <p:nvPr/>
        </p:nvSpPr>
        <p:spPr>
          <a:xfrm>
            <a:off x="2579009" y="2394755"/>
            <a:ext cx="763956" cy="630942"/>
          </a:xfrm>
          <a:prstGeom prst="rect">
            <a:avLst/>
          </a:prstGeom>
          <a:noFill/>
        </p:spPr>
        <p:txBody>
          <a:bodyPr wrap="square">
            <a:spAutoFit/>
          </a:bodyPr>
          <a:lstStyle/>
          <a:p>
            <a:pPr algn="ctr"/>
            <a:r>
              <a:rPr lang="en-US" sz="3500" b="1" dirty="0">
                <a:solidFill>
                  <a:srgbClr val="689429"/>
                </a:solidFill>
              </a:rPr>
              <a:t>48</a:t>
            </a:r>
            <a:endParaRPr lang="en-GB" sz="3500" b="1" dirty="0">
              <a:solidFill>
                <a:srgbClr val="689429"/>
              </a:solidFill>
            </a:endParaRPr>
          </a:p>
        </p:txBody>
      </p:sp>
    </p:spTree>
    <p:extLst>
      <p:ext uri="{BB962C8B-B14F-4D97-AF65-F5344CB8AC3E}">
        <p14:creationId xmlns:p14="http://schemas.microsoft.com/office/powerpoint/2010/main" val="65577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right)">
                                      <p:cBhvr>
                                        <p:cTn id="12" dur="500"/>
                                        <p:tgtEl>
                                          <p:spTgt spid="24"/>
                                        </p:tgtEl>
                                      </p:cBhvr>
                                    </p:animEffect>
                                  </p:childTnLst>
                                </p:cTn>
                              </p:par>
                              <p:par>
                                <p:cTn id="13" presetID="10" presetClass="entr" presetSubtype="0" fill="hold" nodeType="withEffect">
                                  <p:stCondLst>
                                    <p:cond delay="0"/>
                                  </p:stCondLst>
                                  <p:childTnLst>
                                    <p:set>
                                      <p:cBhvr>
                                        <p:cTn id="14" dur="1" fill="hold">
                                          <p:stCondLst>
                                            <p:cond delay="0"/>
                                          </p:stCondLst>
                                        </p:cTn>
                                        <p:tgtEl>
                                          <p:spTgt spid="38">
                                            <p:txEl>
                                              <p:pRg st="0" end="0"/>
                                            </p:txEl>
                                          </p:spTgt>
                                        </p:tgtEl>
                                        <p:attrNameLst>
                                          <p:attrName>style.visibility</p:attrName>
                                        </p:attrNameLst>
                                      </p:cBhvr>
                                      <p:to>
                                        <p:strVal val="visible"/>
                                      </p:to>
                                    </p:set>
                                    <p:animEffect transition="in" filter="fade">
                                      <p:cBhvr>
                                        <p:cTn id="15" dur="500"/>
                                        <p:tgtEl>
                                          <p:spTgt spid="38">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8">
                                            <p:txEl>
                                              <p:pRg st="1" end="1"/>
                                            </p:txEl>
                                          </p:spTgt>
                                        </p:tgtEl>
                                        <p:attrNameLst>
                                          <p:attrName>style.visibility</p:attrName>
                                        </p:attrNameLst>
                                      </p:cBhvr>
                                      <p:to>
                                        <p:strVal val="visible"/>
                                      </p:to>
                                    </p:set>
                                    <p:animEffect transition="in" filter="fade">
                                      <p:cBhvr>
                                        <p:cTn id="26" dur="500"/>
                                        <p:tgtEl>
                                          <p:spTgt spid="38">
                                            <p:txEl>
                                              <p:pRg st="1" end="1"/>
                                            </p:txEl>
                                          </p:spTgt>
                                        </p:tgtEl>
                                      </p:cBhvr>
                                    </p:animEffect>
                                  </p:childTnLst>
                                </p:cTn>
                              </p:par>
                              <p:par>
                                <p:cTn id="27" presetID="22" presetClass="entr" presetSubtype="1"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wipe(up)">
                                      <p:cBhvr>
                                        <p:cTn id="29" dur="500"/>
                                        <p:tgtEl>
                                          <p:spTgt spid="22"/>
                                        </p:tgtEl>
                                      </p:cBhvr>
                                    </p:animEffect>
                                  </p:childTnLst>
                                </p:cTn>
                              </p:par>
                              <p:par>
                                <p:cTn id="30" presetID="22" presetClass="entr" presetSubtype="1" fill="hold"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up)">
                                      <p:cBhvr>
                                        <p:cTn id="32" dur="500"/>
                                        <p:tgtEl>
                                          <p:spTgt spid="2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8">
                                            <p:txEl>
                                              <p:pRg st="2" end="2"/>
                                            </p:txEl>
                                          </p:spTgt>
                                        </p:tgtEl>
                                        <p:attrNameLst>
                                          <p:attrName>style.visibility</p:attrName>
                                        </p:attrNameLst>
                                      </p:cBhvr>
                                      <p:to>
                                        <p:strVal val="visible"/>
                                      </p:to>
                                    </p:set>
                                    <p:animEffect transition="in" filter="fade">
                                      <p:cBhvr>
                                        <p:cTn id="43" dur="500"/>
                                        <p:tgtEl>
                                          <p:spTgt spid="38">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wipe(up)">
                                      <p:cBhvr>
                                        <p:cTn id="48" dur="500"/>
                                        <p:tgtEl>
                                          <p:spTgt spid="29"/>
                                        </p:tgtEl>
                                      </p:cBhvr>
                                    </p:animEffect>
                                  </p:childTnLst>
                                </p:cTn>
                              </p:par>
                              <p:par>
                                <p:cTn id="49" presetID="22" presetClass="entr" presetSubtype="1" fill="hold"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wipe(up)">
                                      <p:cBhvr>
                                        <p:cTn id="51" dur="500"/>
                                        <p:tgtEl>
                                          <p:spTgt spid="3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00"/>
                                        <p:tgtEl>
                                          <p:spTgt spid="1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500"/>
                                        <p:tgtEl>
                                          <p:spTgt spid="14"/>
                                        </p:tgtEl>
                                      </p:cBhvr>
                                    </p:animEffect>
                                  </p:childTnLst>
                                </p:cTn>
                              </p:par>
                              <p:par>
                                <p:cTn id="64" presetID="22" presetClass="entr" presetSubtype="1" fill="hold"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wipe(up)">
                                      <p:cBhvr>
                                        <p:cTn id="66" dur="500"/>
                                        <p:tgtEl>
                                          <p:spTgt spid="31"/>
                                        </p:tgtEl>
                                      </p:cBhvr>
                                    </p:animEffect>
                                  </p:childTnLst>
                                </p:cTn>
                              </p:par>
                              <p:par>
                                <p:cTn id="67" presetID="22" presetClass="entr" presetSubtype="1" fill="hold" nodeType="with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wipe(up)">
                                      <p:cBhvr>
                                        <p:cTn id="69" dur="500"/>
                                        <p:tgtEl>
                                          <p:spTgt spid="32"/>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38">
                                            <p:txEl>
                                              <p:pRg st="3" end="3"/>
                                            </p:txEl>
                                          </p:spTgt>
                                        </p:tgtEl>
                                        <p:attrNameLst>
                                          <p:attrName>style.visibility</p:attrName>
                                        </p:attrNameLst>
                                      </p:cBhvr>
                                      <p:to>
                                        <p:strVal val="visible"/>
                                      </p:to>
                                    </p:set>
                                    <p:animEffect transition="in" filter="fade">
                                      <p:cBhvr>
                                        <p:cTn id="74" dur="500"/>
                                        <p:tgtEl>
                                          <p:spTgt spid="38">
                                            <p:txEl>
                                              <p:pRg st="3" end="3"/>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38">
                                            <p:txEl>
                                              <p:pRg st="4" end="4"/>
                                            </p:txEl>
                                          </p:spTgt>
                                        </p:tgtEl>
                                        <p:attrNameLst>
                                          <p:attrName>style.visibility</p:attrName>
                                        </p:attrNameLst>
                                      </p:cBhvr>
                                      <p:to>
                                        <p:strVal val="visible"/>
                                      </p:to>
                                    </p:set>
                                    <p:animEffect transition="in" filter="fade">
                                      <p:cBhvr>
                                        <p:cTn id="79" dur="500"/>
                                        <p:tgtEl>
                                          <p:spTgt spid="38">
                                            <p:txEl>
                                              <p:pRg st="4" end="4"/>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nodeType="click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wipe(up)">
                                      <p:cBhvr>
                                        <p:cTn id="84" dur="500"/>
                                        <p:tgtEl>
                                          <p:spTgt spid="33"/>
                                        </p:tgtEl>
                                      </p:cBhvr>
                                    </p:animEffect>
                                  </p:childTnLst>
                                </p:cTn>
                              </p:par>
                              <p:par>
                                <p:cTn id="85" presetID="22" presetClass="entr" presetSubtype="1" fill="hold" nodeType="with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wipe(up)">
                                      <p:cBhvr>
                                        <p:cTn id="87" dur="500"/>
                                        <p:tgtEl>
                                          <p:spTgt spid="3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7"/>
                                        </p:tgtEl>
                                        <p:attrNameLst>
                                          <p:attrName>style.visibility</p:attrName>
                                        </p:attrNameLst>
                                      </p:cBhvr>
                                      <p:to>
                                        <p:strVal val="visible"/>
                                      </p:to>
                                    </p:set>
                                    <p:animEffect transition="in" filter="fade">
                                      <p:cBhvr>
                                        <p:cTn id="90" dur="500"/>
                                        <p:tgtEl>
                                          <p:spTgt spid="17"/>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6"/>
                                        </p:tgtEl>
                                        <p:attrNameLst>
                                          <p:attrName>style.visibility</p:attrName>
                                        </p:attrNameLst>
                                      </p:cBhvr>
                                      <p:to>
                                        <p:strVal val="visible"/>
                                      </p:to>
                                    </p:set>
                                    <p:animEffect transition="in" filter="fade">
                                      <p:cBhvr>
                                        <p:cTn id="93" dur="500"/>
                                        <p:tgtEl>
                                          <p:spTgt spid="16"/>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8">
                                            <p:txEl>
                                              <p:pRg st="5" end="5"/>
                                            </p:txEl>
                                          </p:spTgt>
                                        </p:tgtEl>
                                        <p:attrNameLst>
                                          <p:attrName>style.visibility</p:attrName>
                                        </p:attrNameLst>
                                      </p:cBhvr>
                                      <p:to>
                                        <p:strVal val="visible"/>
                                      </p:to>
                                    </p:set>
                                    <p:animEffect transition="in" filter="fade">
                                      <p:cBhvr>
                                        <p:cTn id="98" dur="500"/>
                                        <p:tgtEl>
                                          <p:spTgt spid="38">
                                            <p:txEl>
                                              <p:pRg st="5" end="5"/>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38">
                                            <p:txEl>
                                              <p:pRg st="6" end="6"/>
                                            </p:txEl>
                                          </p:spTgt>
                                        </p:tgtEl>
                                        <p:attrNameLst>
                                          <p:attrName>style.visibility</p:attrName>
                                        </p:attrNameLst>
                                      </p:cBhvr>
                                      <p:to>
                                        <p:strVal val="visible"/>
                                      </p:to>
                                    </p:set>
                                    <p:animEffect transition="in" filter="fade">
                                      <p:cBhvr>
                                        <p:cTn id="103" dur="500"/>
                                        <p:tgtEl>
                                          <p:spTgt spid="3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7" grpId="0"/>
      <p:bldP spid="11" grpId="0" animBg="1"/>
      <p:bldP spid="12" grpId="0" animBg="1"/>
      <p:bldP spid="14" grpId="0" animBg="1"/>
      <p:bldP spid="15" grpId="0" animBg="1"/>
      <p:bldP spid="16" grpId="0" animBg="1"/>
      <p:bldP spid="17" grpId="0" animBg="1"/>
      <p:bldP spid="10" grpId="0" animBg="1"/>
      <p:bldP spid="13" grpId="0" animBg="1"/>
      <p:bldP spid="9" grpId="0" animBg="1"/>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5C641-0979-4ACF-D08B-7D28E4DF2A65}"/>
            </a:ext>
          </a:extLst>
        </p:cNvPr>
        <p:cNvGrpSpPr/>
        <p:nvPr/>
      </p:nvGrpSpPr>
      <p:grpSpPr>
        <a:xfrm>
          <a:off x="0" y="0"/>
          <a:ext cx="0" cy="0"/>
          <a:chOff x="0" y="0"/>
          <a:chExt cx="0" cy="0"/>
        </a:xfrm>
      </p:grpSpPr>
      <p:sp>
        <p:nvSpPr>
          <p:cNvPr id="3" name="Text Box">
            <a:extLst>
              <a:ext uri="{FF2B5EF4-FFF2-40B4-BE49-F238E27FC236}">
                <a16:creationId xmlns:a16="http://schemas.microsoft.com/office/drawing/2014/main" id="{D3FA127C-57CB-C91F-25A9-4C716DB629F3}"/>
              </a:ext>
            </a:extLst>
          </p:cNvPr>
          <p:cNvSpPr/>
          <p:nvPr/>
        </p:nvSpPr>
        <p:spPr>
          <a:xfrm>
            <a:off x="654580" y="2020539"/>
            <a:ext cx="4032000" cy="504000"/>
          </a:xfrm>
          <a:prstGeom prst="rect">
            <a:avLst/>
          </a:prstGeom>
          <a:noFill/>
          <a:ln w="28575">
            <a:solidFill>
              <a:srgbClr val="689429"/>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r>
              <a:rPr lang="en-US" dirty="0">
                <a:solidFill>
                  <a:schemeClr val="tx1"/>
                </a:solidFill>
              </a:rPr>
              <a:t>147 ÷ 2 = 73.5 so 2 is not a factor.</a:t>
            </a:r>
          </a:p>
        </p:txBody>
      </p:sp>
      <p:sp>
        <p:nvSpPr>
          <p:cNvPr id="21" name="Title">
            <a:extLst>
              <a:ext uri="{FF2B5EF4-FFF2-40B4-BE49-F238E27FC236}">
                <a16:creationId xmlns:a16="http://schemas.microsoft.com/office/drawing/2014/main" id="{90B59414-D88F-C544-913B-40ED082606F5}"/>
              </a:ext>
            </a:extLst>
          </p:cNvPr>
          <p:cNvSpPr>
            <a:spLocks noGrp="1"/>
          </p:cNvSpPr>
          <p:nvPr>
            <p:ph type="title"/>
          </p:nvPr>
        </p:nvSpPr>
        <p:spPr>
          <a:xfrm>
            <a:off x="457198" y="464029"/>
            <a:ext cx="8220075" cy="994306"/>
          </a:xfrm>
          <a:noFill/>
        </p:spPr>
        <p:txBody>
          <a:bodyPr/>
          <a:lstStyle/>
          <a:p>
            <a:r>
              <a:rPr lang="en-US" dirty="0">
                <a:solidFill>
                  <a:srgbClr val="E94E13"/>
                </a:solidFill>
                <a:latin typeface="+mn-lt"/>
              </a:rPr>
              <a:t>Divide by Prime Number</a:t>
            </a:r>
          </a:p>
        </p:txBody>
      </p:sp>
      <p:sp>
        <p:nvSpPr>
          <p:cNvPr id="7" name="TextBox 6">
            <a:extLst>
              <a:ext uri="{FF2B5EF4-FFF2-40B4-BE49-F238E27FC236}">
                <a16:creationId xmlns:a16="http://schemas.microsoft.com/office/drawing/2014/main" id="{C193F5AE-2088-725E-A737-41752C55DE7F}"/>
              </a:ext>
            </a:extLst>
          </p:cNvPr>
          <p:cNvSpPr txBox="1"/>
          <p:nvPr/>
        </p:nvSpPr>
        <p:spPr>
          <a:xfrm>
            <a:off x="562301" y="1247158"/>
            <a:ext cx="7943153" cy="646331"/>
          </a:xfrm>
          <a:prstGeom prst="rect">
            <a:avLst/>
          </a:prstGeom>
          <a:noFill/>
        </p:spPr>
        <p:txBody>
          <a:bodyPr wrap="square">
            <a:spAutoFit/>
          </a:bodyPr>
          <a:lstStyle/>
          <a:p>
            <a:pPr eaLnBrk="1" hangingPunct="1">
              <a:buFont typeface="Arial" panose="020B0604020202020204" pitchFamily="34" charset="0"/>
              <a:buNone/>
            </a:pPr>
            <a:r>
              <a:rPr lang="en-GB" altLang="en-US" dirty="0">
                <a:ea typeface="MS PGothic" panose="020B0600070205080204" pitchFamily="34" charset="-128"/>
              </a:rPr>
              <a:t>Another method, which can work well with larger numbers is to divide by the prime numbers from smaller to larger in turn.</a:t>
            </a:r>
          </a:p>
        </p:txBody>
      </p:sp>
      <p:sp>
        <p:nvSpPr>
          <p:cNvPr id="2" name="Text Box">
            <a:extLst>
              <a:ext uri="{FF2B5EF4-FFF2-40B4-BE49-F238E27FC236}">
                <a16:creationId xmlns:a16="http://schemas.microsoft.com/office/drawing/2014/main" id="{E8BE6179-47C4-C502-39AF-C92936965AF9}"/>
              </a:ext>
            </a:extLst>
          </p:cNvPr>
          <p:cNvSpPr/>
          <p:nvPr/>
        </p:nvSpPr>
        <p:spPr>
          <a:xfrm>
            <a:off x="654580" y="2664004"/>
            <a:ext cx="4032000" cy="504000"/>
          </a:xfrm>
          <a:prstGeom prst="rect">
            <a:avLst/>
          </a:prstGeom>
          <a:noFill/>
          <a:ln w="28575">
            <a:solidFill>
              <a:srgbClr val="B9D36E"/>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r>
              <a:rPr lang="en-US" dirty="0">
                <a:solidFill>
                  <a:schemeClr val="tx1"/>
                </a:solidFill>
              </a:rPr>
              <a:t>147 ÷ 3 = 49 so 3 is the first factor.</a:t>
            </a:r>
          </a:p>
        </p:txBody>
      </p:sp>
      <p:sp>
        <p:nvSpPr>
          <p:cNvPr id="8" name="Text Box">
            <a:extLst>
              <a:ext uri="{FF2B5EF4-FFF2-40B4-BE49-F238E27FC236}">
                <a16:creationId xmlns:a16="http://schemas.microsoft.com/office/drawing/2014/main" id="{A9E0FE3D-E369-78BC-94ED-9677556A1C85}"/>
              </a:ext>
            </a:extLst>
          </p:cNvPr>
          <p:cNvSpPr/>
          <p:nvPr/>
        </p:nvSpPr>
        <p:spPr>
          <a:xfrm>
            <a:off x="654580" y="3310522"/>
            <a:ext cx="4032000" cy="772107"/>
          </a:xfrm>
          <a:prstGeom prst="rect">
            <a:avLst/>
          </a:prstGeom>
          <a:noFill/>
          <a:ln w="28575">
            <a:solidFill>
              <a:srgbClr val="85BD33"/>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r>
              <a:rPr lang="en-US" dirty="0">
                <a:solidFill>
                  <a:schemeClr val="tx1"/>
                </a:solidFill>
              </a:rPr>
              <a:t>49 ÷ 3 = 16.33 so 3 is not a</a:t>
            </a:r>
            <a:br>
              <a:rPr lang="en-US" dirty="0">
                <a:solidFill>
                  <a:schemeClr val="tx1"/>
                </a:solidFill>
              </a:rPr>
            </a:br>
            <a:r>
              <a:rPr lang="en-US" dirty="0">
                <a:solidFill>
                  <a:schemeClr val="tx1"/>
                </a:solidFill>
              </a:rPr>
              <a:t>factor again.</a:t>
            </a:r>
          </a:p>
        </p:txBody>
      </p:sp>
      <p:sp>
        <p:nvSpPr>
          <p:cNvPr id="9" name="Text Box">
            <a:extLst>
              <a:ext uri="{FF2B5EF4-FFF2-40B4-BE49-F238E27FC236}">
                <a16:creationId xmlns:a16="http://schemas.microsoft.com/office/drawing/2014/main" id="{1E915651-E874-9F12-E524-312AFB2DCDD6}"/>
              </a:ext>
            </a:extLst>
          </p:cNvPr>
          <p:cNvSpPr/>
          <p:nvPr/>
        </p:nvSpPr>
        <p:spPr>
          <a:xfrm>
            <a:off x="4905454" y="2020539"/>
            <a:ext cx="3600000" cy="504000"/>
          </a:xfrm>
          <a:prstGeom prst="rect">
            <a:avLst/>
          </a:prstGeom>
          <a:noFill/>
          <a:ln w="28575">
            <a:solidFill>
              <a:srgbClr val="B9D36E"/>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r>
              <a:rPr lang="en-US" dirty="0">
                <a:solidFill>
                  <a:schemeClr val="tx1"/>
                </a:solidFill>
              </a:rPr>
              <a:t>49 ÷ 5 = 9.8 so 5 is not a factor.</a:t>
            </a:r>
          </a:p>
        </p:txBody>
      </p:sp>
      <p:sp>
        <p:nvSpPr>
          <p:cNvPr id="10" name="Text Box">
            <a:extLst>
              <a:ext uri="{FF2B5EF4-FFF2-40B4-BE49-F238E27FC236}">
                <a16:creationId xmlns:a16="http://schemas.microsoft.com/office/drawing/2014/main" id="{22D45707-4B1B-EA9D-C38F-EF231838B629}"/>
              </a:ext>
            </a:extLst>
          </p:cNvPr>
          <p:cNvSpPr/>
          <p:nvPr/>
        </p:nvSpPr>
        <p:spPr>
          <a:xfrm>
            <a:off x="4905454" y="2664004"/>
            <a:ext cx="3600000" cy="504000"/>
          </a:xfrm>
          <a:prstGeom prst="rect">
            <a:avLst/>
          </a:prstGeom>
          <a:noFill/>
          <a:ln w="28575">
            <a:solidFill>
              <a:srgbClr val="689429"/>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r>
              <a:rPr lang="en-US" dirty="0">
                <a:solidFill>
                  <a:schemeClr val="tx1"/>
                </a:solidFill>
              </a:rPr>
              <a:t>49 ÷ 7 = 7 so 7 is a factor twice.</a:t>
            </a:r>
          </a:p>
        </p:txBody>
      </p:sp>
      <p:sp>
        <p:nvSpPr>
          <p:cNvPr id="14" name="TextBox 13">
            <a:extLst>
              <a:ext uri="{FF2B5EF4-FFF2-40B4-BE49-F238E27FC236}">
                <a16:creationId xmlns:a16="http://schemas.microsoft.com/office/drawing/2014/main" id="{DC71F08B-0B04-6F2E-E61A-855A04D7163A}"/>
              </a:ext>
            </a:extLst>
          </p:cNvPr>
          <p:cNvSpPr txBox="1"/>
          <p:nvPr/>
        </p:nvSpPr>
        <p:spPr>
          <a:xfrm>
            <a:off x="4341247" y="4752456"/>
            <a:ext cx="841708" cy="784830"/>
          </a:xfrm>
          <a:prstGeom prst="rect">
            <a:avLst/>
          </a:prstGeom>
          <a:solidFill>
            <a:schemeClr val="bg1"/>
          </a:solidFill>
        </p:spPr>
        <p:txBody>
          <a:bodyPr wrap="square">
            <a:spAutoFit/>
          </a:bodyPr>
          <a:lstStyle/>
          <a:p>
            <a:r>
              <a:rPr lang="en-GB" altLang="en-US" sz="4500" b="1" dirty="0">
                <a:solidFill>
                  <a:srgbClr val="0076B0"/>
                </a:solidFill>
                <a:ea typeface="MS PGothic" panose="020B0600070205080204" pitchFamily="34" charset="-128"/>
              </a:rPr>
              <a:t>or</a:t>
            </a:r>
            <a:endParaRPr lang="en-GB" sz="4500" b="1" dirty="0">
              <a:solidFill>
                <a:srgbClr val="0076B0"/>
              </a:solidFill>
            </a:endParaRPr>
          </a:p>
        </p:txBody>
      </p:sp>
      <p:grpSp>
        <p:nvGrpSpPr>
          <p:cNvPr id="17" name="Group 16">
            <a:extLst>
              <a:ext uri="{FF2B5EF4-FFF2-40B4-BE49-F238E27FC236}">
                <a16:creationId xmlns:a16="http://schemas.microsoft.com/office/drawing/2014/main" id="{8B58381D-3595-4133-40DE-3CCE21E374C0}"/>
              </a:ext>
            </a:extLst>
          </p:cNvPr>
          <p:cNvGrpSpPr/>
          <p:nvPr/>
        </p:nvGrpSpPr>
        <p:grpSpPr>
          <a:xfrm>
            <a:off x="1462093" y="4193089"/>
            <a:ext cx="2602692" cy="2058111"/>
            <a:chOff x="1462093" y="4268590"/>
            <a:chExt cx="2602692" cy="2058111"/>
          </a:xfrm>
        </p:grpSpPr>
        <p:sp>
          <p:nvSpPr>
            <p:cNvPr id="11" name="Oval 10">
              <a:extLst>
                <a:ext uri="{FF2B5EF4-FFF2-40B4-BE49-F238E27FC236}">
                  <a16:creationId xmlns:a16="http://schemas.microsoft.com/office/drawing/2014/main" id="{8837F4F7-D538-2908-FA75-7F200B9B99B6}"/>
                </a:ext>
              </a:extLst>
            </p:cNvPr>
            <p:cNvSpPr/>
            <p:nvPr/>
          </p:nvSpPr>
          <p:spPr>
            <a:xfrm>
              <a:off x="1619480" y="4268590"/>
              <a:ext cx="2254362" cy="2058111"/>
            </a:xfrm>
            <a:prstGeom prst="ellipse">
              <a:avLst/>
            </a:prstGeom>
            <a:solidFill>
              <a:schemeClr val="bg1"/>
            </a:solidFill>
            <a:ln w="28575">
              <a:solidFill>
                <a:srgbClr val="0076B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sz="2000" dirty="0">
                <a:solidFill>
                  <a:srgbClr val="232321"/>
                </a:solidFill>
                <a:ea typeface="MS PGothic" panose="020B0600070205080204" pitchFamily="34" charset="-128"/>
              </a:endParaRPr>
            </a:p>
          </p:txBody>
        </p:sp>
        <p:sp>
          <p:nvSpPr>
            <p:cNvPr id="5" name="TextBox 4">
              <a:extLst>
                <a:ext uri="{FF2B5EF4-FFF2-40B4-BE49-F238E27FC236}">
                  <a16:creationId xmlns:a16="http://schemas.microsoft.com/office/drawing/2014/main" id="{4C0F3EDF-D4E6-B2DF-C5BE-A57A9539B502}"/>
                </a:ext>
              </a:extLst>
            </p:cNvPr>
            <p:cNvSpPr txBox="1"/>
            <p:nvPr/>
          </p:nvSpPr>
          <p:spPr>
            <a:xfrm>
              <a:off x="1462093" y="4973456"/>
              <a:ext cx="2602692" cy="477054"/>
            </a:xfrm>
            <a:prstGeom prst="rect">
              <a:avLst/>
            </a:prstGeom>
            <a:noFill/>
            <a:ln w="28575">
              <a:noFill/>
              <a:prstDash val="sysDash"/>
            </a:ln>
          </p:spPr>
          <p:txBody>
            <a:bodyPr wrap="square">
              <a:spAutoFit/>
            </a:bodyPr>
            <a:lstStyle/>
            <a:p>
              <a:pPr algn="ctr"/>
              <a:r>
                <a:rPr lang="en-GB" altLang="en-US" sz="2500" dirty="0">
                  <a:solidFill>
                    <a:srgbClr val="232321"/>
                  </a:solidFill>
                  <a:ea typeface="MS PGothic" panose="020B0600070205080204" pitchFamily="34" charset="-128"/>
                </a:rPr>
                <a:t>3 × 7 × 7 = 147</a:t>
              </a:r>
            </a:p>
          </p:txBody>
        </p:sp>
      </p:grpSp>
      <p:grpSp>
        <p:nvGrpSpPr>
          <p:cNvPr id="18" name="Group 17">
            <a:extLst>
              <a:ext uri="{FF2B5EF4-FFF2-40B4-BE49-F238E27FC236}">
                <a16:creationId xmlns:a16="http://schemas.microsoft.com/office/drawing/2014/main" id="{146E59F3-AEA3-90E6-4474-AED4311D3D7D}"/>
              </a:ext>
            </a:extLst>
          </p:cNvPr>
          <p:cNvGrpSpPr/>
          <p:nvPr/>
        </p:nvGrpSpPr>
        <p:grpSpPr>
          <a:xfrm>
            <a:off x="5570683" y="4193089"/>
            <a:ext cx="2269541" cy="2058111"/>
            <a:chOff x="5689610" y="4182927"/>
            <a:chExt cx="2269541" cy="2058111"/>
          </a:xfrm>
        </p:grpSpPr>
        <p:sp>
          <p:nvSpPr>
            <p:cNvPr id="16" name="Oval 15">
              <a:extLst>
                <a:ext uri="{FF2B5EF4-FFF2-40B4-BE49-F238E27FC236}">
                  <a16:creationId xmlns:a16="http://schemas.microsoft.com/office/drawing/2014/main" id="{FD7F6CD6-C578-7BA9-59C7-8037A099D623}"/>
                </a:ext>
              </a:extLst>
            </p:cNvPr>
            <p:cNvSpPr/>
            <p:nvPr/>
          </p:nvSpPr>
          <p:spPr>
            <a:xfrm>
              <a:off x="5689610" y="4182927"/>
              <a:ext cx="2254362" cy="2058111"/>
            </a:xfrm>
            <a:prstGeom prst="ellipse">
              <a:avLst/>
            </a:prstGeom>
            <a:solidFill>
              <a:schemeClr val="bg1"/>
            </a:solidFill>
            <a:ln w="28575">
              <a:solidFill>
                <a:srgbClr val="0076B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en-US" sz="2000" dirty="0">
                <a:solidFill>
                  <a:srgbClr val="232321"/>
                </a:solidFill>
                <a:ea typeface="MS PGothic" panose="020B0600070205080204" pitchFamily="34" charset="-128"/>
              </a:endParaRPr>
            </a:p>
          </p:txBody>
        </p:sp>
        <p:sp>
          <p:nvSpPr>
            <p:cNvPr id="15" name="TextBox 14">
              <a:extLst>
                <a:ext uri="{FF2B5EF4-FFF2-40B4-BE49-F238E27FC236}">
                  <a16:creationId xmlns:a16="http://schemas.microsoft.com/office/drawing/2014/main" id="{8E690C95-1A24-63C3-AF9F-18756C3D5657}"/>
                </a:ext>
              </a:extLst>
            </p:cNvPr>
            <p:cNvSpPr txBox="1"/>
            <p:nvPr/>
          </p:nvSpPr>
          <p:spPr>
            <a:xfrm>
              <a:off x="5689610" y="4973455"/>
              <a:ext cx="2269541" cy="477054"/>
            </a:xfrm>
            <a:prstGeom prst="rect">
              <a:avLst/>
            </a:prstGeom>
            <a:noFill/>
            <a:ln w="28575">
              <a:noFill/>
              <a:prstDash val="sysDash"/>
            </a:ln>
          </p:spPr>
          <p:txBody>
            <a:bodyPr wrap="square">
              <a:spAutoFit/>
            </a:bodyPr>
            <a:lstStyle/>
            <a:p>
              <a:pPr algn="ctr"/>
              <a:r>
                <a:rPr lang="en-GB" altLang="en-US" sz="2500" dirty="0">
                  <a:solidFill>
                    <a:srgbClr val="232321"/>
                  </a:solidFill>
                  <a:ea typeface="MS PGothic" panose="020B0600070205080204" pitchFamily="34" charset="-128"/>
                </a:rPr>
                <a:t>3 × 7² = 147</a:t>
              </a:r>
            </a:p>
          </p:txBody>
        </p:sp>
      </p:grpSp>
    </p:spTree>
    <p:extLst>
      <p:ext uri="{BB962C8B-B14F-4D97-AF65-F5344CB8AC3E}">
        <p14:creationId xmlns:p14="http://schemas.microsoft.com/office/powerpoint/2010/main" val="989387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2" grpId="0" animBg="1"/>
      <p:bldP spid="8" grpId="0" animBg="1"/>
      <p:bldP spid="9" grpId="0" animBg="1"/>
      <p:bldP spid="10"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39C45-B7AC-1A74-7855-515208955AC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1FA060D-A954-BE2C-EE67-85D3537F2E5A}"/>
              </a:ext>
            </a:extLst>
          </p:cNvPr>
          <p:cNvSpPr/>
          <p:nvPr/>
        </p:nvSpPr>
        <p:spPr>
          <a:xfrm>
            <a:off x="712868" y="1921079"/>
            <a:ext cx="2268000" cy="4464000"/>
          </a:xfrm>
          <a:prstGeom prst="rect">
            <a:avLst/>
          </a:prstGeom>
          <a:solidFill>
            <a:schemeClr val="bg1"/>
          </a:solidFill>
          <a:ln w="28575">
            <a:solidFill>
              <a:srgbClr val="85BD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itle">
            <a:extLst>
              <a:ext uri="{FF2B5EF4-FFF2-40B4-BE49-F238E27FC236}">
                <a16:creationId xmlns:a16="http://schemas.microsoft.com/office/drawing/2014/main" id="{6A32A64A-97C8-41BE-BC99-16F7F7AD4FC7}"/>
              </a:ext>
            </a:extLst>
          </p:cNvPr>
          <p:cNvSpPr>
            <a:spLocks noGrp="1"/>
          </p:cNvSpPr>
          <p:nvPr>
            <p:ph type="title"/>
          </p:nvPr>
        </p:nvSpPr>
        <p:spPr>
          <a:xfrm>
            <a:off x="457198" y="464029"/>
            <a:ext cx="8220075" cy="994306"/>
          </a:xfrm>
          <a:noFill/>
        </p:spPr>
        <p:txBody>
          <a:bodyPr/>
          <a:lstStyle/>
          <a:p>
            <a:r>
              <a:rPr lang="en-US" dirty="0">
                <a:solidFill>
                  <a:srgbClr val="E94E13"/>
                </a:solidFill>
                <a:latin typeface="+mn-lt"/>
              </a:rPr>
              <a:t>Find the Prime Factors</a:t>
            </a:r>
          </a:p>
        </p:txBody>
      </p:sp>
      <p:sp>
        <p:nvSpPr>
          <p:cNvPr id="7" name="TextBox 6">
            <a:extLst>
              <a:ext uri="{FF2B5EF4-FFF2-40B4-BE49-F238E27FC236}">
                <a16:creationId xmlns:a16="http://schemas.microsoft.com/office/drawing/2014/main" id="{08087C84-0728-FC15-7327-941F111B8441}"/>
              </a:ext>
            </a:extLst>
          </p:cNvPr>
          <p:cNvSpPr txBox="1"/>
          <p:nvPr/>
        </p:nvSpPr>
        <p:spPr>
          <a:xfrm>
            <a:off x="696286" y="1314458"/>
            <a:ext cx="7801762" cy="369332"/>
          </a:xfrm>
          <a:prstGeom prst="rect">
            <a:avLst/>
          </a:prstGeom>
          <a:noFill/>
        </p:spPr>
        <p:txBody>
          <a:bodyPr wrap="square">
            <a:spAutoFit/>
          </a:bodyPr>
          <a:lstStyle/>
          <a:p>
            <a:r>
              <a:rPr lang="en-GB" altLang="en-US" dirty="0">
                <a:ea typeface="MS PGothic" panose="020B0600070205080204" pitchFamily="34" charset="-128"/>
              </a:rPr>
              <a:t>Find the prime factors of the following numbers:</a:t>
            </a:r>
          </a:p>
        </p:txBody>
      </p:sp>
      <p:sp>
        <p:nvSpPr>
          <p:cNvPr id="8" name="TextBox 7">
            <a:extLst>
              <a:ext uri="{FF2B5EF4-FFF2-40B4-BE49-F238E27FC236}">
                <a16:creationId xmlns:a16="http://schemas.microsoft.com/office/drawing/2014/main" id="{8BA74A71-9CD5-D717-61C4-B1769CBBABF7}"/>
              </a:ext>
            </a:extLst>
          </p:cNvPr>
          <p:cNvSpPr txBox="1"/>
          <p:nvPr/>
        </p:nvSpPr>
        <p:spPr>
          <a:xfrm>
            <a:off x="1027750" y="2174920"/>
            <a:ext cx="1677798" cy="3939540"/>
          </a:xfrm>
          <a:prstGeom prst="rect">
            <a:avLst/>
          </a:prstGeom>
          <a:noFill/>
        </p:spPr>
        <p:txBody>
          <a:bodyPr wrap="square">
            <a:spAutoFit/>
          </a:bodyPr>
          <a:lstStyle/>
          <a:p>
            <a:pPr eaLnBrk="1" hangingPunct="1">
              <a:buFont typeface="Arial" panose="020B0604020202020204" pitchFamily="34" charset="0"/>
              <a:buNone/>
            </a:pPr>
            <a:r>
              <a:rPr lang="en-GB" altLang="en-US" sz="2500" b="1" dirty="0">
                <a:solidFill>
                  <a:srgbClr val="E94E13"/>
                </a:solidFill>
                <a:ea typeface="MS PGothic" panose="020B0600070205080204" pitchFamily="34" charset="-128"/>
              </a:rPr>
              <a:t>18,</a:t>
            </a:r>
            <a:r>
              <a:rPr lang="en-GB" altLang="en-US" sz="2500" b="1" dirty="0">
                <a:solidFill>
                  <a:srgbClr val="FE933E"/>
                </a:solidFill>
                <a:ea typeface="MS PGothic" panose="020B0600070205080204" pitchFamily="34" charset="-128"/>
              </a:rPr>
              <a:t>	 </a:t>
            </a:r>
            <a:r>
              <a:rPr lang="en-GB" altLang="en-US" sz="2500" b="1" dirty="0">
                <a:solidFill>
                  <a:srgbClr val="E94E13"/>
                </a:solidFill>
                <a:ea typeface="MS PGothic" panose="020B0600070205080204" pitchFamily="34" charset="-128"/>
              </a:rPr>
              <a:t>20, </a:t>
            </a:r>
            <a:r>
              <a:rPr lang="en-GB" altLang="en-US" sz="2500" b="1" dirty="0">
                <a:ea typeface="MS PGothic" panose="020B0600070205080204" pitchFamily="34" charset="-128"/>
              </a:rPr>
              <a:t>24,	 27, </a:t>
            </a:r>
            <a:r>
              <a:rPr lang="en-GB" altLang="en-US" sz="2500" b="1" dirty="0">
                <a:solidFill>
                  <a:srgbClr val="E94E13"/>
                </a:solidFill>
                <a:ea typeface="MS PGothic" panose="020B0600070205080204" pitchFamily="34" charset="-128"/>
              </a:rPr>
              <a:t>32,</a:t>
            </a:r>
            <a:r>
              <a:rPr lang="en-GB" altLang="en-US" sz="2500" b="1" dirty="0">
                <a:solidFill>
                  <a:srgbClr val="FE933E"/>
                </a:solidFill>
                <a:ea typeface="MS PGothic" panose="020B0600070205080204" pitchFamily="34" charset="-128"/>
              </a:rPr>
              <a:t>	 </a:t>
            </a:r>
            <a:r>
              <a:rPr lang="en-GB" altLang="en-US" sz="2500" b="1" dirty="0">
                <a:solidFill>
                  <a:srgbClr val="E94E13"/>
                </a:solidFill>
                <a:ea typeface="MS PGothic" panose="020B0600070205080204" pitchFamily="34" charset="-128"/>
              </a:rPr>
              <a:t>36, </a:t>
            </a:r>
            <a:r>
              <a:rPr lang="en-GB" altLang="en-US" sz="2500" b="1" dirty="0">
                <a:ea typeface="MS PGothic" panose="020B0600070205080204" pitchFamily="34" charset="-128"/>
              </a:rPr>
              <a:t>40, 	 42, </a:t>
            </a:r>
            <a:r>
              <a:rPr lang="en-GB" altLang="en-US" sz="2500" b="1" dirty="0">
                <a:solidFill>
                  <a:srgbClr val="E94E13"/>
                </a:solidFill>
                <a:ea typeface="MS PGothic" panose="020B0600070205080204" pitchFamily="34" charset="-128"/>
              </a:rPr>
              <a:t>45, 	 52, </a:t>
            </a:r>
            <a:r>
              <a:rPr lang="en-GB" altLang="en-US" sz="2500" b="1" dirty="0">
                <a:ea typeface="MS PGothic" panose="020B0600070205080204" pitchFamily="34" charset="-128"/>
              </a:rPr>
              <a:t>60,	 70, </a:t>
            </a:r>
            <a:r>
              <a:rPr lang="en-GB" altLang="en-US" sz="2500" b="1" dirty="0">
                <a:solidFill>
                  <a:srgbClr val="E94E13"/>
                </a:solidFill>
                <a:ea typeface="MS PGothic" panose="020B0600070205080204" pitchFamily="34" charset="-128"/>
              </a:rPr>
              <a:t>72,	 80, </a:t>
            </a:r>
            <a:r>
              <a:rPr lang="en-GB" altLang="en-US" sz="2500" b="1" dirty="0">
                <a:ea typeface="MS PGothic" panose="020B0600070205080204" pitchFamily="34" charset="-128"/>
              </a:rPr>
              <a:t>84,	 88, </a:t>
            </a:r>
            <a:r>
              <a:rPr lang="en-GB" altLang="en-US" sz="2500" b="1" dirty="0">
                <a:solidFill>
                  <a:srgbClr val="E94E13"/>
                </a:solidFill>
                <a:ea typeface="MS PGothic" panose="020B0600070205080204" pitchFamily="34" charset="-128"/>
              </a:rPr>
              <a:t>90,	 96, </a:t>
            </a:r>
            <a:r>
              <a:rPr lang="en-GB" altLang="en-US" sz="2500" b="1" dirty="0">
                <a:ea typeface="MS PGothic" panose="020B0600070205080204" pitchFamily="34" charset="-128"/>
              </a:rPr>
              <a:t>98,	 99</a:t>
            </a:r>
          </a:p>
        </p:txBody>
      </p:sp>
      <p:sp>
        <p:nvSpPr>
          <p:cNvPr id="3" name="Rectangle 2">
            <a:extLst>
              <a:ext uri="{FF2B5EF4-FFF2-40B4-BE49-F238E27FC236}">
                <a16:creationId xmlns:a16="http://schemas.microsoft.com/office/drawing/2014/main" id="{AC195416-9188-1481-C1FB-CDD0FB3AC2B1}"/>
              </a:ext>
            </a:extLst>
          </p:cNvPr>
          <p:cNvSpPr/>
          <p:nvPr/>
        </p:nvSpPr>
        <p:spPr>
          <a:xfrm>
            <a:off x="3421867" y="1921079"/>
            <a:ext cx="2268000" cy="4464000"/>
          </a:xfrm>
          <a:prstGeom prst="rect">
            <a:avLst/>
          </a:prstGeom>
          <a:solidFill>
            <a:schemeClr val="bg1"/>
          </a:solidFill>
          <a:ln w="28575">
            <a:solidFill>
              <a:srgbClr val="85BD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B5D5F9C5-CECF-9C20-F640-FBB9227A05F1}"/>
              </a:ext>
            </a:extLst>
          </p:cNvPr>
          <p:cNvSpPr txBox="1"/>
          <p:nvPr/>
        </p:nvSpPr>
        <p:spPr>
          <a:xfrm>
            <a:off x="3637079" y="2842389"/>
            <a:ext cx="1862356" cy="3170099"/>
          </a:xfrm>
          <a:prstGeom prst="rect">
            <a:avLst/>
          </a:prstGeom>
          <a:noFill/>
        </p:spPr>
        <p:txBody>
          <a:bodyPr wrap="square">
            <a:spAutoFit/>
          </a:bodyPr>
          <a:lstStyle/>
          <a:p>
            <a:pPr eaLnBrk="1" hangingPunct="1">
              <a:buFont typeface="Arial" panose="020B0604020202020204" pitchFamily="34" charset="0"/>
              <a:buNone/>
            </a:pPr>
            <a:r>
              <a:rPr lang="en-GB" altLang="en-US" sz="2500" b="1" dirty="0">
                <a:ea typeface="MS PGothic" panose="020B0600070205080204" pitchFamily="34" charset="-128"/>
              </a:rPr>
              <a:t>105,	 111, </a:t>
            </a:r>
            <a:r>
              <a:rPr lang="en-GB" altLang="en-US" sz="2500" b="1" dirty="0">
                <a:solidFill>
                  <a:srgbClr val="E94E13"/>
                </a:solidFill>
                <a:ea typeface="MS PGothic" panose="020B0600070205080204" pitchFamily="34" charset="-128"/>
              </a:rPr>
              <a:t>116,	 126, </a:t>
            </a:r>
            <a:r>
              <a:rPr lang="en-GB" altLang="en-US" sz="2500" b="1" dirty="0">
                <a:ea typeface="MS PGothic" panose="020B0600070205080204" pitchFamily="34" charset="-128"/>
              </a:rPr>
              <a:t>133,	 151, </a:t>
            </a:r>
            <a:r>
              <a:rPr lang="en-GB" altLang="en-US" sz="2500" b="1" dirty="0">
                <a:solidFill>
                  <a:srgbClr val="E94E13"/>
                </a:solidFill>
                <a:ea typeface="MS PGothic" panose="020B0600070205080204" pitchFamily="34" charset="-128"/>
              </a:rPr>
              <a:t>154,	 156, </a:t>
            </a:r>
            <a:r>
              <a:rPr lang="en-GB" altLang="en-US" sz="2500" b="1" dirty="0">
                <a:ea typeface="MS PGothic" panose="020B0600070205080204" pitchFamily="34" charset="-128"/>
              </a:rPr>
              <a:t>165,	 195, </a:t>
            </a:r>
            <a:r>
              <a:rPr lang="en-GB" altLang="en-US" sz="2500" b="1" dirty="0">
                <a:solidFill>
                  <a:srgbClr val="E94E13"/>
                </a:solidFill>
                <a:ea typeface="MS PGothic" panose="020B0600070205080204" pitchFamily="34" charset="-128"/>
              </a:rPr>
              <a:t>207,	 210, </a:t>
            </a:r>
            <a:r>
              <a:rPr lang="en-GB" altLang="en-US" sz="2500" b="1" dirty="0">
                <a:ea typeface="MS PGothic" panose="020B0600070205080204" pitchFamily="34" charset="-128"/>
              </a:rPr>
              <a:t>297,	 343 </a:t>
            </a:r>
            <a:r>
              <a:rPr lang="en-GB" altLang="en-US" sz="2500" b="1" dirty="0">
                <a:solidFill>
                  <a:srgbClr val="E94E13"/>
                </a:solidFill>
                <a:ea typeface="MS PGothic" panose="020B0600070205080204" pitchFamily="34" charset="-128"/>
              </a:rPr>
              <a:t>351</a:t>
            </a:r>
          </a:p>
        </p:txBody>
      </p:sp>
      <p:sp>
        <p:nvSpPr>
          <p:cNvPr id="28" name="TextBox 27">
            <a:extLst>
              <a:ext uri="{FF2B5EF4-FFF2-40B4-BE49-F238E27FC236}">
                <a16:creationId xmlns:a16="http://schemas.microsoft.com/office/drawing/2014/main" id="{24E14E2F-B42D-0259-25AB-188C8BD634F9}"/>
              </a:ext>
            </a:extLst>
          </p:cNvPr>
          <p:cNvSpPr txBox="1"/>
          <p:nvPr/>
        </p:nvSpPr>
        <p:spPr>
          <a:xfrm>
            <a:off x="3511244" y="2035755"/>
            <a:ext cx="2114026" cy="646331"/>
          </a:xfrm>
          <a:prstGeom prst="rect">
            <a:avLst/>
          </a:prstGeom>
          <a:noFill/>
        </p:spPr>
        <p:txBody>
          <a:bodyPr wrap="square">
            <a:spAutoFit/>
          </a:bodyPr>
          <a:lstStyle/>
          <a:p>
            <a:r>
              <a:rPr lang="en-US" b="1" dirty="0"/>
              <a:t>What about these harder ones?</a:t>
            </a:r>
          </a:p>
        </p:txBody>
      </p:sp>
      <p:sp>
        <p:nvSpPr>
          <p:cNvPr id="5" name="Rectangle 4">
            <a:extLst>
              <a:ext uri="{FF2B5EF4-FFF2-40B4-BE49-F238E27FC236}">
                <a16:creationId xmlns:a16="http://schemas.microsoft.com/office/drawing/2014/main" id="{4AC5C1C3-5A7A-D81E-4A3F-B27D3ECE6779}"/>
              </a:ext>
            </a:extLst>
          </p:cNvPr>
          <p:cNvSpPr/>
          <p:nvPr/>
        </p:nvSpPr>
        <p:spPr>
          <a:xfrm>
            <a:off x="6130866" y="1921079"/>
            <a:ext cx="2268000" cy="4464000"/>
          </a:xfrm>
          <a:prstGeom prst="rect">
            <a:avLst/>
          </a:prstGeom>
          <a:solidFill>
            <a:schemeClr val="bg1"/>
          </a:solidFill>
          <a:ln w="28575">
            <a:solidFill>
              <a:srgbClr val="85BD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C4E48BCA-8E94-3CAA-91E8-0F032B7FFBE5}"/>
              </a:ext>
            </a:extLst>
          </p:cNvPr>
          <p:cNvSpPr txBox="1"/>
          <p:nvPr/>
        </p:nvSpPr>
        <p:spPr>
          <a:xfrm>
            <a:off x="6390924" y="2842389"/>
            <a:ext cx="1922565" cy="3046988"/>
          </a:xfrm>
          <a:prstGeom prst="rect">
            <a:avLst/>
          </a:prstGeom>
          <a:noFill/>
        </p:spPr>
        <p:txBody>
          <a:bodyPr wrap="square">
            <a:spAutoFit/>
          </a:bodyPr>
          <a:lstStyle/>
          <a:p>
            <a:pPr eaLnBrk="1" hangingPunct="1">
              <a:buFont typeface="Arial" panose="020B0604020202020204" pitchFamily="34" charset="0"/>
              <a:buNone/>
            </a:pPr>
            <a:r>
              <a:rPr lang="en-GB" altLang="en-US" sz="2400" b="1" dirty="0">
                <a:solidFill>
                  <a:srgbClr val="E94E13"/>
                </a:solidFill>
                <a:ea typeface="MS PGothic" panose="020B0600070205080204" pitchFamily="34" charset="-128"/>
              </a:rPr>
              <a:t>377,	 390, </a:t>
            </a:r>
            <a:r>
              <a:rPr lang="en-GB" altLang="en-US" sz="2400" b="1" dirty="0">
                <a:ea typeface="MS PGothic" panose="020B0600070205080204" pitchFamily="34" charset="-128"/>
              </a:rPr>
              <a:t>429,	 448, </a:t>
            </a:r>
            <a:r>
              <a:rPr lang="en-GB" altLang="en-US" sz="2400" b="1" dirty="0">
                <a:solidFill>
                  <a:srgbClr val="E94E13"/>
                </a:solidFill>
                <a:ea typeface="MS PGothic" panose="020B0600070205080204" pitchFamily="34" charset="-128"/>
              </a:rPr>
              <a:t>462,	 527, </a:t>
            </a:r>
            <a:r>
              <a:rPr lang="en-GB" altLang="en-US" sz="2400" b="1" dirty="0">
                <a:ea typeface="MS PGothic" panose="020B0600070205080204" pitchFamily="34" charset="-128"/>
              </a:rPr>
              <a:t>561,	 575, </a:t>
            </a:r>
            <a:r>
              <a:rPr lang="en-GB" altLang="en-US" sz="2400" b="1" dirty="0">
                <a:solidFill>
                  <a:srgbClr val="E94E13"/>
                </a:solidFill>
                <a:ea typeface="MS PGothic" panose="020B0600070205080204" pitchFamily="34" charset="-128"/>
              </a:rPr>
              <a:t>608,	 672, </a:t>
            </a:r>
            <a:r>
              <a:rPr lang="en-GB" altLang="en-US" sz="2400" b="1" dirty="0">
                <a:ea typeface="MS PGothic" panose="020B0600070205080204" pitchFamily="34" charset="-128"/>
              </a:rPr>
              <a:t>689,	 715, </a:t>
            </a:r>
            <a:r>
              <a:rPr lang="en-GB" altLang="en-US" sz="2400" b="1" dirty="0">
                <a:solidFill>
                  <a:srgbClr val="E94E13"/>
                </a:solidFill>
                <a:ea typeface="MS PGothic" panose="020B0600070205080204" pitchFamily="34" charset="-128"/>
              </a:rPr>
              <a:t>819,	 891 </a:t>
            </a:r>
            <a:r>
              <a:rPr lang="en-GB" altLang="en-US" sz="2400" b="1" dirty="0">
                <a:ea typeface="MS PGothic" panose="020B0600070205080204" pitchFamily="34" charset="-128"/>
              </a:rPr>
              <a:t>973</a:t>
            </a:r>
          </a:p>
        </p:txBody>
      </p:sp>
      <p:sp>
        <p:nvSpPr>
          <p:cNvPr id="39" name="TextBox 38">
            <a:extLst>
              <a:ext uri="{FF2B5EF4-FFF2-40B4-BE49-F238E27FC236}">
                <a16:creationId xmlns:a16="http://schemas.microsoft.com/office/drawing/2014/main" id="{45148297-96A1-E5CC-1E82-8E16A353B584}"/>
              </a:ext>
            </a:extLst>
          </p:cNvPr>
          <p:cNvSpPr txBox="1"/>
          <p:nvPr/>
        </p:nvSpPr>
        <p:spPr>
          <a:xfrm>
            <a:off x="6257442" y="2035755"/>
            <a:ext cx="1922565" cy="646331"/>
          </a:xfrm>
          <a:prstGeom prst="rect">
            <a:avLst/>
          </a:prstGeom>
          <a:noFill/>
        </p:spPr>
        <p:txBody>
          <a:bodyPr wrap="square">
            <a:spAutoFit/>
          </a:bodyPr>
          <a:lstStyle/>
          <a:p>
            <a:r>
              <a:rPr lang="en-US" b="1" dirty="0"/>
              <a:t>Or these even</a:t>
            </a:r>
            <a:br>
              <a:rPr lang="en-US" b="1" dirty="0"/>
            </a:br>
            <a:r>
              <a:rPr lang="en-US" b="1" dirty="0"/>
              <a:t>larger numbers:</a:t>
            </a:r>
          </a:p>
        </p:txBody>
      </p:sp>
      <p:cxnSp>
        <p:nvCxnSpPr>
          <p:cNvPr id="6" name="Straight Connector 5">
            <a:extLst>
              <a:ext uri="{FF2B5EF4-FFF2-40B4-BE49-F238E27FC236}">
                <a16:creationId xmlns:a16="http://schemas.microsoft.com/office/drawing/2014/main" id="{BDC2F4D2-B816-82E4-E302-B1151165C0A0}"/>
              </a:ext>
            </a:extLst>
          </p:cNvPr>
          <p:cNvCxnSpPr>
            <a:cxnSpLocks/>
          </p:cNvCxnSpPr>
          <p:nvPr/>
        </p:nvCxnSpPr>
        <p:spPr>
          <a:xfrm>
            <a:off x="3421867" y="2726422"/>
            <a:ext cx="2268000" cy="0"/>
          </a:xfrm>
          <a:prstGeom prst="line">
            <a:avLst/>
          </a:prstGeom>
          <a:ln w="28575">
            <a:solidFill>
              <a:srgbClr val="85BD3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90AD2BE-50E4-8BF7-085C-288693153BD3}"/>
              </a:ext>
            </a:extLst>
          </p:cNvPr>
          <p:cNvCxnSpPr>
            <a:cxnSpLocks/>
          </p:cNvCxnSpPr>
          <p:nvPr/>
        </p:nvCxnSpPr>
        <p:spPr>
          <a:xfrm>
            <a:off x="6130866" y="2726422"/>
            <a:ext cx="2268000" cy="0"/>
          </a:xfrm>
          <a:prstGeom prst="line">
            <a:avLst/>
          </a:prstGeom>
          <a:ln w="28575">
            <a:solidFill>
              <a:srgbClr val="85BD3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165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down)">
                                      <p:cBhvr>
                                        <p:cTn id="20" dur="500"/>
                                        <p:tgtEl>
                                          <p:spTgt spid="3"/>
                                        </p:tgtEl>
                                      </p:cBhvr>
                                    </p:animEffect>
                                  </p:childTnLst>
                                </p:cTn>
                              </p:par>
                              <p:par>
                                <p:cTn id="21" presetID="22" presetClass="entr" presetSubtype="8"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down)">
                                      <p:cBhvr>
                                        <p:cTn id="34" dur="500"/>
                                        <p:tgtEl>
                                          <p:spTgt spid="5"/>
                                        </p:tgtEl>
                                      </p:cBhvr>
                                    </p:animEffect>
                                  </p:childTnLst>
                                </p:cTn>
                              </p:par>
                              <p:par>
                                <p:cTn id="35" presetID="22" presetClass="entr" presetSubtype="8"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P spid="8" grpId="0"/>
      <p:bldP spid="3" grpId="0" animBg="1"/>
      <p:bldP spid="19" grpId="0"/>
      <p:bldP spid="28" grpId="0"/>
      <p:bldP spid="5" grpId="0" animBg="1"/>
      <p:bldP spid="23" grpId="0"/>
      <p:bldP spid="39" grpId="0"/>
    </p:bldLst>
  </p:timing>
</p:sld>
</file>

<file path=ppt/theme/theme1.xml><?xml version="1.0" encoding="utf-8"?>
<a:theme xmlns:a="http://schemas.openxmlformats.org/drawingml/2006/main" name="Slide Layouts">
  <a:themeElements>
    <a:clrScheme name="Twinkl Template">
      <a:dk1>
        <a:srgbClr val="1C1C1C"/>
      </a:dk1>
      <a:lt1>
        <a:sysClr val="window" lastClr="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Custom 1">
      <a:majorFont>
        <a:latin typeface="Twinkl Bold"/>
        <a:ea typeface=""/>
        <a:cs typeface=""/>
      </a:majorFont>
      <a:minorFont>
        <a:latin typeface="Twink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8A0D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38D77A04-A87B-7D43-8732-27E2D33516AE}" vid="{5E469990-78F7-7547-A30D-B1A8874D45EC}"/>
    </a:ext>
  </a:extLst>
</a:theme>
</file>

<file path=ppt/theme/theme2.xml><?xml version="1.0" encoding="utf-8"?>
<a:theme xmlns:a="http://schemas.openxmlformats.org/drawingml/2006/main" name="Disclaimers/Guidan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8D77A04-A87B-7D43-8732-27E2D33516AE}" vid="{EA9C427F-3A83-A94B-A157-C0DAB0EC855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 Template</Template>
  <TotalTime>323</TotalTime>
  <Words>624</Words>
  <Application>Microsoft Office PowerPoint</Application>
  <PresentationFormat>On-screen Show (4:3)</PresentationFormat>
  <Paragraphs>158</Paragraphs>
  <Slides>8</Slides>
  <Notes>0</Notes>
  <HiddenSlides>1</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MS PGothic</vt:lpstr>
      <vt:lpstr>Twinkl</vt:lpstr>
      <vt:lpstr>Arial</vt:lpstr>
      <vt:lpstr>Calibri</vt:lpstr>
      <vt:lpstr>Roboto</vt:lpstr>
      <vt:lpstr>Slide Layouts</vt:lpstr>
      <vt:lpstr>Disclaimers/Guidance</vt:lpstr>
      <vt:lpstr>PowerPoint Presentation</vt:lpstr>
      <vt:lpstr>PowerPoint Presentation</vt:lpstr>
      <vt:lpstr>Prime Factors</vt:lpstr>
      <vt:lpstr>Prime Numbers</vt:lpstr>
      <vt:lpstr>Prime Numbers</vt:lpstr>
      <vt:lpstr>Factor Tree</vt:lpstr>
      <vt:lpstr>Divide by Prime Number</vt:lpstr>
      <vt:lpstr>Find the Prime Factors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Laura Gatie</dc:creator>
  <cp:lastModifiedBy>Lamis Adel</cp:lastModifiedBy>
  <cp:revision>53</cp:revision>
  <dcterms:created xsi:type="dcterms:W3CDTF">2025-04-12T06:49:35Z</dcterms:created>
  <dcterms:modified xsi:type="dcterms:W3CDTF">2026-09-29T22:18:12Z</dcterms:modified>
</cp:coreProperties>
</file>