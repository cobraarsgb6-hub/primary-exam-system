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7"/>
  </p:notesMasterIdLst>
  <p:sldIdLst>
    <p:sldId id="256" r:id="rId2"/>
    <p:sldId id="308" r:id="rId3"/>
    <p:sldId id="309" r:id="rId4"/>
    <p:sldId id="316" r:id="rId5"/>
    <p:sldId id="315" r:id="rId6"/>
  </p:sldIdLst>
  <p:sldSz cx="9144000" cy="5143500" type="screen16x9"/>
  <p:notesSz cx="6858000" cy="9144000"/>
  <p:embeddedFontLst>
    <p:embeddedFont>
      <p:font typeface="Jua" panose="020B0502040204020203" pitchFamily="34" charset="-127"/>
      <p:regular r:id="rId8"/>
    </p:embeddedFont>
    <p:embeddedFont>
      <p:font typeface="Book Antiqua" panose="02040602050305030304" pitchFamily="18" charset="0"/>
      <p:regular r:id="rId9"/>
      <p:bold r:id="rId10"/>
      <p:italic r:id="rId11"/>
      <p:boldItalic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Gabriola" panose="04040605051002020D02" pitchFamily="82" charset="0"/>
      <p:regular r:id="rId17"/>
    </p:embeddedFont>
    <p:embeddedFont>
      <p:font typeface="Quicksand Medium" panose="020B0604020202020204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749CFA-B216-43A9-A78B-F5563310F146}">
  <a:tblStyle styleId="{08749CFA-B216-43A9-A78B-F5563310F14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18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ableStyles" Target="tableStyle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2240921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8" name="Google Shape;172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7846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395925" y="291324"/>
            <a:ext cx="8336062" cy="4788281"/>
          </a:xfrm>
          <a:custGeom>
            <a:avLst/>
            <a:gdLst/>
            <a:ahLst/>
            <a:cxnLst/>
            <a:rect l="l" t="t" r="r" b="b"/>
            <a:pathLst>
              <a:path w="257584" h="146846" extrusionOk="0">
                <a:moveTo>
                  <a:pt x="7146" y="1"/>
                </a:moveTo>
                <a:cubicBezTo>
                  <a:pt x="3214" y="1"/>
                  <a:pt x="1" y="3214"/>
                  <a:pt x="1" y="7146"/>
                </a:cubicBezTo>
                <a:lnTo>
                  <a:pt x="1" y="139700"/>
                </a:lnTo>
                <a:cubicBezTo>
                  <a:pt x="1" y="143632"/>
                  <a:pt x="3214" y="146845"/>
                  <a:pt x="7146" y="146845"/>
                </a:cubicBezTo>
                <a:lnTo>
                  <a:pt x="250438" y="146845"/>
                </a:lnTo>
                <a:cubicBezTo>
                  <a:pt x="254408" y="146845"/>
                  <a:pt x="257584" y="143632"/>
                  <a:pt x="257584" y="139700"/>
                </a:cubicBezTo>
                <a:lnTo>
                  <a:pt x="257584" y="7146"/>
                </a:lnTo>
                <a:cubicBezTo>
                  <a:pt x="257584" y="3214"/>
                  <a:pt x="254408" y="1"/>
                  <a:pt x="250438" y="1"/>
                </a:cubicBezTo>
                <a:close/>
              </a:path>
            </a:pathLst>
          </a:custGeom>
          <a:solidFill>
            <a:srgbClr val="595959">
              <a:alpha val="14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661185" y="219519"/>
            <a:ext cx="8068819" cy="4788281"/>
          </a:xfrm>
          <a:custGeom>
            <a:avLst/>
            <a:gdLst/>
            <a:ahLst/>
            <a:cxnLst/>
            <a:rect l="l" t="t" r="r" b="b"/>
            <a:pathLst>
              <a:path w="257584" h="146846" extrusionOk="0">
                <a:moveTo>
                  <a:pt x="7146" y="1"/>
                </a:moveTo>
                <a:cubicBezTo>
                  <a:pt x="3214" y="1"/>
                  <a:pt x="1" y="3214"/>
                  <a:pt x="1" y="7146"/>
                </a:cubicBezTo>
                <a:lnTo>
                  <a:pt x="1" y="139700"/>
                </a:lnTo>
                <a:cubicBezTo>
                  <a:pt x="1" y="143632"/>
                  <a:pt x="3214" y="146845"/>
                  <a:pt x="7146" y="146845"/>
                </a:cubicBezTo>
                <a:lnTo>
                  <a:pt x="250438" y="146845"/>
                </a:lnTo>
                <a:cubicBezTo>
                  <a:pt x="254408" y="146845"/>
                  <a:pt x="257584" y="143632"/>
                  <a:pt x="257584" y="139700"/>
                </a:cubicBezTo>
                <a:lnTo>
                  <a:pt x="257584" y="7146"/>
                </a:lnTo>
                <a:cubicBezTo>
                  <a:pt x="257584" y="3214"/>
                  <a:pt x="254408" y="1"/>
                  <a:pt x="25043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41543" y="2282008"/>
            <a:ext cx="569676" cy="380612"/>
            <a:chOff x="8341543" y="2282008"/>
            <a:chExt cx="569676" cy="380612"/>
          </a:xfrm>
        </p:grpSpPr>
        <p:sp>
          <p:nvSpPr>
            <p:cNvPr id="12" name="Google Shape;12;p2"/>
            <p:cNvSpPr/>
            <p:nvPr/>
          </p:nvSpPr>
          <p:spPr>
            <a:xfrm>
              <a:off x="8341543" y="2361783"/>
              <a:ext cx="569676" cy="300837"/>
            </a:xfrm>
            <a:custGeom>
              <a:avLst/>
              <a:gdLst/>
              <a:ahLst/>
              <a:cxnLst/>
              <a:rect l="l" t="t" r="r" b="b"/>
              <a:pathLst>
                <a:path w="18186" h="9226" extrusionOk="0">
                  <a:moveTo>
                    <a:pt x="0" y="1"/>
                  </a:moveTo>
                  <a:lnTo>
                    <a:pt x="0" y="9226"/>
                  </a:lnTo>
                  <a:lnTo>
                    <a:pt x="18186" y="9226"/>
                  </a:lnTo>
                  <a:lnTo>
                    <a:pt x="16673" y="4462"/>
                  </a:lnTo>
                  <a:lnTo>
                    <a:pt x="18186" y="1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341543" y="2282008"/>
              <a:ext cx="569676" cy="300837"/>
            </a:xfrm>
            <a:custGeom>
              <a:avLst/>
              <a:gdLst/>
              <a:ahLst/>
              <a:cxnLst/>
              <a:rect l="l" t="t" r="r" b="b"/>
              <a:pathLst>
                <a:path w="18186" h="9226" extrusionOk="0">
                  <a:moveTo>
                    <a:pt x="0" y="1"/>
                  </a:moveTo>
                  <a:lnTo>
                    <a:pt x="0" y="9226"/>
                  </a:lnTo>
                  <a:lnTo>
                    <a:pt x="18186" y="9226"/>
                  </a:lnTo>
                  <a:lnTo>
                    <a:pt x="16673" y="4462"/>
                  </a:lnTo>
                  <a:lnTo>
                    <a:pt x="1818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341543" y="1721094"/>
            <a:ext cx="569676" cy="380612"/>
            <a:chOff x="8341543" y="1721094"/>
            <a:chExt cx="569676" cy="380612"/>
          </a:xfrm>
        </p:grpSpPr>
        <p:sp>
          <p:nvSpPr>
            <p:cNvPr id="15" name="Google Shape;15;p2"/>
            <p:cNvSpPr/>
            <p:nvPr/>
          </p:nvSpPr>
          <p:spPr>
            <a:xfrm>
              <a:off x="8341543" y="1800869"/>
              <a:ext cx="569676" cy="300837"/>
            </a:xfrm>
            <a:custGeom>
              <a:avLst/>
              <a:gdLst/>
              <a:ahLst/>
              <a:cxnLst/>
              <a:rect l="l" t="t" r="r" b="b"/>
              <a:pathLst>
                <a:path w="18186" h="9226" extrusionOk="0">
                  <a:moveTo>
                    <a:pt x="0" y="0"/>
                  </a:moveTo>
                  <a:lnTo>
                    <a:pt x="0" y="9225"/>
                  </a:lnTo>
                  <a:lnTo>
                    <a:pt x="18186" y="9225"/>
                  </a:lnTo>
                  <a:lnTo>
                    <a:pt x="16824" y="4462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341543" y="1721094"/>
              <a:ext cx="569676" cy="300837"/>
            </a:xfrm>
            <a:custGeom>
              <a:avLst/>
              <a:gdLst/>
              <a:ahLst/>
              <a:cxnLst/>
              <a:rect l="l" t="t" r="r" b="b"/>
              <a:pathLst>
                <a:path w="18186" h="9226" extrusionOk="0">
                  <a:moveTo>
                    <a:pt x="0" y="0"/>
                  </a:moveTo>
                  <a:lnTo>
                    <a:pt x="0" y="9225"/>
                  </a:lnTo>
                  <a:lnTo>
                    <a:pt x="18186" y="9225"/>
                  </a:lnTo>
                  <a:lnTo>
                    <a:pt x="16824" y="4462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8346273" y="1183592"/>
            <a:ext cx="568486" cy="388014"/>
            <a:chOff x="8346273" y="1183592"/>
            <a:chExt cx="568486" cy="388014"/>
          </a:xfrm>
        </p:grpSpPr>
        <p:sp>
          <p:nvSpPr>
            <p:cNvPr id="18" name="Google Shape;18;p2"/>
            <p:cNvSpPr/>
            <p:nvPr/>
          </p:nvSpPr>
          <p:spPr>
            <a:xfrm>
              <a:off x="8346273" y="1263367"/>
              <a:ext cx="568486" cy="308239"/>
            </a:xfrm>
            <a:custGeom>
              <a:avLst/>
              <a:gdLst/>
              <a:ahLst/>
              <a:cxnLst/>
              <a:rect l="l" t="t" r="r" b="b"/>
              <a:pathLst>
                <a:path w="18148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48" y="9452"/>
                  </a:lnTo>
                  <a:lnTo>
                    <a:pt x="16787" y="4688"/>
                  </a:lnTo>
                  <a:lnTo>
                    <a:pt x="18148" y="0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346273" y="1183592"/>
              <a:ext cx="568486" cy="308239"/>
            </a:xfrm>
            <a:custGeom>
              <a:avLst/>
              <a:gdLst/>
              <a:ahLst/>
              <a:cxnLst/>
              <a:rect l="l" t="t" r="r" b="b"/>
              <a:pathLst>
                <a:path w="18148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48" y="9452"/>
                  </a:lnTo>
                  <a:lnTo>
                    <a:pt x="16787" y="4688"/>
                  </a:lnTo>
                  <a:lnTo>
                    <a:pt x="181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8341543" y="606635"/>
            <a:ext cx="569676" cy="388014"/>
            <a:chOff x="8341543" y="606635"/>
            <a:chExt cx="569676" cy="388014"/>
          </a:xfrm>
        </p:grpSpPr>
        <p:sp>
          <p:nvSpPr>
            <p:cNvPr id="21" name="Google Shape;21;p2"/>
            <p:cNvSpPr/>
            <p:nvPr/>
          </p:nvSpPr>
          <p:spPr>
            <a:xfrm>
              <a:off x="8341543" y="686410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341543" y="606635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23;p2"/>
          <p:cNvGrpSpPr/>
          <p:nvPr/>
        </p:nvGrpSpPr>
        <p:grpSpPr>
          <a:xfrm>
            <a:off x="8341543" y="2842933"/>
            <a:ext cx="569676" cy="380612"/>
            <a:chOff x="8341543" y="2282008"/>
            <a:chExt cx="569676" cy="380612"/>
          </a:xfrm>
        </p:grpSpPr>
        <p:sp>
          <p:nvSpPr>
            <p:cNvPr id="24" name="Google Shape;24;p2"/>
            <p:cNvSpPr/>
            <p:nvPr/>
          </p:nvSpPr>
          <p:spPr>
            <a:xfrm>
              <a:off x="8341543" y="2361783"/>
              <a:ext cx="569676" cy="300837"/>
            </a:xfrm>
            <a:custGeom>
              <a:avLst/>
              <a:gdLst/>
              <a:ahLst/>
              <a:cxnLst/>
              <a:rect l="l" t="t" r="r" b="b"/>
              <a:pathLst>
                <a:path w="18186" h="9226" extrusionOk="0">
                  <a:moveTo>
                    <a:pt x="0" y="1"/>
                  </a:moveTo>
                  <a:lnTo>
                    <a:pt x="0" y="9226"/>
                  </a:lnTo>
                  <a:lnTo>
                    <a:pt x="18186" y="9226"/>
                  </a:lnTo>
                  <a:lnTo>
                    <a:pt x="16673" y="4462"/>
                  </a:lnTo>
                  <a:lnTo>
                    <a:pt x="18186" y="1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341543" y="2282008"/>
              <a:ext cx="569676" cy="300837"/>
            </a:xfrm>
            <a:custGeom>
              <a:avLst/>
              <a:gdLst/>
              <a:ahLst/>
              <a:cxnLst/>
              <a:rect l="l" t="t" r="r" b="b"/>
              <a:pathLst>
                <a:path w="18186" h="9226" extrusionOk="0">
                  <a:moveTo>
                    <a:pt x="0" y="1"/>
                  </a:moveTo>
                  <a:lnTo>
                    <a:pt x="0" y="9226"/>
                  </a:lnTo>
                  <a:lnTo>
                    <a:pt x="18186" y="9226"/>
                  </a:lnTo>
                  <a:lnTo>
                    <a:pt x="16673" y="4462"/>
                  </a:lnTo>
                  <a:lnTo>
                    <a:pt x="181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8341543" y="3403858"/>
            <a:ext cx="569676" cy="380612"/>
            <a:chOff x="8341543" y="2282008"/>
            <a:chExt cx="569676" cy="380612"/>
          </a:xfrm>
        </p:grpSpPr>
        <p:sp>
          <p:nvSpPr>
            <p:cNvPr id="27" name="Google Shape;27;p2"/>
            <p:cNvSpPr/>
            <p:nvPr/>
          </p:nvSpPr>
          <p:spPr>
            <a:xfrm>
              <a:off x="8341543" y="2361783"/>
              <a:ext cx="569676" cy="300837"/>
            </a:xfrm>
            <a:custGeom>
              <a:avLst/>
              <a:gdLst/>
              <a:ahLst/>
              <a:cxnLst/>
              <a:rect l="l" t="t" r="r" b="b"/>
              <a:pathLst>
                <a:path w="18186" h="9226" extrusionOk="0">
                  <a:moveTo>
                    <a:pt x="0" y="1"/>
                  </a:moveTo>
                  <a:lnTo>
                    <a:pt x="0" y="9226"/>
                  </a:lnTo>
                  <a:lnTo>
                    <a:pt x="18186" y="9226"/>
                  </a:lnTo>
                  <a:lnTo>
                    <a:pt x="16673" y="4462"/>
                  </a:lnTo>
                  <a:lnTo>
                    <a:pt x="18186" y="1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8341543" y="2282008"/>
              <a:ext cx="569676" cy="300837"/>
            </a:xfrm>
            <a:custGeom>
              <a:avLst/>
              <a:gdLst/>
              <a:ahLst/>
              <a:cxnLst/>
              <a:rect l="l" t="t" r="r" b="b"/>
              <a:pathLst>
                <a:path w="18186" h="9226" extrusionOk="0">
                  <a:moveTo>
                    <a:pt x="0" y="1"/>
                  </a:moveTo>
                  <a:lnTo>
                    <a:pt x="0" y="9226"/>
                  </a:lnTo>
                  <a:lnTo>
                    <a:pt x="18186" y="9226"/>
                  </a:lnTo>
                  <a:lnTo>
                    <a:pt x="16673" y="4462"/>
                  </a:lnTo>
                  <a:lnTo>
                    <a:pt x="181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Google Shape;29;p2"/>
          <p:cNvSpPr/>
          <p:nvPr/>
        </p:nvSpPr>
        <p:spPr>
          <a:xfrm>
            <a:off x="8341543" y="4447718"/>
            <a:ext cx="569676" cy="308239"/>
          </a:xfrm>
          <a:custGeom>
            <a:avLst/>
            <a:gdLst/>
            <a:ahLst/>
            <a:cxnLst/>
            <a:rect l="l" t="t" r="r" b="b"/>
            <a:pathLst>
              <a:path w="18186" h="9453" extrusionOk="0">
                <a:moveTo>
                  <a:pt x="0" y="0"/>
                </a:moveTo>
                <a:lnTo>
                  <a:pt x="0" y="9452"/>
                </a:lnTo>
                <a:lnTo>
                  <a:pt x="18186" y="9452"/>
                </a:lnTo>
                <a:lnTo>
                  <a:pt x="16824" y="4613"/>
                </a:lnTo>
                <a:lnTo>
                  <a:pt x="18186" y="0"/>
                </a:lnTo>
                <a:close/>
              </a:path>
            </a:pathLst>
          </a:custGeom>
          <a:solidFill>
            <a:srgbClr val="595959">
              <a:alpha val="14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8341543" y="4367943"/>
            <a:ext cx="569676" cy="308239"/>
          </a:xfrm>
          <a:custGeom>
            <a:avLst/>
            <a:gdLst/>
            <a:ahLst/>
            <a:cxnLst/>
            <a:rect l="l" t="t" r="r" b="b"/>
            <a:pathLst>
              <a:path w="18186" h="9453" extrusionOk="0">
                <a:moveTo>
                  <a:pt x="0" y="0"/>
                </a:moveTo>
                <a:lnTo>
                  <a:pt x="0" y="9452"/>
                </a:lnTo>
                <a:lnTo>
                  <a:pt x="18186" y="9452"/>
                </a:lnTo>
                <a:lnTo>
                  <a:pt x="16824" y="4613"/>
                </a:lnTo>
                <a:lnTo>
                  <a:pt x="1818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395894" y="219519"/>
            <a:ext cx="8053438" cy="4788281"/>
          </a:xfrm>
          <a:custGeom>
            <a:avLst/>
            <a:gdLst/>
            <a:ahLst/>
            <a:cxnLst/>
            <a:rect l="l" t="t" r="r" b="b"/>
            <a:pathLst>
              <a:path w="257093" h="146846" extrusionOk="0">
                <a:moveTo>
                  <a:pt x="7146" y="1"/>
                </a:moveTo>
                <a:cubicBezTo>
                  <a:pt x="3177" y="1"/>
                  <a:pt x="1" y="3214"/>
                  <a:pt x="1" y="7146"/>
                </a:cubicBezTo>
                <a:lnTo>
                  <a:pt x="1" y="139700"/>
                </a:lnTo>
                <a:cubicBezTo>
                  <a:pt x="1" y="143632"/>
                  <a:pt x="3177" y="146845"/>
                  <a:pt x="7146" y="146845"/>
                </a:cubicBezTo>
                <a:lnTo>
                  <a:pt x="249947" y="146845"/>
                </a:lnTo>
                <a:cubicBezTo>
                  <a:pt x="253879" y="146845"/>
                  <a:pt x="257093" y="143632"/>
                  <a:pt x="257093" y="139700"/>
                </a:cubicBezTo>
                <a:lnTo>
                  <a:pt x="257093" y="7146"/>
                </a:lnTo>
                <a:cubicBezTo>
                  <a:pt x="257093" y="3214"/>
                  <a:pt x="253879" y="1"/>
                  <a:pt x="24994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546317" y="9419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281025" y="966589"/>
            <a:ext cx="324527" cy="82660"/>
          </a:xfrm>
          <a:custGeom>
            <a:avLst/>
            <a:gdLst/>
            <a:ahLst/>
            <a:cxnLst/>
            <a:rect l="l" t="t" r="r" b="b"/>
            <a:pathLst>
              <a:path w="10360" h="2535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304707" y="104921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605521" y="10072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546317" y="1298240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3"/>
                  <a:pt x="1286" y="4083"/>
                </a:cubicBezTo>
                <a:cubicBezTo>
                  <a:pt x="1966" y="4083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281025" y="132413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8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28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304707" y="14054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605521" y="136479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282216" y="133521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lnTo>
                  <a:pt x="10057" y="0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3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78" y="2118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546317" y="165574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04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04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281025" y="1680400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304707" y="1761756"/>
            <a:ext cx="32014" cy="1272"/>
          </a:xfrm>
          <a:custGeom>
            <a:avLst/>
            <a:gdLst/>
            <a:ahLst/>
            <a:cxnLst/>
            <a:rect l="l" t="t" r="r" b="b"/>
            <a:pathLst>
              <a:path w="1022" h="39" extrusionOk="0">
                <a:moveTo>
                  <a:pt x="1021" y="39"/>
                </a:moveTo>
                <a:lnTo>
                  <a:pt x="38" y="39"/>
                </a:lnTo>
                <a:cubicBezTo>
                  <a:pt x="38" y="39"/>
                  <a:pt x="38" y="39"/>
                  <a:pt x="38" y="39"/>
                </a:cubicBezTo>
                <a:cubicBezTo>
                  <a:pt x="38" y="39"/>
                  <a:pt x="38" y="39"/>
                  <a:pt x="38" y="39"/>
                </a:cubicBezTo>
                <a:lnTo>
                  <a:pt x="1021" y="39"/>
                </a:lnTo>
                <a:lnTo>
                  <a:pt x="102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cubicBezTo>
                  <a:pt x="1" y="39"/>
                  <a:pt x="1" y="39"/>
                  <a:pt x="1" y="1"/>
                </a:cubicBezTo>
                <a:cubicBezTo>
                  <a:pt x="1" y="39"/>
                  <a:pt x="1" y="39"/>
                  <a:pt x="1" y="39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05521" y="17210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282216" y="169148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03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38"/>
                  <a:pt x="0" y="1249"/>
                </a:cubicBezTo>
                <a:lnTo>
                  <a:pt x="0" y="1249"/>
                </a:lnTo>
                <a:cubicBezTo>
                  <a:pt x="76" y="1740"/>
                  <a:pt x="340" y="2156"/>
                  <a:pt x="719" y="2156"/>
                </a:cubicBezTo>
                <a:cubicBezTo>
                  <a:pt x="719" y="2194"/>
                  <a:pt x="719" y="2194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08"/>
                </a:cubicBez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546317" y="2012018"/>
            <a:ext cx="79378" cy="133202"/>
          </a:xfrm>
          <a:custGeom>
            <a:avLst/>
            <a:gdLst/>
            <a:ahLst/>
            <a:cxnLst/>
            <a:rect l="l" t="t" r="r" b="b"/>
            <a:pathLst>
              <a:path w="2534" h="4085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77"/>
                  <a:pt x="567" y="4084"/>
                  <a:pt x="1286" y="4084"/>
                </a:cubicBezTo>
                <a:cubicBezTo>
                  <a:pt x="1966" y="4084"/>
                  <a:pt x="2533" y="3177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281025" y="203790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304707" y="211929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605521" y="207736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282216" y="204902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76"/>
                  <a:pt x="10095" y="189"/>
                  <a:pt x="10095" y="303"/>
                </a:cubicBezTo>
                <a:cubicBezTo>
                  <a:pt x="10095" y="983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10"/>
                </a:cubicBezTo>
                <a:lnTo>
                  <a:pt x="0" y="1210"/>
                </a:lnTo>
                <a:cubicBezTo>
                  <a:pt x="76" y="1739"/>
                  <a:pt x="340" y="2117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lnTo>
                  <a:pt x="10322" y="870"/>
                </a:ln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546317" y="236956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04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04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281025" y="2394211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66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66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304707" y="247556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605521" y="243487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282216" y="240529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4"/>
                  <a:pt x="10095" y="189"/>
                  <a:pt x="10095" y="303"/>
                </a:cubicBezTo>
                <a:cubicBezTo>
                  <a:pt x="10095" y="1021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626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546317" y="272582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281025" y="2751719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30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30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304707" y="283307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605521" y="279117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282216" y="276156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41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75"/>
                  <a:pt x="0" y="1248"/>
                </a:cubicBezTo>
                <a:lnTo>
                  <a:pt x="0" y="1248"/>
                </a:lnTo>
                <a:cubicBezTo>
                  <a:pt x="76" y="1778"/>
                  <a:pt x="340" y="2156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546317" y="30833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04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04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281025" y="310798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304707" y="318937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605521" y="31486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282216" y="311910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3"/>
                  <a:pt x="10095" y="189"/>
                  <a:pt x="10095" y="302"/>
                </a:cubicBezTo>
                <a:cubicBezTo>
                  <a:pt x="10095" y="1021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48"/>
                </a:cubicBezTo>
                <a:lnTo>
                  <a:pt x="0" y="1248"/>
                </a:lnTo>
                <a:cubicBezTo>
                  <a:pt x="76" y="1739"/>
                  <a:pt x="340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546317" y="343964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42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42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281025" y="3465498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30"/>
                  <a:pt x="0" y="1249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9"/>
                </a:cubicBezTo>
                <a:cubicBezTo>
                  <a:pt x="10360" y="530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304707" y="35468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605521" y="350495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282216" y="347537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lnTo>
                  <a:pt x="10057" y="0"/>
                </a:ln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546317" y="3795909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4"/>
                  <a:pt x="1286" y="4084"/>
                </a:cubicBezTo>
                <a:cubicBezTo>
                  <a:pt x="1966" y="4084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281025" y="382180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304707" y="390315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605521" y="38624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282216" y="3832886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1"/>
                </a:moveTo>
                <a:lnTo>
                  <a:pt x="10057" y="1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4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40" y="2118"/>
                  <a:pt x="719" y="2156"/>
                </a:cubicBezTo>
                <a:lnTo>
                  <a:pt x="9528" y="2156"/>
                </a:lnTo>
                <a:cubicBezTo>
                  <a:pt x="9981" y="2156"/>
                  <a:pt x="10322" y="1589"/>
                  <a:pt x="10322" y="908"/>
                </a:cubicBezTo>
                <a:cubicBezTo>
                  <a:pt x="10322" y="530"/>
                  <a:pt x="10208" y="227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546317" y="415341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281025" y="4178069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304707" y="4260664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605521" y="421876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282216" y="4189188"/>
            <a:ext cx="323337" cy="71508"/>
          </a:xfrm>
          <a:custGeom>
            <a:avLst/>
            <a:gdLst/>
            <a:ahLst/>
            <a:cxnLst/>
            <a:rect l="l" t="t" r="r" b="b"/>
            <a:pathLst>
              <a:path w="10322" h="2193" extrusionOk="0">
                <a:moveTo>
                  <a:pt x="10057" y="0"/>
                </a:moveTo>
                <a:lnTo>
                  <a:pt x="10057" y="0"/>
                </a:lnTo>
                <a:cubicBezTo>
                  <a:pt x="10095" y="113"/>
                  <a:pt x="10095" y="227"/>
                  <a:pt x="10095" y="340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7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228900" y="135685"/>
            <a:ext cx="794715" cy="686714"/>
          </a:xfrm>
          <a:custGeom>
            <a:avLst/>
            <a:gdLst/>
            <a:ahLst/>
            <a:cxnLst/>
            <a:rect l="l" t="t" r="r" b="b"/>
            <a:pathLst>
              <a:path w="25370" h="21060" extrusionOk="0">
                <a:moveTo>
                  <a:pt x="20833" y="1"/>
                </a:moveTo>
                <a:lnTo>
                  <a:pt x="1" y="14443"/>
                </a:lnTo>
                <a:cubicBezTo>
                  <a:pt x="1" y="14443"/>
                  <a:pt x="1097" y="14443"/>
                  <a:pt x="1513" y="14972"/>
                </a:cubicBezTo>
                <a:cubicBezTo>
                  <a:pt x="1891" y="15540"/>
                  <a:pt x="1551" y="16371"/>
                  <a:pt x="1551" y="16371"/>
                </a:cubicBezTo>
                <a:cubicBezTo>
                  <a:pt x="1551" y="16371"/>
                  <a:pt x="2647" y="16371"/>
                  <a:pt x="3063" y="16938"/>
                </a:cubicBezTo>
                <a:cubicBezTo>
                  <a:pt x="3479" y="17543"/>
                  <a:pt x="3139" y="18867"/>
                  <a:pt x="3139" y="18867"/>
                </a:cubicBezTo>
                <a:cubicBezTo>
                  <a:pt x="3139" y="18867"/>
                  <a:pt x="4349" y="19018"/>
                  <a:pt x="4613" y="19396"/>
                </a:cubicBezTo>
                <a:cubicBezTo>
                  <a:pt x="4878" y="19774"/>
                  <a:pt x="4727" y="21060"/>
                  <a:pt x="4727" y="21060"/>
                </a:cubicBezTo>
                <a:lnTo>
                  <a:pt x="25370" y="6768"/>
                </a:lnTo>
                <a:cubicBezTo>
                  <a:pt x="23442" y="6579"/>
                  <a:pt x="23782" y="4575"/>
                  <a:pt x="23782" y="4575"/>
                </a:cubicBezTo>
                <a:cubicBezTo>
                  <a:pt x="23782" y="4575"/>
                  <a:pt x="22912" y="4235"/>
                  <a:pt x="22459" y="3819"/>
                </a:cubicBezTo>
                <a:cubicBezTo>
                  <a:pt x="22043" y="3403"/>
                  <a:pt x="22345" y="2156"/>
                  <a:pt x="22345" y="2156"/>
                </a:cubicBezTo>
                <a:cubicBezTo>
                  <a:pt x="22345" y="2156"/>
                  <a:pt x="21173" y="2118"/>
                  <a:pt x="20795" y="1626"/>
                </a:cubicBezTo>
                <a:cubicBezTo>
                  <a:pt x="20455" y="1135"/>
                  <a:pt x="20833" y="1"/>
                  <a:pt x="2083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282216" y="97770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8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2"/>
          <p:cNvSpPr txBox="1">
            <a:spLocks noGrp="1"/>
          </p:cNvSpPr>
          <p:nvPr>
            <p:ph type="ctrTitle"/>
          </p:nvPr>
        </p:nvSpPr>
        <p:spPr>
          <a:xfrm>
            <a:off x="967700" y="1345750"/>
            <a:ext cx="7208700" cy="191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Font typeface="Jua"/>
              <a:buNone/>
              <a:defRPr sz="7400">
                <a:latin typeface="Jua"/>
                <a:ea typeface="Jua"/>
                <a:cs typeface="Jua"/>
                <a:sym typeface="Jua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Font typeface="Jua"/>
              <a:buNone/>
              <a:defRPr sz="7200">
                <a:latin typeface="Jua"/>
                <a:ea typeface="Jua"/>
                <a:cs typeface="Jua"/>
                <a:sym typeface="Jua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Font typeface="Jua"/>
              <a:buNone/>
              <a:defRPr sz="7200">
                <a:latin typeface="Jua"/>
                <a:ea typeface="Jua"/>
                <a:cs typeface="Jua"/>
                <a:sym typeface="Jua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Font typeface="Jua"/>
              <a:buNone/>
              <a:defRPr sz="7200">
                <a:latin typeface="Jua"/>
                <a:ea typeface="Jua"/>
                <a:cs typeface="Jua"/>
                <a:sym typeface="Jua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Font typeface="Jua"/>
              <a:buNone/>
              <a:defRPr sz="7200">
                <a:latin typeface="Jua"/>
                <a:ea typeface="Jua"/>
                <a:cs typeface="Jua"/>
                <a:sym typeface="Jua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Font typeface="Jua"/>
              <a:buNone/>
              <a:defRPr sz="7200">
                <a:latin typeface="Jua"/>
                <a:ea typeface="Jua"/>
                <a:cs typeface="Jua"/>
                <a:sym typeface="Jua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Font typeface="Jua"/>
              <a:buNone/>
              <a:defRPr sz="7200">
                <a:latin typeface="Jua"/>
                <a:ea typeface="Jua"/>
                <a:cs typeface="Jua"/>
                <a:sym typeface="Jua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Font typeface="Jua"/>
              <a:buNone/>
              <a:defRPr sz="7200">
                <a:latin typeface="Jua"/>
                <a:ea typeface="Jua"/>
                <a:cs typeface="Jua"/>
                <a:sym typeface="Jua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Font typeface="Jua"/>
              <a:buNone/>
              <a:defRPr sz="7200">
                <a:latin typeface="Jua"/>
                <a:ea typeface="Jua"/>
                <a:cs typeface="Jua"/>
                <a:sym typeface="Jua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" name="Google Shape;84;p2"/>
          <p:cNvSpPr txBox="1">
            <a:spLocks noGrp="1"/>
          </p:cNvSpPr>
          <p:nvPr>
            <p:ph type="subTitle" idx="1"/>
          </p:nvPr>
        </p:nvSpPr>
        <p:spPr>
          <a:xfrm>
            <a:off x="1138725" y="3114175"/>
            <a:ext cx="6866700" cy="59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icksand Medium"/>
              <a:buNone/>
              <a:defRPr sz="2200">
                <a:solidFill>
                  <a:schemeClr val="accent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icksand Medium"/>
              <a:buNone/>
              <a:defRPr sz="2400">
                <a:solidFill>
                  <a:schemeClr val="accent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icksand Medium"/>
              <a:buNone/>
              <a:defRPr sz="2400">
                <a:solidFill>
                  <a:schemeClr val="accent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icksand Medium"/>
              <a:buNone/>
              <a:defRPr sz="2400">
                <a:solidFill>
                  <a:schemeClr val="accent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icksand Medium"/>
              <a:buNone/>
              <a:defRPr sz="2400">
                <a:solidFill>
                  <a:schemeClr val="accent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icksand Medium"/>
              <a:buNone/>
              <a:defRPr sz="2400">
                <a:solidFill>
                  <a:schemeClr val="accent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icksand Medium"/>
              <a:buNone/>
              <a:defRPr sz="2400">
                <a:solidFill>
                  <a:schemeClr val="accent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icksand Medium"/>
              <a:buNone/>
              <a:defRPr sz="2400">
                <a:solidFill>
                  <a:schemeClr val="accent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Quicksand Medium"/>
              <a:buNone/>
              <a:defRPr sz="2400">
                <a:solidFill>
                  <a:schemeClr val="accent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85" name="Google Shape;85;p2"/>
          <p:cNvGrpSpPr/>
          <p:nvPr/>
        </p:nvGrpSpPr>
        <p:grpSpPr>
          <a:xfrm>
            <a:off x="7480525" y="1448400"/>
            <a:ext cx="444275" cy="398525"/>
            <a:chOff x="2495125" y="2142250"/>
            <a:chExt cx="444275" cy="398525"/>
          </a:xfrm>
        </p:grpSpPr>
        <p:sp>
          <p:nvSpPr>
            <p:cNvPr id="86" name="Google Shape;86;p2"/>
            <p:cNvSpPr/>
            <p:nvPr/>
          </p:nvSpPr>
          <p:spPr>
            <a:xfrm>
              <a:off x="2495125" y="2142250"/>
              <a:ext cx="444275" cy="398525"/>
            </a:xfrm>
            <a:custGeom>
              <a:avLst/>
              <a:gdLst/>
              <a:ahLst/>
              <a:cxnLst/>
              <a:rect l="l" t="t" r="r" b="b"/>
              <a:pathLst>
                <a:path w="17771" h="15941" extrusionOk="0">
                  <a:moveTo>
                    <a:pt x="6542" y="6116"/>
                  </a:moveTo>
                  <a:cubicBezTo>
                    <a:pt x="4437" y="1154"/>
                    <a:pt x="10201" y="1"/>
                    <a:pt x="9224" y="5866"/>
                  </a:cubicBezTo>
                  <a:cubicBezTo>
                    <a:pt x="11780" y="1003"/>
                    <a:pt x="16367" y="6718"/>
                    <a:pt x="10452" y="8021"/>
                  </a:cubicBezTo>
                  <a:cubicBezTo>
                    <a:pt x="17770" y="9525"/>
                    <a:pt x="12382" y="15139"/>
                    <a:pt x="9600" y="9976"/>
                  </a:cubicBezTo>
                  <a:cubicBezTo>
                    <a:pt x="11204" y="15891"/>
                    <a:pt x="5941" y="15941"/>
                    <a:pt x="7068" y="10252"/>
                  </a:cubicBezTo>
                  <a:cubicBezTo>
                    <a:pt x="4662" y="15565"/>
                    <a:pt x="1" y="11555"/>
                    <a:pt x="5414" y="8597"/>
                  </a:cubicBezTo>
                  <a:cubicBezTo>
                    <a:pt x="276" y="8597"/>
                    <a:pt x="1830" y="2031"/>
                    <a:pt x="6542" y="6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2655525" y="2307050"/>
              <a:ext cx="94650" cy="73325"/>
            </a:xfrm>
            <a:custGeom>
              <a:avLst/>
              <a:gdLst/>
              <a:ahLst/>
              <a:cxnLst/>
              <a:rect l="l" t="t" r="r" b="b"/>
              <a:pathLst>
                <a:path w="3786" h="2933" extrusionOk="0">
                  <a:moveTo>
                    <a:pt x="1906" y="0"/>
                  </a:moveTo>
                  <a:cubicBezTo>
                    <a:pt x="1" y="0"/>
                    <a:pt x="1" y="2933"/>
                    <a:pt x="1906" y="2933"/>
                  </a:cubicBezTo>
                  <a:cubicBezTo>
                    <a:pt x="3785" y="2933"/>
                    <a:pt x="3785" y="0"/>
                    <a:pt x="19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" name="Google Shape;88;p2"/>
          <p:cNvGrpSpPr/>
          <p:nvPr/>
        </p:nvGrpSpPr>
        <p:grpSpPr>
          <a:xfrm>
            <a:off x="1018050" y="1506975"/>
            <a:ext cx="291375" cy="281375"/>
            <a:chOff x="3243875" y="2372825"/>
            <a:chExt cx="291375" cy="281375"/>
          </a:xfrm>
        </p:grpSpPr>
        <p:sp>
          <p:nvSpPr>
            <p:cNvPr id="89" name="Google Shape;89;p2"/>
            <p:cNvSpPr/>
            <p:nvPr/>
          </p:nvSpPr>
          <p:spPr>
            <a:xfrm>
              <a:off x="3287125" y="2403550"/>
              <a:ext cx="205525" cy="200525"/>
            </a:xfrm>
            <a:custGeom>
              <a:avLst/>
              <a:gdLst/>
              <a:ahLst/>
              <a:cxnLst/>
              <a:rect l="l" t="t" r="r" b="b"/>
              <a:pathLst>
                <a:path w="8221" h="8021" fill="none" extrusionOk="0">
                  <a:moveTo>
                    <a:pt x="8221" y="0"/>
                  </a:moveTo>
                  <a:cubicBezTo>
                    <a:pt x="5765" y="2982"/>
                    <a:pt x="2807" y="5338"/>
                    <a:pt x="0" y="802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3304025" y="2403550"/>
              <a:ext cx="191125" cy="210550"/>
            </a:xfrm>
            <a:custGeom>
              <a:avLst/>
              <a:gdLst/>
              <a:ahLst/>
              <a:cxnLst/>
              <a:rect l="l" t="t" r="r" b="b"/>
              <a:pathLst>
                <a:path w="7645" h="8422" fill="none" extrusionOk="0">
                  <a:moveTo>
                    <a:pt x="1" y="0"/>
                  </a:moveTo>
                  <a:cubicBezTo>
                    <a:pt x="1404" y="1830"/>
                    <a:pt x="3159" y="3409"/>
                    <a:pt x="4738" y="5088"/>
                  </a:cubicBezTo>
                  <a:cubicBezTo>
                    <a:pt x="6066" y="6491"/>
                    <a:pt x="6292" y="6993"/>
                    <a:pt x="7645" y="842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3396775" y="2372825"/>
              <a:ext cx="10675" cy="281375"/>
            </a:xfrm>
            <a:custGeom>
              <a:avLst/>
              <a:gdLst/>
              <a:ahLst/>
              <a:cxnLst/>
              <a:rect l="l" t="t" r="r" b="b"/>
              <a:pathLst>
                <a:path w="427" h="11255" fill="none" extrusionOk="0">
                  <a:moveTo>
                    <a:pt x="150" y="1"/>
                  </a:moveTo>
                  <a:cubicBezTo>
                    <a:pt x="75" y="2507"/>
                    <a:pt x="426" y="5013"/>
                    <a:pt x="150" y="7470"/>
                  </a:cubicBezTo>
                  <a:cubicBezTo>
                    <a:pt x="25" y="8798"/>
                    <a:pt x="0" y="9951"/>
                    <a:pt x="0" y="11254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3243875" y="2495650"/>
              <a:ext cx="285125" cy="10675"/>
            </a:xfrm>
            <a:custGeom>
              <a:avLst/>
              <a:gdLst/>
              <a:ahLst/>
              <a:cxnLst/>
              <a:rect l="l" t="t" r="r" b="b"/>
              <a:pathLst>
                <a:path w="11405" h="427" fill="none" extrusionOk="0">
                  <a:moveTo>
                    <a:pt x="11404" y="426"/>
                  </a:moveTo>
                  <a:cubicBezTo>
                    <a:pt x="7495" y="0"/>
                    <a:pt x="3886" y="201"/>
                    <a:pt x="1" y="5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3340375" y="2379100"/>
              <a:ext cx="104650" cy="267575"/>
            </a:xfrm>
            <a:custGeom>
              <a:avLst/>
              <a:gdLst/>
              <a:ahLst/>
              <a:cxnLst/>
              <a:rect l="l" t="t" r="r" b="b"/>
              <a:pathLst>
                <a:path w="4186" h="10703" fill="none" extrusionOk="0">
                  <a:moveTo>
                    <a:pt x="0" y="1"/>
                  </a:moveTo>
                  <a:cubicBezTo>
                    <a:pt x="1780" y="3409"/>
                    <a:pt x="2833" y="7043"/>
                    <a:pt x="4186" y="1070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3267075" y="2458675"/>
              <a:ext cx="268175" cy="94000"/>
            </a:xfrm>
            <a:custGeom>
              <a:avLst/>
              <a:gdLst/>
              <a:ahLst/>
              <a:cxnLst/>
              <a:rect l="l" t="t" r="r" b="b"/>
              <a:pathLst>
                <a:path w="10727" h="3760" fill="none" extrusionOk="0">
                  <a:moveTo>
                    <a:pt x="0" y="3760"/>
                  </a:moveTo>
                  <a:cubicBezTo>
                    <a:pt x="2231" y="3184"/>
                    <a:pt x="4361" y="2181"/>
                    <a:pt x="6516" y="1379"/>
                  </a:cubicBezTo>
                  <a:cubicBezTo>
                    <a:pt x="8346" y="702"/>
                    <a:pt x="8897" y="677"/>
                    <a:pt x="10727" y="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3276475" y="2451775"/>
              <a:ext cx="257525" cy="112825"/>
            </a:xfrm>
            <a:custGeom>
              <a:avLst/>
              <a:gdLst/>
              <a:ahLst/>
              <a:cxnLst/>
              <a:rect l="l" t="t" r="r" b="b"/>
              <a:pathLst>
                <a:path w="10301" h="4513" fill="none" extrusionOk="0">
                  <a:moveTo>
                    <a:pt x="0" y="1"/>
                  </a:moveTo>
                  <a:cubicBezTo>
                    <a:pt x="2281" y="1028"/>
                    <a:pt x="4712" y="1680"/>
                    <a:pt x="6867" y="2908"/>
                  </a:cubicBezTo>
                  <a:cubicBezTo>
                    <a:pt x="8045" y="3535"/>
                    <a:pt x="9098" y="4011"/>
                    <a:pt x="10301" y="451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3329100" y="2385375"/>
              <a:ext cx="120325" cy="258800"/>
            </a:xfrm>
            <a:custGeom>
              <a:avLst/>
              <a:gdLst/>
              <a:ahLst/>
              <a:cxnLst/>
              <a:rect l="l" t="t" r="r" b="b"/>
              <a:pathLst>
                <a:path w="4813" h="10352" fill="none" extrusionOk="0">
                  <a:moveTo>
                    <a:pt x="4812" y="0"/>
                  </a:moveTo>
                  <a:cubicBezTo>
                    <a:pt x="2883" y="3434"/>
                    <a:pt x="1654" y="6842"/>
                    <a:pt x="0" y="1035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3327850" y="2438625"/>
              <a:ext cx="133475" cy="132850"/>
            </a:xfrm>
            <a:custGeom>
              <a:avLst/>
              <a:gdLst/>
              <a:ahLst/>
              <a:cxnLst/>
              <a:rect l="l" t="t" r="r" b="b"/>
              <a:pathLst>
                <a:path w="5339" h="5314" extrusionOk="0">
                  <a:moveTo>
                    <a:pt x="4887" y="1830"/>
                  </a:moveTo>
                  <a:cubicBezTo>
                    <a:pt x="5339" y="3058"/>
                    <a:pt x="4712" y="4412"/>
                    <a:pt x="3484" y="4863"/>
                  </a:cubicBezTo>
                  <a:cubicBezTo>
                    <a:pt x="2281" y="5314"/>
                    <a:pt x="928" y="4687"/>
                    <a:pt x="451" y="3484"/>
                  </a:cubicBezTo>
                  <a:cubicBezTo>
                    <a:pt x="0" y="2256"/>
                    <a:pt x="627" y="903"/>
                    <a:pt x="1855" y="452"/>
                  </a:cubicBezTo>
                  <a:cubicBezTo>
                    <a:pt x="3058" y="1"/>
                    <a:pt x="4411" y="602"/>
                    <a:pt x="4887" y="183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3358550" y="2469325"/>
              <a:ext cx="72075" cy="71450"/>
            </a:xfrm>
            <a:custGeom>
              <a:avLst/>
              <a:gdLst/>
              <a:ahLst/>
              <a:cxnLst/>
              <a:rect l="l" t="t" r="r" b="b"/>
              <a:pathLst>
                <a:path w="2883" h="2858" extrusionOk="0">
                  <a:moveTo>
                    <a:pt x="2632" y="978"/>
                  </a:moveTo>
                  <a:cubicBezTo>
                    <a:pt x="2882" y="1630"/>
                    <a:pt x="2532" y="2382"/>
                    <a:pt x="1880" y="2607"/>
                  </a:cubicBezTo>
                  <a:cubicBezTo>
                    <a:pt x="1228" y="2858"/>
                    <a:pt x="502" y="2532"/>
                    <a:pt x="251" y="1880"/>
                  </a:cubicBezTo>
                  <a:cubicBezTo>
                    <a:pt x="0" y="1204"/>
                    <a:pt x="326" y="477"/>
                    <a:pt x="1003" y="226"/>
                  </a:cubicBezTo>
                  <a:cubicBezTo>
                    <a:pt x="1654" y="1"/>
                    <a:pt x="2381" y="326"/>
                    <a:pt x="2632" y="9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" name="Google Shape;99;p2"/>
          <p:cNvGrpSpPr/>
          <p:nvPr/>
        </p:nvGrpSpPr>
        <p:grpSpPr>
          <a:xfrm>
            <a:off x="2071475" y="615963"/>
            <a:ext cx="166675" cy="168575"/>
            <a:chOff x="4954425" y="2036375"/>
            <a:chExt cx="166675" cy="168575"/>
          </a:xfrm>
        </p:grpSpPr>
        <p:sp>
          <p:nvSpPr>
            <p:cNvPr id="100" name="Google Shape;100;p2"/>
            <p:cNvSpPr/>
            <p:nvPr/>
          </p:nvSpPr>
          <p:spPr>
            <a:xfrm>
              <a:off x="4954425" y="2036375"/>
              <a:ext cx="166675" cy="168575"/>
            </a:xfrm>
            <a:custGeom>
              <a:avLst/>
              <a:gdLst/>
              <a:ahLst/>
              <a:cxnLst/>
              <a:rect l="l" t="t" r="r" b="b"/>
              <a:pathLst>
                <a:path w="6667" h="6743" extrusionOk="0">
                  <a:moveTo>
                    <a:pt x="1930" y="3584"/>
                  </a:moveTo>
                  <a:cubicBezTo>
                    <a:pt x="0" y="2882"/>
                    <a:pt x="1529" y="1178"/>
                    <a:pt x="2607" y="2306"/>
                  </a:cubicBezTo>
                  <a:cubicBezTo>
                    <a:pt x="2231" y="0"/>
                    <a:pt x="4712" y="802"/>
                    <a:pt x="3935" y="2406"/>
                  </a:cubicBezTo>
                  <a:cubicBezTo>
                    <a:pt x="5088" y="877"/>
                    <a:pt x="6667" y="2506"/>
                    <a:pt x="4812" y="3384"/>
                  </a:cubicBezTo>
                  <a:cubicBezTo>
                    <a:pt x="6617" y="3885"/>
                    <a:pt x="5940" y="5464"/>
                    <a:pt x="4386" y="4837"/>
                  </a:cubicBezTo>
                  <a:cubicBezTo>
                    <a:pt x="4386" y="6742"/>
                    <a:pt x="2431" y="6517"/>
                    <a:pt x="2757" y="4787"/>
                  </a:cubicBezTo>
                  <a:cubicBezTo>
                    <a:pt x="1203" y="6141"/>
                    <a:pt x="151" y="4311"/>
                    <a:pt x="1930" y="3584"/>
                  </a:cubicBezTo>
                  <a:cubicBezTo>
                    <a:pt x="1755" y="3509"/>
                    <a:pt x="1830" y="3634"/>
                    <a:pt x="1930" y="358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5008925" y="2104675"/>
              <a:ext cx="52650" cy="40750"/>
            </a:xfrm>
            <a:custGeom>
              <a:avLst/>
              <a:gdLst/>
              <a:ahLst/>
              <a:cxnLst/>
              <a:rect l="l" t="t" r="r" b="b"/>
              <a:pathLst>
                <a:path w="2106" h="1630" extrusionOk="0">
                  <a:moveTo>
                    <a:pt x="1053" y="0"/>
                  </a:moveTo>
                  <a:cubicBezTo>
                    <a:pt x="1" y="0"/>
                    <a:pt x="1" y="1629"/>
                    <a:pt x="1053" y="1629"/>
                  </a:cubicBezTo>
                  <a:cubicBezTo>
                    <a:pt x="2106" y="1629"/>
                    <a:pt x="2106" y="0"/>
                    <a:pt x="10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" name="Google Shape;102;p2"/>
          <p:cNvSpPr/>
          <p:nvPr/>
        </p:nvSpPr>
        <p:spPr>
          <a:xfrm>
            <a:off x="7571875" y="991013"/>
            <a:ext cx="119125" cy="81200"/>
          </a:xfrm>
          <a:custGeom>
            <a:avLst/>
            <a:gdLst/>
            <a:ahLst/>
            <a:cxnLst/>
            <a:rect l="l" t="t" r="r" b="b"/>
            <a:pathLst>
              <a:path w="4765" h="3248" extrusionOk="0">
                <a:moveTo>
                  <a:pt x="2253" y="0"/>
                </a:moveTo>
                <a:cubicBezTo>
                  <a:pt x="255" y="0"/>
                  <a:pt x="1" y="2834"/>
                  <a:pt x="2006" y="3221"/>
                </a:cubicBezTo>
                <a:cubicBezTo>
                  <a:pt x="2122" y="3239"/>
                  <a:pt x="2233" y="3247"/>
                  <a:pt x="2340" y="3247"/>
                </a:cubicBezTo>
                <a:cubicBezTo>
                  <a:pt x="4296" y="3247"/>
                  <a:pt x="4764" y="345"/>
                  <a:pt x="2483" y="12"/>
                </a:cubicBezTo>
                <a:cubicBezTo>
                  <a:pt x="2404" y="4"/>
                  <a:pt x="2327" y="0"/>
                  <a:pt x="225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1821125" y="1284625"/>
            <a:ext cx="119125" cy="81200"/>
          </a:xfrm>
          <a:custGeom>
            <a:avLst/>
            <a:gdLst/>
            <a:ahLst/>
            <a:cxnLst/>
            <a:rect l="l" t="t" r="r" b="b"/>
            <a:pathLst>
              <a:path w="4765" h="3248" extrusionOk="0">
                <a:moveTo>
                  <a:pt x="2253" y="1"/>
                </a:moveTo>
                <a:cubicBezTo>
                  <a:pt x="255" y="1"/>
                  <a:pt x="1" y="2834"/>
                  <a:pt x="2007" y="3221"/>
                </a:cubicBezTo>
                <a:cubicBezTo>
                  <a:pt x="2122" y="3239"/>
                  <a:pt x="2233" y="3248"/>
                  <a:pt x="2340" y="3248"/>
                </a:cubicBezTo>
                <a:cubicBezTo>
                  <a:pt x="4296" y="3248"/>
                  <a:pt x="4764" y="346"/>
                  <a:pt x="2483" y="13"/>
                </a:cubicBezTo>
                <a:cubicBezTo>
                  <a:pt x="2404" y="5"/>
                  <a:pt x="2327" y="1"/>
                  <a:pt x="225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1018050" y="1000650"/>
            <a:ext cx="87000" cy="61925"/>
          </a:xfrm>
          <a:custGeom>
            <a:avLst/>
            <a:gdLst/>
            <a:ahLst/>
            <a:cxnLst/>
            <a:rect l="l" t="t" r="r" b="b"/>
            <a:pathLst>
              <a:path w="3480" h="2477" extrusionOk="0">
                <a:moveTo>
                  <a:pt x="2112" y="1"/>
                </a:moveTo>
                <a:cubicBezTo>
                  <a:pt x="1992" y="1"/>
                  <a:pt x="1862" y="18"/>
                  <a:pt x="1722" y="57"/>
                </a:cubicBezTo>
                <a:cubicBezTo>
                  <a:pt x="1690" y="55"/>
                  <a:pt x="1659" y="54"/>
                  <a:pt x="1628" y="54"/>
                </a:cubicBezTo>
                <a:cubicBezTo>
                  <a:pt x="35" y="54"/>
                  <a:pt x="1" y="2476"/>
                  <a:pt x="1610" y="2476"/>
                </a:cubicBezTo>
                <a:cubicBezTo>
                  <a:pt x="1678" y="2476"/>
                  <a:pt x="1748" y="2472"/>
                  <a:pt x="1822" y="2463"/>
                </a:cubicBezTo>
                <a:cubicBezTo>
                  <a:pt x="3480" y="2279"/>
                  <a:pt x="3466" y="1"/>
                  <a:pt x="211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"/>
          <p:cNvSpPr/>
          <p:nvPr/>
        </p:nvSpPr>
        <p:spPr>
          <a:xfrm rot="9553842">
            <a:off x="2124651" y="4191357"/>
            <a:ext cx="60324" cy="43049"/>
          </a:xfrm>
          <a:custGeom>
            <a:avLst/>
            <a:gdLst/>
            <a:ahLst/>
            <a:cxnLst/>
            <a:rect l="l" t="t" r="r" b="b"/>
            <a:pathLst>
              <a:path w="2413" h="1722" extrusionOk="0">
                <a:moveTo>
                  <a:pt x="1429" y="1"/>
                </a:moveTo>
                <a:cubicBezTo>
                  <a:pt x="1351" y="1"/>
                  <a:pt x="1268" y="12"/>
                  <a:pt x="1179" y="34"/>
                </a:cubicBezTo>
                <a:cubicBezTo>
                  <a:pt x="1156" y="33"/>
                  <a:pt x="1133" y="32"/>
                  <a:pt x="1110" y="32"/>
                </a:cubicBezTo>
                <a:cubicBezTo>
                  <a:pt x="20" y="32"/>
                  <a:pt x="1" y="1722"/>
                  <a:pt x="1114" y="1722"/>
                </a:cubicBezTo>
                <a:cubicBezTo>
                  <a:pt x="1159" y="1722"/>
                  <a:pt x="1206" y="1719"/>
                  <a:pt x="1254" y="1714"/>
                </a:cubicBezTo>
                <a:cubicBezTo>
                  <a:pt x="2412" y="1575"/>
                  <a:pt x="2372" y="1"/>
                  <a:pt x="142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7527700" y="4181913"/>
            <a:ext cx="87000" cy="61925"/>
          </a:xfrm>
          <a:custGeom>
            <a:avLst/>
            <a:gdLst/>
            <a:ahLst/>
            <a:cxnLst/>
            <a:rect l="l" t="t" r="r" b="b"/>
            <a:pathLst>
              <a:path w="3480" h="2477" extrusionOk="0">
                <a:moveTo>
                  <a:pt x="2112" y="1"/>
                </a:moveTo>
                <a:cubicBezTo>
                  <a:pt x="1992" y="1"/>
                  <a:pt x="1862" y="18"/>
                  <a:pt x="1722" y="57"/>
                </a:cubicBezTo>
                <a:cubicBezTo>
                  <a:pt x="1690" y="55"/>
                  <a:pt x="1659" y="54"/>
                  <a:pt x="1628" y="54"/>
                </a:cubicBezTo>
                <a:cubicBezTo>
                  <a:pt x="35" y="54"/>
                  <a:pt x="1" y="2476"/>
                  <a:pt x="1610" y="2476"/>
                </a:cubicBezTo>
                <a:cubicBezTo>
                  <a:pt x="1678" y="2476"/>
                  <a:pt x="1748" y="2472"/>
                  <a:pt x="1822" y="2463"/>
                </a:cubicBezTo>
                <a:cubicBezTo>
                  <a:pt x="3480" y="2279"/>
                  <a:pt x="3466" y="1"/>
                  <a:pt x="211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1104175" y="3709075"/>
            <a:ext cx="119125" cy="81200"/>
          </a:xfrm>
          <a:custGeom>
            <a:avLst/>
            <a:gdLst/>
            <a:ahLst/>
            <a:cxnLst/>
            <a:rect l="l" t="t" r="r" b="b"/>
            <a:pathLst>
              <a:path w="4765" h="3248" extrusionOk="0">
                <a:moveTo>
                  <a:pt x="2253" y="1"/>
                </a:moveTo>
                <a:cubicBezTo>
                  <a:pt x="255" y="1"/>
                  <a:pt x="1" y="2834"/>
                  <a:pt x="2007" y="3221"/>
                </a:cubicBezTo>
                <a:cubicBezTo>
                  <a:pt x="2122" y="3239"/>
                  <a:pt x="2233" y="3248"/>
                  <a:pt x="2340" y="3248"/>
                </a:cubicBezTo>
                <a:cubicBezTo>
                  <a:pt x="4296" y="3248"/>
                  <a:pt x="4764" y="346"/>
                  <a:pt x="2483" y="13"/>
                </a:cubicBezTo>
                <a:cubicBezTo>
                  <a:pt x="2404" y="5"/>
                  <a:pt x="2327" y="1"/>
                  <a:pt x="225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" name="Google Shape;108;p2"/>
          <p:cNvGrpSpPr/>
          <p:nvPr/>
        </p:nvGrpSpPr>
        <p:grpSpPr>
          <a:xfrm>
            <a:off x="6355050" y="709650"/>
            <a:ext cx="291375" cy="281375"/>
            <a:chOff x="3243875" y="2372825"/>
            <a:chExt cx="291375" cy="281375"/>
          </a:xfrm>
        </p:grpSpPr>
        <p:sp>
          <p:nvSpPr>
            <p:cNvPr id="109" name="Google Shape;109;p2"/>
            <p:cNvSpPr/>
            <p:nvPr/>
          </p:nvSpPr>
          <p:spPr>
            <a:xfrm>
              <a:off x="3287125" y="2403550"/>
              <a:ext cx="205525" cy="200525"/>
            </a:xfrm>
            <a:custGeom>
              <a:avLst/>
              <a:gdLst/>
              <a:ahLst/>
              <a:cxnLst/>
              <a:rect l="l" t="t" r="r" b="b"/>
              <a:pathLst>
                <a:path w="8221" h="8021" fill="none" extrusionOk="0">
                  <a:moveTo>
                    <a:pt x="8221" y="0"/>
                  </a:moveTo>
                  <a:cubicBezTo>
                    <a:pt x="5765" y="2982"/>
                    <a:pt x="2807" y="5338"/>
                    <a:pt x="0" y="802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3304025" y="2403550"/>
              <a:ext cx="191125" cy="210550"/>
            </a:xfrm>
            <a:custGeom>
              <a:avLst/>
              <a:gdLst/>
              <a:ahLst/>
              <a:cxnLst/>
              <a:rect l="l" t="t" r="r" b="b"/>
              <a:pathLst>
                <a:path w="7645" h="8422" fill="none" extrusionOk="0">
                  <a:moveTo>
                    <a:pt x="1" y="0"/>
                  </a:moveTo>
                  <a:cubicBezTo>
                    <a:pt x="1404" y="1830"/>
                    <a:pt x="3159" y="3409"/>
                    <a:pt x="4738" y="5088"/>
                  </a:cubicBezTo>
                  <a:cubicBezTo>
                    <a:pt x="6066" y="6491"/>
                    <a:pt x="6292" y="6993"/>
                    <a:pt x="7645" y="842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3396775" y="2372825"/>
              <a:ext cx="10675" cy="281375"/>
            </a:xfrm>
            <a:custGeom>
              <a:avLst/>
              <a:gdLst/>
              <a:ahLst/>
              <a:cxnLst/>
              <a:rect l="l" t="t" r="r" b="b"/>
              <a:pathLst>
                <a:path w="427" h="11255" fill="none" extrusionOk="0">
                  <a:moveTo>
                    <a:pt x="150" y="1"/>
                  </a:moveTo>
                  <a:cubicBezTo>
                    <a:pt x="75" y="2507"/>
                    <a:pt x="426" y="5013"/>
                    <a:pt x="150" y="7470"/>
                  </a:cubicBezTo>
                  <a:cubicBezTo>
                    <a:pt x="25" y="8798"/>
                    <a:pt x="0" y="9951"/>
                    <a:pt x="0" y="11254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3243875" y="2495650"/>
              <a:ext cx="285125" cy="10675"/>
            </a:xfrm>
            <a:custGeom>
              <a:avLst/>
              <a:gdLst/>
              <a:ahLst/>
              <a:cxnLst/>
              <a:rect l="l" t="t" r="r" b="b"/>
              <a:pathLst>
                <a:path w="11405" h="427" fill="none" extrusionOk="0">
                  <a:moveTo>
                    <a:pt x="11404" y="426"/>
                  </a:moveTo>
                  <a:cubicBezTo>
                    <a:pt x="7495" y="0"/>
                    <a:pt x="3886" y="201"/>
                    <a:pt x="1" y="5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3340375" y="2379100"/>
              <a:ext cx="104650" cy="267575"/>
            </a:xfrm>
            <a:custGeom>
              <a:avLst/>
              <a:gdLst/>
              <a:ahLst/>
              <a:cxnLst/>
              <a:rect l="l" t="t" r="r" b="b"/>
              <a:pathLst>
                <a:path w="4186" h="10703" fill="none" extrusionOk="0">
                  <a:moveTo>
                    <a:pt x="0" y="1"/>
                  </a:moveTo>
                  <a:cubicBezTo>
                    <a:pt x="1780" y="3409"/>
                    <a:pt x="2833" y="7043"/>
                    <a:pt x="4186" y="1070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3267075" y="2458675"/>
              <a:ext cx="268175" cy="94000"/>
            </a:xfrm>
            <a:custGeom>
              <a:avLst/>
              <a:gdLst/>
              <a:ahLst/>
              <a:cxnLst/>
              <a:rect l="l" t="t" r="r" b="b"/>
              <a:pathLst>
                <a:path w="10727" h="3760" fill="none" extrusionOk="0">
                  <a:moveTo>
                    <a:pt x="0" y="3760"/>
                  </a:moveTo>
                  <a:cubicBezTo>
                    <a:pt x="2231" y="3184"/>
                    <a:pt x="4361" y="2181"/>
                    <a:pt x="6516" y="1379"/>
                  </a:cubicBezTo>
                  <a:cubicBezTo>
                    <a:pt x="8346" y="702"/>
                    <a:pt x="8897" y="677"/>
                    <a:pt x="10727" y="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3276475" y="2451775"/>
              <a:ext cx="257525" cy="112825"/>
            </a:xfrm>
            <a:custGeom>
              <a:avLst/>
              <a:gdLst/>
              <a:ahLst/>
              <a:cxnLst/>
              <a:rect l="l" t="t" r="r" b="b"/>
              <a:pathLst>
                <a:path w="10301" h="4513" fill="none" extrusionOk="0">
                  <a:moveTo>
                    <a:pt x="0" y="1"/>
                  </a:moveTo>
                  <a:cubicBezTo>
                    <a:pt x="2281" y="1028"/>
                    <a:pt x="4712" y="1680"/>
                    <a:pt x="6867" y="2908"/>
                  </a:cubicBezTo>
                  <a:cubicBezTo>
                    <a:pt x="8045" y="3535"/>
                    <a:pt x="9098" y="4011"/>
                    <a:pt x="10301" y="451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329100" y="2385375"/>
              <a:ext cx="120325" cy="258800"/>
            </a:xfrm>
            <a:custGeom>
              <a:avLst/>
              <a:gdLst/>
              <a:ahLst/>
              <a:cxnLst/>
              <a:rect l="l" t="t" r="r" b="b"/>
              <a:pathLst>
                <a:path w="4813" h="10352" fill="none" extrusionOk="0">
                  <a:moveTo>
                    <a:pt x="4812" y="0"/>
                  </a:moveTo>
                  <a:cubicBezTo>
                    <a:pt x="2883" y="3434"/>
                    <a:pt x="1654" y="6842"/>
                    <a:pt x="0" y="1035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3327850" y="2438625"/>
              <a:ext cx="133475" cy="132850"/>
            </a:xfrm>
            <a:custGeom>
              <a:avLst/>
              <a:gdLst/>
              <a:ahLst/>
              <a:cxnLst/>
              <a:rect l="l" t="t" r="r" b="b"/>
              <a:pathLst>
                <a:path w="5339" h="5314" extrusionOk="0">
                  <a:moveTo>
                    <a:pt x="4887" y="1830"/>
                  </a:moveTo>
                  <a:cubicBezTo>
                    <a:pt x="5339" y="3058"/>
                    <a:pt x="4712" y="4412"/>
                    <a:pt x="3484" y="4863"/>
                  </a:cubicBezTo>
                  <a:cubicBezTo>
                    <a:pt x="2281" y="5314"/>
                    <a:pt x="928" y="4687"/>
                    <a:pt x="451" y="3484"/>
                  </a:cubicBezTo>
                  <a:cubicBezTo>
                    <a:pt x="0" y="2256"/>
                    <a:pt x="627" y="903"/>
                    <a:pt x="1855" y="452"/>
                  </a:cubicBezTo>
                  <a:cubicBezTo>
                    <a:pt x="3058" y="1"/>
                    <a:pt x="4411" y="602"/>
                    <a:pt x="4887" y="183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3358550" y="2469325"/>
              <a:ext cx="72075" cy="71450"/>
            </a:xfrm>
            <a:custGeom>
              <a:avLst/>
              <a:gdLst/>
              <a:ahLst/>
              <a:cxnLst/>
              <a:rect l="l" t="t" r="r" b="b"/>
              <a:pathLst>
                <a:path w="2883" h="2858" extrusionOk="0">
                  <a:moveTo>
                    <a:pt x="2632" y="978"/>
                  </a:moveTo>
                  <a:cubicBezTo>
                    <a:pt x="2882" y="1630"/>
                    <a:pt x="2532" y="2382"/>
                    <a:pt x="1880" y="2607"/>
                  </a:cubicBezTo>
                  <a:cubicBezTo>
                    <a:pt x="1228" y="2858"/>
                    <a:pt x="502" y="2532"/>
                    <a:pt x="251" y="1880"/>
                  </a:cubicBezTo>
                  <a:cubicBezTo>
                    <a:pt x="0" y="1204"/>
                    <a:pt x="326" y="477"/>
                    <a:pt x="1003" y="226"/>
                  </a:cubicBezTo>
                  <a:cubicBezTo>
                    <a:pt x="1654" y="1"/>
                    <a:pt x="2381" y="326"/>
                    <a:pt x="2632" y="9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" name="Google Shape;119;p2"/>
          <p:cNvGrpSpPr/>
          <p:nvPr/>
        </p:nvGrpSpPr>
        <p:grpSpPr>
          <a:xfrm>
            <a:off x="1105050" y="4149150"/>
            <a:ext cx="444275" cy="398525"/>
            <a:chOff x="2495125" y="2142250"/>
            <a:chExt cx="444275" cy="398525"/>
          </a:xfrm>
        </p:grpSpPr>
        <p:sp>
          <p:nvSpPr>
            <p:cNvPr id="120" name="Google Shape;120;p2"/>
            <p:cNvSpPr/>
            <p:nvPr/>
          </p:nvSpPr>
          <p:spPr>
            <a:xfrm>
              <a:off x="2495125" y="2142250"/>
              <a:ext cx="444275" cy="398525"/>
            </a:xfrm>
            <a:custGeom>
              <a:avLst/>
              <a:gdLst/>
              <a:ahLst/>
              <a:cxnLst/>
              <a:rect l="l" t="t" r="r" b="b"/>
              <a:pathLst>
                <a:path w="17771" h="15941" extrusionOk="0">
                  <a:moveTo>
                    <a:pt x="6542" y="6116"/>
                  </a:moveTo>
                  <a:cubicBezTo>
                    <a:pt x="4437" y="1154"/>
                    <a:pt x="10201" y="1"/>
                    <a:pt x="9224" y="5866"/>
                  </a:cubicBezTo>
                  <a:cubicBezTo>
                    <a:pt x="11780" y="1003"/>
                    <a:pt x="16367" y="6718"/>
                    <a:pt x="10452" y="8021"/>
                  </a:cubicBezTo>
                  <a:cubicBezTo>
                    <a:pt x="17770" y="9525"/>
                    <a:pt x="12382" y="15139"/>
                    <a:pt x="9600" y="9976"/>
                  </a:cubicBezTo>
                  <a:cubicBezTo>
                    <a:pt x="11204" y="15891"/>
                    <a:pt x="5941" y="15941"/>
                    <a:pt x="7068" y="10252"/>
                  </a:cubicBezTo>
                  <a:cubicBezTo>
                    <a:pt x="4662" y="15565"/>
                    <a:pt x="1" y="11555"/>
                    <a:pt x="5414" y="8597"/>
                  </a:cubicBezTo>
                  <a:cubicBezTo>
                    <a:pt x="276" y="8597"/>
                    <a:pt x="1830" y="2031"/>
                    <a:pt x="6542" y="6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2655525" y="2307050"/>
              <a:ext cx="94650" cy="73325"/>
            </a:xfrm>
            <a:custGeom>
              <a:avLst/>
              <a:gdLst/>
              <a:ahLst/>
              <a:cxnLst/>
              <a:rect l="l" t="t" r="r" b="b"/>
              <a:pathLst>
                <a:path w="3786" h="2933" extrusionOk="0">
                  <a:moveTo>
                    <a:pt x="1906" y="0"/>
                  </a:moveTo>
                  <a:cubicBezTo>
                    <a:pt x="1" y="0"/>
                    <a:pt x="1" y="2933"/>
                    <a:pt x="1906" y="2933"/>
                  </a:cubicBezTo>
                  <a:cubicBezTo>
                    <a:pt x="3785" y="2933"/>
                    <a:pt x="3785" y="0"/>
                    <a:pt x="19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" name="Google Shape;122;p2"/>
          <p:cNvGrpSpPr/>
          <p:nvPr/>
        </p:nvGrpSpPr>
        <p:grpSpPr>
          <a:xfrm>
            <a:off x="6975800" y="4368950"/>
            <a:ext cx="291375" cy="281375"/>
            <a:chOff x="3243875" y="2372825"/>
            <a:chExt cx="291375" cy="281375"/>
          </a:xfrm>
        </p:grpSpPr>
        <p:sp>
          <p:nvSpPr>
            <p:cNvPr id="123" name="Google Shape;123;p2"/>
            <p:cNvSpPr/>
            <p:nvPr/>
          </p:nvSpPr>
          <p:spPr>
            <a:xfrm>
              <a:off x="3287125" y="2403550"/>
              <a:ext cx="205525" cy="200525"/>
            </a:xfrm>
            <a:custGeom>
              <a:avLst/>
              <a:gdLst/>
              <a:ahLst/>
              <a:cxnLst/>
              <a:rect l="l" t="t" r="r" b="b"/>
              <a:pathLst>
                <a:path w="8221" h="8021" fill="none" extrusionOk="0">
                  <a:moveTo>
                    <a:pt x="8221" y="0"/>
                  </a:moveTo>
                  <a:cubicBezTo>
                    <a:pt x="5765" y="2982"/>
                    <a:pt x="2807" y="5338"/>
                    <a:pt x="0" y="802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3304025" y="2403550"/>
              <a:ext cx="191125" cy="210550"/>
            </a:xfrm>
            <a:custGeom>
              <a:avLst/>
              <a:gdLst/>
              <a:ahLst/>
              <a:cxnLst/>
              <a:rect l="l" t="t" r="r" b="b"/>
              <a:pathLst>
                <a:path w="7645" h="8422" fill="none" extrusionOk="0">
                  <a:moveTo>
                    <a:pt x="1" y="0"/>
                  </a:moveTo>
                  <a:cubicBezTo>
                    <a:pt x="1404" y="1830"/>
                    <a:pt x="3159" y="3409"/>
                    <a:pt x="4738" y="5088"/>
                  </a:cubicBezTo>
                  <a:cubicBezTo>
                    <a:pt x="6066" y="6491"/>
                    <a:pt x="6292" y="6993"/>
                    <a:pt x="7645" y="842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3396775" y="2372825"/>
              <a:ext cx="10675" cy="281375"/>
            </a:xfrm>
            <a:custGeom>
              <a:avLst/>
              <a:gdLst/>
              <a:ahLst/>
              <a:cxnLst/>
              <a:rect l="l" t="t" r="r" b="b"/>
              <a:pathLst>
                <a:path w="427" h="11255" fill="none" extrusionOk="0">
                  <a:moveTo>
                    <a:pt x="150" y="1"/>
                  </a:moveTo>
                  <a:cubicBezTo>
                    <a:pt x="75" y="2507"/>
                    <a:pt x="426" y="5013"/>
                    <a:pt x="150" y="7470"/>
                  </a:cubicBezTo>
                  <a:cubicBezTo>
                    <a:pt x="25" y="8798"/>
                    <a:pt x="0" y="9951"/>
                    <a:pt x="0" y="11254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3243875" y="2495650"/>
              <a:ext cx="285125" cy="10675"/>
            </a:xfrm>
            <a:custGeom>
              <a:avLst/>
              <a:gdLst/>
              <a:ahLst/>
              <a:cxnLst/>
              <a:rect l="l" t="t" r="r" b="b"/>
              <a:pathLst>
                <a:path w="11405" h="427" fill="none" extrusionOk="0">
                  <a:moveTo>
                    <a:pt x="11404" y="426"/>
                  </a:moveTo>
                  <a:cubicBezTo>
                    <a:pt x="7495" y="0"/>
                    <a:pt x="3886" y="201"/>
                    <a:pt x="1" y="5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3340375" y="2379100"/>
              <a:ext cx="104650" cy="267575"/>
            </a:xfrm>
            <a:custGeom>
              <a:avLst/>
              <a:gdLst/>
              <a:ahLst/>
              <a:cxnLst/>
              <a:rect l="l" t="t" r="r" b="b"/>
              <a:pathLst>
                <a:path w="4186" h="10703" fill="none" extrusionOk="0">
                  <a:moveTo>
                    <a:pt x="0" y="1"/>
                  </a:moveTo>
                  <a:cubicBezTo>
                    <a:pt x="1780" y="3409"/>
                    <a:pt x="2833" y="7043"/>
                    <a:pt x="4186" y="1070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3267075" y="2458675"/>
              <a:ext cx="268175" cy="94000"/>
            </a:xfrm>
            <a:custGeom>
              <a:avLst/>
              <a:gdLst/>
              <a:ahLst/>
              <a:cxnLst/>
              <a:rect l="l" t="t" r="r" b="b"/>
              <a:pathLst>
                <a:path w="10727" h="3760" fill="none" extrusionOk="0">
                  <a:moveTo>
                    <a:pt x="0" y="3760"/>
                  </a:moveTo>
                  <a:cubicBezTo>
                    <a:pt x="2231" y="3184"/>
                    <a:pt x="4361" y="2181"/>
                    <a:pt x="6516" y="1379"/>
                  </a:cubicBezTo>
                  <a:cubicBezTo>
                    <a:pt x="8346" y="702"/>
                    <a:pt x="8897" y="677"/>
                    <a:pt x="10727" y="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3276475" y="2451775"/>
              <a:ext cx="257525" cy="112825"/>
            </a:xfrm>
            <a:custGeom>
              <a:avLst/>
              <a:gdLst/>
              <a:ahLst/>
              <a:cxnLst/>
              <a:rect l="l" t="t" r="r" b="b"/>
              <a:pathLst>
                <a:path w="10301" h="4513" fill="none" extrusionOk="0">
                  <a:moveTo>
                    <a:pt x="0" y="1"/>
                  </a:moveTo>
                  <a:cubicBezTo>
                    <a:pt x="2281" y="1028"/>
                    <a:pt x="4712" y="1680"/>
                    <a:pt x="6867" y="2908"/>
                  </a:cubicBezTo>
                  <a:cubicBezTo>
                    <a:pt x="8045" y="3535"/>
                    <a:pt x="9098" y="4011"/>
                    <a:pt x="10301" y="451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3329100" y="2385375"/>
              <a:ext cx="120325" cy="258800"/>
            </a:xfrm>
            <a:custGeom>
              <a:avLst/>
              <a:gdLst/>
              <a:ahLst/>
              <a:cxnLst/>
              <a:rect l="l" t="t" r="r" b="b"/>
              <a:pathLst>
                <a:path w="4813" h="10352" fill="none" extrusionOk="0">
                  <a:moveTo>
                    <a:pt x="4812" y="0"/>
                  </a:moveTo>
                  <a:cubicBezTo>
                    <a:pt x="2883" y="3434"/>
                    <a:pt x="1654" y="6842"/>
                    <a:pt x="0" y="1035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3327850" y="2438625"/>
              <a:ext cx="133475" cy="132850"/>
            </a:xfrm>
            <a:custGeom>
              <a:avLst/>
              <a:gdLst/>
              <a:ahLst/>
              <a:cxnLst/>
              <a:rect l="l" t="t" r="r" b="b"/>
              <a:pathLst>
                <a:path w="5339" h="5314" extrusionOk="0">
                  <a:moveTo>
                    <a:pt x="4887" y="1830"/>
                  </a:moveTo>
                  <a:cubicBezTo>
                    <a:pt x="5339" y="3058"/>
                    <a:pt x="4712" y="4412"/>
                    <a:pt x="3484" y="4863"/>
                  </a:cubicBezTo>
                  <a:cubicBezTo>
                    <a:pt x="2281" y="5314"/>
                    <a:pt x="928" y="4687"/>
                    <a:pt x="451" y="3484"/>
                  </a:cubicBezTo>
                  <a:cubicBezTo>
                    <a:pt x="0" y="2256"/>
                    <a:pt x="627" y="903"/>
                    <a:pt x="1855" y="452"/>
                  </a:cubicBezTo>
                  <a:cubicBezTo>
                    <a:pt x="3058" y="1"/>
                    <a:pt x="4411" y="602"/>
                    <a:pt x="4887" y="183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3358550" y="2469325"/>
              <a:ext cx="72075" cy="71450"/>
            </a:xfrm>
            <a:custGeom>
              <a:avLst/>
              <a:gdLst/>
              <a:ahLst/>
              <a:cxnLst/>
              <a:rect l="l" t="t" r="r" b="b"/>
              <a:pathLst>
                <a:path w="2883" h="2858" extrusionOk="0">
                  <a:moveTo>
                    <a:pt x="2632" y="978"/>
                  </a:moveTo>
                  <a:cubicBezTo>
                    <a:pt x="2882" y="1630"/>
                    <a:pt x="2532" y="2382"/>
                    <a:pt x="1880" y="2607"/>
                  </a:cubicBezTo>
                  <a:cubicBezTo>
                    <a:pt x="1228" y="2858"/>
                    <a:pt x="502" y="2532"/>
                    <a:pt x="251" y="1880"/>
                  </a:cubicBezTo>
                  <a:cubicBezTo>
                    <a:pt x="0" y="1204"/>
                    <a:pt x="326" y="477"/>
                    <a:pt x="1003" y="226"/>
                  </a:cubicBezTo>
                  <a:cubicBezTo>
                    <a:pt x="1654" y="1"/>
                    <a:pt x="2381" y="326"/>
                    <a:pt x="2632" y="9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/>
          <p:nvPr/>
        </p:nvSpPr>
        <p:spPr>
          <a:xfrm>
            <a:off x="395925" y="291324"/>
            <a:ext cx="8336062" cy="4788281"/>
          </a:xfrm>
          <a:custGeom>
            <a:avLst/>
            <a:gdLst/>
            <a:ahLst/>
            <a:cxnLst/>
            <a:rect l="l" t="t" r="r" b="b"/>
            <a:pathLst>
              <a:path w="257584" h="146846" extrusionOk="0">
                <a:moveTo>
                  <a:pt x="7146" y="1"/>
                </a:moveTo>
                <a:cubicBezTo>
                  <a:pt x="3214" y="1"/>
                  <a:pt x="1" y="3214"/>
                  <a:pt x="1" y="7146"/>
                </a:cubicBezTo>
                <a:lnTo>
                  <a:pt x="1" y="139700"/>
                </a:lnTo>
                <a:cubicBezTo>
                  <a:pt x="1" y="143632"/>
                  <a:pt x="3214" y="146845"/>
                  <a:pt x="7146" y="146845"/>
                </a:cubicBezTo>
                <a:lnTo>
                  <a:pt x="250438" y="146845"/>
                </a:lnTo>
                <a:cubicBezTo>
                  <a:pt x="254408" y="146845"/>
                  <a:pt x="257584" y="143632"/>
                  <a:pt x="257584" y="139700"/>
                </a:cubicBezTo>
                <a:lnTo>
                  <a:pt x="257584" y="7146"/>
                </a:lnTo>
                <a:cubicBezTo>
                  <a:pt x="257584" y="3214"/>
                  <a:pt x="254408" y="1"/>
                  <a:pt x="250438" y="1"/>
                </a:cubicBezTo>
                <a:close/>
              </a:path>
            </a:pathLst>
          </a:custGeom>
          <a:solidFill>
            <a:srgbClr val="595959">
              <a:alpha val="14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" name="Google Shape;135;p3"/>
          <p:cNvGrpSpPr/>
          <p:nvPr/>
        </p:nvGrpSpPr>
        <p:grpSpPr>
          <a:xfrm>
            <a:off x="395894" y="219519"/>
            <a:ext cx="8518865" cy="4788281"/>
            <a:chOff x="395894" y="219519"/>
            <a:chExt cx="8518865" cy="4788281"/>
          </a:xfrm>
        </p:grpSpPr>
        <p:sp>
          <p:nvSpPr>
            <p:cNvPr id="136" name="Google Shape;136;p3"/>
            <p:cNvSpPr/>
            <p:nvPr/>
          </p:nvSpPr>
          <p:spPr>
            <a:xfrm>
              <a:off x="661185" y="219519"/>
              <a:ext cx="8068819" cy="4788281"/>
            </a:xfrm>
            <a:custGeom>
              <a:avLst/>
              <a:gdLst/>
              <a:ahLst/>
              <a:cxnLst/>
              <a:rect l="l" t="t" r="r" b="b"/>
              <a:pathLst>
                <a:path w="257584" h="146846" extrusionOk="0">
                  <a:moveTo>
                    <a:pt x="7146" y="1"/>
                  </a:moveTo>
                  <a:cubicBezTo>
                    <a:pt x="3214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214" y="146845"/>
                    <a:pt x="7146" y="146845"/>
                  </a:cubicBezTo>
                  <a:lnTo>
                    <a:pt x="250438" y="146845"/>
                  </a:lnTo>
                  <a:cubicBezTo>
                    <a:pt x="254408" y="146845"/>
                    <a:pt x="257584" y="143632"/>
                    <a:pt x="257584" y="139700"/>
                  </a:cubicBezTo>
                  <a:lnTo>
                    <a:pt x="257584" y="7146"/>
                  </a:lnTo>
                  <a:cubicBezTo>
                    <a:pt x="257584" y="3214"/>
                    <a:pt x="254408" y="1"/>
                    <a:pt x="250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7" name="Google Shape;137;p3"/>
            <p:cNvGrpSpPr/>
            <p:nvPr/>
          </p:nvGrpSpPr>
          <p:grpSpPr>
            <a:xfrm>
              <a:off x="8341543" y="2282008"/>
              <a:ext cx="569676" cy="380612"/>
              <a:chOff x="8341543" y="2282008"/>
              <a:chExt cx="569676" cy="380612"/>
            </a:xfrm>
          </p:grpSpPr>
          <p:sp>
            <p:nvSpPr>
              <p:cNvPr id="138" name="Google Shape;138;p3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0" name="Google Shape;140;p3"/>
            <p:cNvSpPr/>
            <p:nvPr/>
          </p:nvSpPr>
          <p:spPr>
            <a:xfrm>
              <a:off x="8341543" y="4447718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1" name="Google Shape;141;p3"/>
            <p:cNvGrpSpPr/>
            <p:nvPr/>
          </p:nvGrpSpPr>
          <p:grpSpPr>
            <a:xfrm>
              <a:off x="8341543" y="1721094"/>
              <a:ext cx="569676" cy="380612"/>
              <a:chOff x="8341543" y="1721094"/>
              <a:chExt cx="569676" cy="380612"/>
            </a:xfrm>
          </p:grpSpPr>
          <p:sp>
            <p:nvSpPr>
              <p:cNvPr id="142" name="Google Shape;142;p3"/>
              <p:cNvSpPr/>
              <p:nvPr/>
            </p:nvSpPr>
            <p:spPr>
              <a:xfrm>
                <a:off x="8341543" y="1800869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8341543" y="1721094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" name="Google Shape;144;p3"/>
            <p:cNvGrpSpPr/>
            <p:nvPr/>
          </p:nvGrpSpPr>
          <p:grpSpPr>
            <a:xfrm>
              <a:off x="8346273" y="1183592"/>
              <a:ext cx="568486" cy="388014"/>
              <a:chOff x="8346273" y="1183592"/>
              <a:chExt cx="568486" cy="388014"/>
            </a:xfrm>
          </p:grpSpPr>
          <p:sp>
            <p:nvSpPr>
              <p:cNvPr id="145" name="Google Shape;145;p3"/>
              <p:cNvSpPr/>
              <p:nvPr/>
            </p:nvSpPr>
            <p:spPr>
              <a:xfrm>
                <a:off x="8346273" y="1263367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3"/>
              <p:cNvSpPr/>
              <p:nvPr/>
            </p:nvSpPr>
            <p:spPr>
              <a:xfrm>
                <a:off x="8346273" y="1183592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7" name="Google Shape;147;p3"/>
            <p:cNvGrpSpPr/>
            <p:nvPr/>
          </p:nvGrpSpPr>
          <p:grpSpPr>
            <a:xfrm>
              <a:off x="8341543" y="606635"/>
              <a:ext cx="569676" cy="388014"/>
              <a:chOff x="8341543" y="606635"/>
              <a:chExt cx="569676" cy="388014"/>
            </a:xfrm>
          </p:grpSpPr>
          <p:sp>
            <p:nvSpPr>
              <p:cNvPr id="148" name="Google Shape;148;p3"/>
              <p:cNvSpPr/>
              <p:nvPr/>
            </p:nvSpPr>
            <p:spPr>
              <a:xfrm>
                <a:off x="8341543" y="686410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3"/>
              <p:cNvSpPr/>
              <p:nvPr/>
            </p:nvSpPr>
            <p:spPr>
              <a:xfrm>
                <a:off x="8341543" y="606635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" name="Google Shape;150;p3"/>
            <p:cNvGrpSpPr/>
            <p:nvPr/>
          </p:nvGrpSpPr>
          <p:grpSpPr>
            <a:xfrm>
              <a:off x="8341543" y="2842933"/>
              <a:ext cx="569676" cy="380612"/>
              <a:chOff x="8341543" y="2282008"/>
              <a:chExt cx="569676" cy="380612"/>
            </a:xfrm>
          </p:grpSpPr>
          <p:sp>
            <p:nvSpPr>
              <p:cNvPr id="151" name="Google Shape;151;p3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3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" name="Google Shape;153;p3"/>
            <p:cNvGrpSpPr/>
            <p:nvPr/>
          </p:nvGrpSpPr>
          <p:grpSpPr>
            <a:xfrm>
              <a:off x="8341543" y="3403858"/>
              <a:ext cx="569676" cy="380612"/>
              <a:chOff x="8341543" y="2282008"/>
              <a:chExt cx="569676" cy="380612"/>
            </a:xfrm>
          </p:grpSpPr>
          <p:sp>
            <p:nvSpPr>
              <p:cNvPr id="154" name="Google Shape;154;p3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3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6" name="Google Shape;156;p3"/>
            <p:cNvSpPr/>
            <p:nvPr/>
          </p:nvSpPr>
          <p:spPr>
            <a:xfrm>
              <a:off x="8341543" y="4367943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395894" y="219519"/>
              <a:ext cx="8053438" cy="4788281"/>
            </a:xfrm>
            <a:custGeom>
              <a:avLst/>
              <a:gdLst/>
              <a:ahLst/>
              <a:cxnLst/>
              <a:rect l="l" t="t" r="r" b="b"/>
              <a:pathLst>
                <a:path w="257093" h="146846" extrusionOk="0">
                  <a:moveTo>
                    <a:pt x="7146" y="1"/>
                  </a:moveTo>
                  <a:cubicBezTo>
                    <a:pt x="3177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177" y="146845"/>
                    <a:pt x="7146" y="146845"/>
                  </a:cubicBezTo>
                  <a:lnTo>
                    <a:pt x="249947" y="146845"/>
                  </a:lnTo>
                  <a:cubicBezTo>
                    <a:pt x="253879" y="146845"/>
                    <a:pt x="257093" y="143632"/>
                    <a:pt x="257093" y="139700"/>
                  </a:cubicBezTo>
                  <a:lnTo>
                    <a:pt x="257093" y="7146"/>
                  </a:lnTo>
                  <a:cubicBezTo>
                    <a:pt x="257093" y="3214"/>
                    <a:pt x="253879" y="1"/>
                    <a:pt x="2499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8" name="Google Shape;158;p3"/>
          <p:cNvSpPr/>
          <p:nvPr/>
        </p:nvSpPr>
        <p:spPr>
          <a:xfrm>
            <a:off x="546317" y="9419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281025" y="966589"/>
            <a:ext cx="324527" cy="82660"/>
          </a:xfrm>
          <a:custGeom>
            <a:avLst/>
            <a:gdLst/>
            <a:ahLst/>
            <a:cxnLst/>
            <a:rect l="l" t="t" r="r" b="b"/>
            <a:pathLst>
              <a:path w="10360" h="2535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3"/>
          <p:cNvSpPr/>
          <p:nvPr/>
        </p:nvSpPr>
        <p:spPr>
          <a:xfrm>
            <a:off x="304707" y="104921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605521" y="10072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3"/>
          <p:cNvSpPr/>
          <p:nvPr/>
        </p:nvSpPr>
        <p:spPr>
          <a:xfrm>
            <a:off x="546317" y="1298240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3"/>
                  <a:pt x="1286" y="4083"/>
                </a:cubicBezTo>
                <a:cubicBezTo>
                  <a:pt x="1966" y="4083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3"/>
          <p:cNvSpPr/>
          <p:nvPr/>
        </p:nvSpPr>
        <p:spPr>
          <a:xfrm>
            <a:off x="281025" y="132413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8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28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3"/>
          <p:cNvSpPr/>
          <p:nvPr/>
        </p:nvSpPr>
        <p:spPr>
          <a:xfrm>
            <a:off x="304707" y="14054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3"/>
          <p:cNvSpPr/>
          <p:nvPr/>
        </p:nvSpPr>
        <p:spPr>
          <a:xfrm>
            <a:off x="605521" y="136479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3"/>
          <p:cNvSpPr/>
          <p:nvPr/>
        </p:nvSpPr>
        <p:spPr>
          <a:xfrm>
            <a:off x="282216" y="133521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lnTo>
                  <a:pt x="10057" y="0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3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78" y="2118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3"/>
          <p:cNvSpPr/>
          <p:nvPr/>
        </p:nvSpPr>
        <p:spPr>
          <a:xfrm>
            <a:off x="546317" y="165574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04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04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3"/>
          <p:cNvSpPr/>
          <p:nvPr/>
        </p:nvSpPr>
        <p:spPr>
          <a:xfrm>
            <a:off x="281025" y="1680400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3"/>
          <p:cNvSpPr/>
          <p:nvPr/>
        </p:nvSpPr>
        <p:spPr>
          <a:xfrm>
            <a:off x="304707" y="1761756"/>
            <a:ext cx="32014" cy="1272"/>
          </a:xfrm>
          <a:custGeom>
            <a:avLst/>
            <a:gdLst/>
            <a:ahLst/>
            <a:cxnLst/>
            <a:rect l="l" t="t" r="r" b="b"/>
            <a:pathLst>
              <a:path w="1022" h="39" extrusionOk="0">
                <a:moveTo>
                  <a:pt x="1021" y="39"/>
                </a:moveTo>
                <a:lnTo>
                  <a:pt x="38" y="39"/>
                </a:lnTo>
                <a:cubicBezTo>
                  <a:pt x="38" y="39"/>
                  <a:pt x="38" y="39"/>
                  <a:pt x="38" y="39"/>
                </a:cubicBezTo>
                <a:cubicBezTo>
                  <a:pt x="38" y="39"/>
                  <a:pt x="38" y="39"/>
                  <a:pt x="38" y="39"/>
                </a:cubicBezTo>
                <a:lnTo>
                  <a:pt x="1021" y="39"/>
                </a:lnTo>
                <a:lnTo>
                  <a:pt x="102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cubicBezTo>
                  <a:pt x="1" y="39"/>
                  <a:pt x="1" y="39"/>
                  <a:pt x="1" y="1"/>
                </a:cubicBezTo>
                <a:cubicBezTo>
                  <a:pt x="1" y="39"/>
                  <a:pt x="1" y="39"/>
                  <a:pt x="1" y="39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3"/>
          <p:cNvSpPr/>
          <p:nvPr/>
        </p:nvSpPr>
        <p:spPr>
          <a:xfrm>
            <a:off x="605521" y="17210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3"/>
          <p:cNvSpPr/>
          <p:nvPr/>
        </p:nvSpPr>
        <p:spPr>
          <a:xfrm>
            <a:off x="282216" y="169148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03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38"/>
                  <a:pt x="0" y="1249"/>
                </a:cubicBezTo>
                <a:lnTo>
                  <a:pt x="0" y="1249"/>
                </a:lnTo>
                <a:cubicBezTo>
                  <a:pt x="76" y="1740"/>
                  <a:pt x="340" y="2156"/>
                  <a:pt x="719" y="2156"/>
                </a:cubicBezTo>
                <a:cubicBezTo>
                  <a:pt x="719" y="2194"/>
                  <a:pt x="719" y="2194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08"/>
                </a:cubicBez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3"/>
          <p:cNvSpPr/>
          <p:nvPr/>
        </p:nvSpPr>
        <p:spPr>
          <a:xfrm>
            <a:off x="546317" y="2012018"/>
            <a:ext cx="79378" cy="133202"/>
          </a:xfrm>
          <a:custGeom>
            <a:avLst/>
            <a:gdLst/>
            <a:ahLst/>
            <a:cxnLst/>
            <a:rect l="l" t="t" r="r" b="b"/>
            <a:pathLst>
              <a:path w="2534" h="4085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77"/>
                  <a:pt x="567" y="4084"/>
                  <a:pt x="1286" y="4084"/>
                </a:cubicBezTo>
                <a:cubicBezTo>
                  <a:pt x="1966" y="4084"/>
                  <a:pt x="2533" y="3177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3"/>
          <p:cNvSpPr/>
          <p:nvPr/>
        </p:nvSpPr>
        <p:spPr>
          <a:xfrm>
            <a:off x="281025" y="203790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3"/>
          <p:cNvSpPr/>
          <p:nvPr/>
        </p:nvSpPr>
        <p:spPr>
          <a:xfrm>
            <a:off x="304707" y="211929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3"/>
          <p:cNvSpPr/>
          <p:nvPr/>
        </p:nvSpPr>
        <p:spPr>
          <a:xfrm>
            <a:off x="605521" y="207736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"/>
          <p:cNvSpPr/>
          <p:nvPr/>
        </p:nvSpPr>
        <p:spPr>
          <a:xfrm>
            <a:off x="282216" y="204902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76"/>
                  <a:pt x="10095" y="189"/>
                  <a:pt x="10095" y="303"/>
                </a:cubicBezTo>
                <a:cubicBezTo>
                  <a:pt x="10095" y="983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10"/>
                </a:cubicBezTo>
                <a:lnTo>
                  <a:pt x="0" y="1210"/>
                </a:lnTo>
                <a:cubicBezTo>
                  <a:pt x="76" y="1739"/>
                  <a:pt x="340" y="2117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lnTo>
                  <a:pt x="10322" y="870"/>
                </a:ln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"/>
          <p:cNvSpPr/>
          <p:nvPr/>
        </p:nvSpPr>
        <p:spPr>
          <a:xfrm>
            <a:off x="546317" y="236956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04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04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3"/>
          <p:cNvSpPr/>
          <p:nvPr/>
        </p:nvSpPr>
        <p:spPr>
          <a:xfrm>
            <a:off x="281025" y="2394211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66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66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"/>
          <p:cNvSpPr/>
          <p:nvPr/>
        </p:nvSpPr>
        <p:spPr>
          <a:xfrm>
            <a:off x="304707" y="247556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3"/>
          <p:cNvSpPr/>
          <p:nvPr/>
        </p:nvSpPr>
        <p:spPr>
          <a:xfrm>
            <a:off x="605521" y="243487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3"/>
          <p:cNvSpPr/>
          <p:nvPr/>
        </p:nvSpPr>
        <p:spPr>
          <a:xfrm>
            <a:off x="282216" y="240529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4"/>
                  <a:pt x="10095" y="189"/>
                  <a:pt x="10095" y="303"/>
                </a:cubicBezTo>
                <a:cubicBezTo>
                  <a:pt x="10095" y="1021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626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3"/>
          <p:cNvSpPr/>
          <p:nvPr/>
        </p:nvSpPr>
        <p:spPr>
          <a:xfrm>
            <a:off x="546317" y="272582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3"/>
          <p:cNvSpPr/>
          <p:nvPr/>
        </p:nvSpPr>
        <p:spPr>
          <a:xfrm>
            <a:off x="281025" y="2751719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30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30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304707" y="283307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3"/>
          <p:cNvSpPr/>
          <p:nvPr/>
        </p:nvSpPr>
        <p:spPr>
          <a:xfrm>
            <a:off x="605521" y="279117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3"/>
          <p:cNvSpPr/>
          <p:nvPr/>
        </p:nvSpPr>
        <p:spPr>
          <a:xfrm>
            <a:off x="282216" y="276156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41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75"/>
                  <a:pt x="0" y="1248"/>
                </a:cubicBezTo>
                <a:lnTo>
                  <a:pt x="0" y="1248"/>
                </a:lnTo>
                <a:cubicBezTo>
                  <a:pt x="76" y="1778"/>
                  <a:pt x="340" y="2156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3"/>
          <p:cNvSpPr/>
          <p:nvPr/>
        </p:nvSpPr>
        <p:spPr>
          <a:xfrm>
            <a:off x="546317" y="30833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04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04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3"/>
          <p:cNvSpPr/>
          <p:nvPr/>
        </p:nvSpPr>
        <p:spPr>
          <a:xfrm>
            <a:off x="281025" y="310798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3"/>
          <p:cNvSpPr/>
          <p:nvPr/>
        </p:nvSpPr>
        <p:spPr>
          <a:xfrm>
            <a:off x="304707" y="318937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3"/>
          <p:cNvSpPr/>
          <p:nvPr/>
        </p:nvSpPr>
        <p:spPr>
          <a:xfrm>
            <a:off x="605521" y="31486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3"/>
          <p:cNvSpPr/>
          <p:nvPr/>
        </p:nvSpPr>
        <p:spPr>
          <a:xfrm>
            <a:off x="282216" y="311910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3"/>
                  <a:pt x="10095" y="189"/>
                  <a:pt x="10095" y="302"/>
                </a:cubicBezTo>
                <a:cubicBezTo>
                  <a:pt x="10095" y="1021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48"/>
                </a:cubicBezTo>
                <a:lnTo>
                  <a:pt x="0" y="1248"/>
                </a:lnTo>
                <a:cubicBezTo>
                  <a:pt x="76" y="1739"/>
                  <a:pt x="340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3"/>
          <p:cNvSpPr/>
          <p:nvPr/>
        </p:nvSpPr>
        <p:spPr>
          <a:xfrm>
            <a:off x="546317" y="343964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42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42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3"/>
          <p:cNvSpPr/>
          <p:nvPr/>
        </p:nvSpPr>
        <p:spPr>
          <a:xfrm>
            <a:off x="281025" y="3465498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30"/>
                  <a:pt x="0" y="1249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9"/>
                </a:cubicBezTo>
                <a:cubicBezTo>
                  <a:pt x="10360" y="530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3"/>
          <p:cNvSpPr/>
          <p:nvPr/>
        </p:nvSpPr>
        <p:spPr>
          <a:xfrm>
            <a:off x="304707" y="35468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3"/>
          <p:cNvSpPr/>
          <p:nvPr/>
        </p:nvSpPr>
        <p:spPr>
          <a:xfrm>
            <a:off x="605521" y="350495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3"/>
          <p:cNvSpPr/>
          <p:nvPr/>
        </p:nvSpPr>
        <p:spPr>
          <a:xfrm>
            <a:off x="282216" y="347537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lnTo>
                  <a:pt x="10057" y="0"/>
                </a:ln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3"/>
          <p:cNvSpPr/>
          <p:nvPr/>
        </p:nvSpPr>
        <p:spPr>
          <a:xfrm>
            <a:off x="546317" y="3795909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4"/>
                  <a:pt x="1286" y="4084"/>
                </a:cubicBezTo>
                <a:cubicBezTo>
                  <a:pt x="1966" y="4084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3"/>
          <p:cNvSpPr/>
          <p:nvPr/>
        </p:nvSpPr>
        <p:spPr>
          <a:xfrm>
            <a:off x="281025" y="382180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"/>
          <p:cNvSpPr/>
          <p:nvPr/>
        </p:nvSpPr>
        <p:spPr>
          <a:xfrm>
            <a:off x="304707" y="390315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3"/>
          <p:cNvSpPr/>
          <p:nvPr/>
        </p:nvSpPr>
        <p:spPr>
          <a:xfrm>
            <a:off x="605521" y="38624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3"/>
          <p:cNvSpPr/>
          <p:nvPr/>
        </p:nvSpPr>
        <p:spPr>
          <a:xfrm>
            <a:off x="282216" y="3832886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1"/>
                </a:moveTo>
                <a:lnTo>
                  <a:pt x="10057" y="1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4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40" y="2118"/>
                  <a:pt x="719" y="2156"/>
                </a:cubicBezTo>
                <a:lnTo>
                  <a:pt x="9528" y="2156"/>
                </a:lnTo>
                <a:cubicBezTo>
                  <a:pt x="9981" y="2156"/>
                  <a:pt x="10322" y="1589"/>
                  <a:pt x="10322" y="908"/>
                </a:cubicBezTo>
                <a:cubicBezTo>
                  <a:pt x="10322" y="530"/>
                  <a:pt x="10208" y="227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3"/>
          <p:cNvSpPr/>
          <p:nvPr/>
        </p:nvSpPr>
        <p:spPr>
          <a:xfrm>
            <a:off x="546317" y="415341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3"/>
          <p:cNvSpPr/>
          <p:nvPr/>
        </p:nvSpPr>
        <p:spPr>
          <a:xfrm>
            <a:off x="281025" y="4178069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3"/>
          <p:cNvSpPr/>
          <p:nvPr/>
        </p:nvSpPr>
        <p:spPr>
          <a:xfrm>
            <a:off x="304707" y="4260664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3"/>
          <p:cNvSpPr/>
          <p:nvPr/>
        </p:nvSpPr>
        <p:spPr>
          <a:xfrm>
            <a:off x="605521" y="421876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3"/>
          <p:cNvSpPr/>
          <p:nvPr/>
        </p:nvSpPr>
        <p:spPr>
          <a:xfrm>
            <a:off x="282216" y="4189188"/>
            <a:ext cx="323337" cy="71508"/>
          </a:xfrm>
          <a:custGeom>
            <a:avLst/>
            <a:gdLst/>
            <a:ahLst/>
            <a:cxnLst/>
            <a:rect l="l" t="t" r="r" b="b"/>
            <a:pathLst>
              <a:path w="10322" h="2193" extrusionOk="0">
                <a:moveTo>
                  <a:pt x="10057" y="0"/>
                </a:moveTo>
                <a:lnTo>
                  <a:pt x="10057" y="0"/>
                </a:lnTo>
                <a:cubicBezTo>
                  <a:pt x="10095" y="113"/>
                  <a:pt x="10095" y="227"/>
                  <a:pt x="10095" y="340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7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3"/>
          <p:cNvSpPr/>
          <p:nvPr/>
        </p:nvSpPr>
        <p:spPr>
          <a:xfrm>
            <a:off x="282216" y="97770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8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3"/>
          <p:cNvSpPr txBox="1">
            <a:spLocks noGrp="1"/>
          </p:cNvSpPr>
          <p:nvPr>
            <p:ph type="title"/>
          </p:nvPr>
        </p:nvSpPr>
        <p:spPr>
          <a:xfrm>
            <a:off x="2497874" y="2156593"/>
            <a:ext cx="3968100" cy="6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9" name="Google Shape;209;p3"/>
          <p:cNvSpPr txBox="1">
            <a:spLocks noGrp="1"/>
          </p:cNvSpPr>
          <p:nvPr>
            <p:ph type="title" idx="2" hasCustomPrompt="1"/>
          </p:nvPr>
        </p:nvSpPr>
        <p:spPr>
          <a:xfrm>
            <a:off x="3965650" y="1122450"/>
            <a:ext cx="1032600" cy="6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4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0" name="Google Shape;210;p3"/>
          <p:cNvSpPr txBox="1">
            <a:spLocks noGrp="1"/>
          </p:cNvSpPr>
          <p:nvPr>
            <p:ph type="subTitle" idx="1"/>
          </p:nvPr>
        </p:nvSpPr>
        <p:spPr>
          <a:xfrm>
            <a:off x="2233575" y="3144850"/>
            <a:ext cx="4496700" cy="65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11" name="Google Shape;211;p3"/>
          <p:cNvGrpSpPr/>
          <p:nvPr/>
        </p:nvGrpSpPr>
        <p:grpSpPr>
          <a:xfrm>
            <a:off x="1030175" y="1581350"/>
            <a:ext cx="444275" cy="398525"/>
            <a:chOff x="2495125" y="2142250"/>
            <a:chExt cx="444275" cy="398525"/>
          </a:xfrm>
        </p:grpSpPr>
        <p:sp>
          <p:nvSpPr>
            <p:cNvPr id="212" name="Google Shape;212;p3"/>
            <p:cNvSpPr/>
            <p:nvPr/>
          </p:nvSpPr>
          <p:spPr>
            <a:xfrm>
              <a:off x="2495125" y="2142250"/>
              <a:ext cx="444275" cy="398525"/>
            </a:xfrm>
            <a:custGeom>
              <a:avLst/>
              <a:gdLst/>
              <a:ahLst/>
              <a:cxnLst/>
              <a:rect l="l" t="t" r="r" b="b"/>
              <a:pathLst>
                <a:path w="17771" h="15941" extrusionOk="0">
                  <a:moveTo>
                    <a:pt x="6542" y="6116"/>
                  </a:moveTo>
                  <a:cubicBezTo>
                    <a:pt x="4437" y="1154"/>
                    <a:pt x="10201" y="1"/>
                    <a:pt x="9224" y="5866"/>
                  </a:cubicBezTo>
                  <a:cubicBezTo>
                    <a:pt x="11780" y="1003"/>
                    <a:pt x="16367" y="6718"/>
                    <a:pt x="10452" y="8021"/>
                  </a:cubicBezTo>
                  <a:cubicBezTo>
                    <a:pt x="17770" y="9525"/>
                    <a:pt x="12382" y="15139"/>
                    <a:pt x="9600" y="9976"/>
                  </a:cubicBezTo>
                  <a:cubicBezTo>
                    <a:pt x="11204" y="15891"/>
                    <a:pt x="5941" y="15941"/>
                    <a:pt x="7068" y="10252"/>
                  </a:cubicBezTo>
                  <a:cubicBezTo>
                    <a:pt x="4662" y="15565"/>
                    <a:pt x="1" y="11555"/>
                    <a:pt x="5414" y="8597"/>
                  </a:cubicBezTo>
                  <a:cubicBezTo>
                    <a:pt x="276" y="8597"/>
                    <a:pt x="1830" y="2031"/>
                    <a:pt x="6542" y="6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2655525" y="2307050"/>
              <a:ext cx="94650" cy="73325"/>
            </a:xfrm>
            <a:custGeom>
              <a:avLst/>
              <a:gdLst/>
              <a:ahLst/>
              <a:cxnLst/>
              <a:rect l="l" t="t" r="r" b="b"/>
              <a:pathLst>
                <a:path w="3786" h="2933" extrusionOk="0">
                  <a:moveTo>
                    <a:pt x="1906" y="0"/>
                  </a:moveTo>
                  <a:cubicBezTo>
                    <a:pt x="1" y="0"/>
                    <a:pt x="1" y="2933"/>
                    <a:pt x="1906" y="2933"/>
                  </a:cubicBezTo>
                  <a:cubicBezTo>
                    <a:pt x="3785" y="2933"/>
                    <a:pt x="3785" y="0"/>
                    <a:pt x="19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" name="Google Shape;214;p3"/>
          <p:cNvGrpSpPr/>
          <p:nvPr/>
        </p:nvGrpSpPr>
        <p:grpSpPr>
          <a:xfrm>
            <a:off x="7353450" y="3955275"/>
            <a:ext cx="291375" cy="281375"/>
            <a:chOff x="3243875" y="2372825"/>
            <a:chExt cx="291375" cy="281375"/>
          </a:xfrm>
        </p:grpSpPr>
        <p:sp>
          <p:nvSpPr>
            <p:cNvPr id="215" name="Google Shape;215;p3"/>
            <p:cNvSpPr/>
            <p:nvPr/>
          </p:nvSpPr>
          <p:spPr>
            <a:xfrm>
              <a:off x="3287125" y="2403550"/>
              <a:ext cx="205525" cy="200525"/>
            </a:xfrm>
            <a:custGeom>
              <a:avLst/>
              <a:gdLst/>
              <a:ahLst/>
              <a:cxnLst/>
              <a:rect l="l" t="t" r="r" b="b"/>
              <a:pathLst>
                <a:path w="8221" h="8021" fill="none" extrusionOk="0">
                  <a:moveTo>
                    <a:pt x="8221" y="0"/>
                  </a:moveTo>
                  <a:cubicBezTo>
                    <a:pt x="5765" y="2982"/>
                    <a:pt x="2807" y="5338"/>
                    <a:pt x="0" y="802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3304025" y="2403550"/>
              <a:ext cx="191125" cy="210550"/>
            </a:xfrm>
            <a:custGeom>
              <a:avLst/>
              <a:gdLst/>
              <a:ahLst/>
              <a:cxnLst/>
              <a:rect l="l" t="t" r="r" b="b"/>
              <a:pathLst>
                <a:path w="7645" h="8422" fill="none" extrusionOk="0">
                  <a:moveTo>
                    <a:pt x="1" y="0"/>
                  </a:moveTo>
                  <a:cubicBezTo>
                    <a:pt x="1404" y="1830"/>
                    <a:pt x="3159" y="3409"/>
                    <a:pt x="4738" y="5088"/>
                  </a:cubicBezTo>
                  <a:cubicBezTo>
                    <a:pt x="6066" y="6491"/>
                    <a:pt x="6292" y="6993"/>
                    <a:pt x="7645" y="842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3396775" y="2372825"/>
              <a:ext cx="10675" cy="281375"/>
            </a:xfrm>
            <a:custGeom>
              <a:avLst/>
              <a:gdLst/>
              <a:ahLst/>
              <a:cxnLst/>
              <a:rect l="l" t="t" r="r" b="b"/>
              <a:pathLst>
                <a:path w="427" h="11255" fill="none" extrusionOk="0">
                  <a:moveTo>
                    <a:pt x="150" y="1"/>
                  </a:moveTo>
                  <a:cubicBezTo>
                    <a:pt x="75" y="2507"/>
                    <a:pt x="426" y="5013"/>
                    <a:pt x="150" y="7470"/>
                  </a:cubicBezTo>
                  <a:cubicBezTo>
                    <a:pt x="25" y="8798"/>
                    <a:pt x="0" y="9951"/>
                    <a:pt x="0" y="11254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3243875" y="2495650"/>
              <a:ext cx="285125" cy="10675"/>
            </a:xfrm>
            <a:custGeom>
              <a:avLst/>
              <a:gdLst/>
              <a:ahLst/>
              <a:cxnLst/>
              <a:rect l="l" t="t" r="r" b="b"/>
              <a:pathLst>
                <a:path w="11405" h="427" fill="none" extrusionOk="0">
                  <a:moveTo>
                    <a:pt x="11404" y="426"/>
                  </a:moveTo>
                  <a:cubicBezTo>
                    <a:pt x="7495" y="0"/>
                    <a:pt x="3886" y="201"/>
                    <a:pt x="1" y="5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3340375" y="2379100"/>
              <a:ext cx="104650" cy="267575"/>
            </a:xfrm>
            <a:custGeom>
              <a:avLst/>
              <a:gdLst/>
              <a:ahLst/>
              <a:cxnLst/>
              <a:rect l="l" t="t" r="r" b="b"/>
              <a:pathLst>
                <a:path w="4186" h="10703" fill="none" extrusionOk="0">
                  <a:moveTo>
                    <a:pt x="0" y="1"/>
                  </a:moveTo>
                  <a:cubicBezTo>
                    <a:pt x="1780" y="3409"/>
                    <a:pt x="2833" y="7043"/>
                    <a:pt x="4186" y="1070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3"/>
            <p:cNvSpPr/>
            <p:nvPr/>
          </p:nvSpPr>
          <p:spPr>
            <a:xfrm>
              <a:off x="3267075" y="2458675"/>
              <a:ext cx="268175" cy="94000"/>
            </a:xfrm>
            <a:custGeom>
              <a:avLst/>
              <a:gdLst/>
              <a:ahLst/>
              <a:cxnLst/>
              <a:rect l="l" t="t" r="r" b="b"/>
              <a:pathLst>
                <a:path w="10727" h="3760" fill="none" extrusionOk="0">
                  <a:moveTo>
                    <a:pt x="0" y="3760"/>
                  </a:moveTo>
                  <a:cubicBezTo>
                    <a:pt x="2231" y="3184"/>
                    <a:pt x="4361" y="2181"/>
                    <a:pt x="6516" y="1379"/>
                  </a:cubicBezTo>
                  <a:cubicBezTo>
                    <a:pt x="8346" y="702"/>
                    <a:pt x="8897" y="677"/>
                    <a:pt x="10727" y="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"/>
            <p:cNvSpPr/>
            <p:nvPr/>
          </p:nvSpPr>
          <p:spPr>
            <a:xfrm>
              <a:off x="3276475" y="2451775"/>
              <a:ext cx="257525" cy="112825"/>
            </a:xfrm>
            <a:custGeom>
              <a:avLst/>
              <a:gdLst/>
              <a:ahLst/>
              <a:cxnLst/>
              <a:rect l="l" t="t" r="r" b="b"/>
              <a:pathLst>
                <a:path w="10301" h="4513" fill="none" extrusionOk="0">
                  <a:moveTo>
                    <a:pt x="0" y="1"/>
                  </a:moveTo>
                  <a:cubicBezTo>
                    <a:pt x="2281" y="1028"/>
                    <a:pt x="4712" y="1680"/>
                    <a:pt x="6867" y="2908"/>
                  </a:cubicBezTo>
                  <a:cubicBezTo>
                    <a:pt x="8045" y="3535"/>
                    <a:pt x="9098" y="4011"/>
                    <a:pt x="10301" y="451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3329100" y="2385375"/>
              <a:ext cx="120325" cy="258800"/>
            </a:xfrm>
            <a:custGeom>
              <a:avLst/>
              <a:gdLst/>
              <a:ahLst/>
              <a:cxnLst/>
              <a:rect l="l" t="t" r="r" b="b"/>
              <a:pathLst>
                <a:path w="4813" h="10352" fill="none" extrusionOk="0">
                  <a:moveTo>
                    <a:pt x="4812" y="0"/>
                  </a:moveTo>
                  <a:cubicBezTo>
                    <a:pt x="2883" y="3434"/>
                    <a:pt x="1654" y="6842"/>
                    <a:pt x="0" y="1035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"/>
            <p:cNvSpPr/>
            <p:nvPr/>
          </p:nvSpPr>
          <p:spPr>
            <a:xfrm>
              <a:off x="3327850" y="2438625"/>
              <a:ext cx="133475" cy="132850"/>
            </a:xfrm>
            <a:custGeom>
              <a:avLst/>
              <a:gdLst/>
              <a:ahLst/>
              <a:cxnLst/>
              <a:rect l="l" t="t" r="r" b="b"/>
              <a:pathLst>
                <a:path w="5339" h="5314" extrusionOk="0">
                  <a:moveTo>
                    <a:pt x="4887" y="1830"/>
                  </a:moveTo>
                  <a:cubicBezTo>
                    <a:pt x="5339" y="3058"/>
                    <a:pt x="4712" y="4412"/>
                    <a:pt x="3484" y="4863"/>
                  </a:cubicBezTo>
                  <a:cubicBezTo>
                    <a:pt x="2281" y="5314"/>
                    <a:pt x="928" y="4687"/>
                    <a:pt x="451" y="3484"/>
                  </a:cubicBezTo>
                  <a:cubicBezTo>
                    <a:pt x="0" y="2256"/>
                    <a:pt x="627" y="903"/>
                    <a:pt x="1855" y="452"/>
                  </a:cubicBezTo>
                  <a:cubicBezTo>
                    <a:pt x="3058" y="1"/>
                    <a:pt x="4411" y="602"/>
                    <a:pt x="4887" y="183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3358550" y="2469325"/>
              <a:ext cx="72075" cy="71450"/>
            </a:xfrm>
            <a:custGeom>
              <a:avLst/>
              <a:gdLst/>
              <a:ahLst/>
              <a:cxnLst/>
              <a:rect l="l" t="t" r="r" b="b"/>
              <a:pathLst>
                <a:path w="2883" h="2858" extrusionOk="0">
                  <a:moveTo>
                    <a:pt x="2632" y="978"/>
                  </a:moveTo>
                  <a:cubicBezTo>
                    <a:pt x="2882" y="1630"/>
                    <a:pt x="2532" y="2382"/>
                    <a:pt x="1880" y="2607"/>
                  </a:cubicBezTo>
                  <a:cubicBezTo>
                    <a:pt x="1228" y="2858"/>
                    <a:pt x="502" y="2532"/>
                    <a:pt x="251" y="1880"/>
                  </a:cubicBezTo>
                  <a:cubicBezTo>
                    <a:pt x="0" y="1204"/>
                    <a:pt x="326" y="477"/>
                    <a:pt x="1003" y="226"/>
                  </a:cubicBezTo>
                  <a:cubicBezTo>
                    <a:pt x="1654" y="1"/>
                    <a:pt x="2381" y="326"/>
                    <a:pt x="2632" y="9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5" name="Google Shape;225;p3"/>
          <p:cNvGrpSpPr/>
          <p:nvPr/>
        </p:nvGrpSpPr>
        <p:grpSpPr>
          <a:xfrm>
            <a:off x="7510400" y="1254438"/>
            <a:ext cx="166675" cy="168575"/>
            <a:chOff x="4954425" y="2036375"/>
            <a:chExt cx="166675" cy="168575"/>
          </a:xfrm>
        </p:grpSpPr>
        <p:sp>
          <p:nvSpPr>
            <p:cNvPr id="226" name="Google Shape;226;p3"/>
            <p:cNvSpPr/>
            <p:nvPr/>
          </p:nvSpPr>
          <p:spPr>
            <a:xfrm>
              <a:off x="4954425" y="2036375"/>
              <a:ext cx="166675" cy="168575"/>
            </a:xfrm>
            <a:custGeom>
              <a:avLst/>
              <a:gdLst/>
              <a:ahLst/>
              <a:cxnLst/>
              <a:rect l="l" t="t" r="r" b="b"/>
              <a:pathLst>
                <a:path w="6667" h="6743" extrusionOk="0">
                  <a:moveTo>
                    <a:pt x="1930" y="3584"/>
                  </a:moveTo>
                  <a:cubicBezTo>
                    <a:pt x="0" y="2882"/>
                    <a:pt x="1529" y="1178"/>
                    <a:pt x="2607" y="2306"/>
                  </a:cubicBezTo>
                  <a:cubicBezTo>
                    <a:pt x="2231" y="0"/>
                    <a:pt x="4712" y="802"/>
                    <a:pt x="3935" y="2406"/>
                  </a:cubicBezTo>
                  <a:cubicBezTo>
                    <a:pt x="5088" y="877"/>
                    <a:pt x="6667" y="2506"/>
                    <a:pt x="4812" y="3384"/>
                  </a:cubicBezTo>
                  <a:cubicBezTo>
                    <a:pt x="6617" y="3885"/>
                    <a:pt x="5940" y="5464"/>
                    <a:pt x="4386" y="4837"/>
                  </a:cubicBezTo>
                  <a:cubicBezTo>
                    <a:pt x="4386" y="6742"/>
                    <a:pt x="2431" y="6517"/>
                    <a:pt x="2757" y="4787"/>
                  </a:cubicBezTo>
                  <a:cubicBezTo>
                    <a:pt x="1203" y="6141"/>
                    <a:pt x="151" y="4311"/>
                    <a:pt x="1930" y="3584"/>
                  </a:cubicBezTo>
                  <a:cubicBezTo>
                    <a:pt x="1755" y="3509"/>
                    <a:pt x="1830" y="3634"/>
                    <a:pt x="1930" y="358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5008925" y="2104675"/>
              <a:ext cx="52650" cy="40750"/>
            </a:xfrm>
            <a:custGeom>
              <a:avLst/>
              <a:gdLst/>
              <a:ahLst/>
              <a:cxnLst/>
              <a:rect l="l" t="t" r="r" b="b"/>
              <a:pathLst>
                <a:path w="2106" h="1630" extrusionOk="0">
                  <a:moveTo>
                    <a:pt x="1053" y="0"/>
                  </a:moveTo>
                  <a:cubicBezTo>
                    <a:pt x="1" y="0"/>
                    <a:pt x="1" y="1629"/>
                    <a:pt x="1053" y="1629"/>
                  </a:cubicBezTo>
                  <a:cubicBezTo>
                    <a:pt x="2106" y="1629"/>
                    <a:pt x="2106" y="0"/>
                    <a:pt x="10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8" name="Google Shape;228;p3"/>
          <p:cNvSpPr/>
          <p:nvPr/>
        </p:nvSpPr>
        <p:spPr>
          <a:xfrm>
            <a:off x="1531350" y="3017075"/>
            <a:ext cx="119125" cy="81200"/>
          </a:xfrm>
          <a:custGeom>
            <a:avLst/>
            <a:gdLst/>
            <a:ahLst/>
            <a:cxnLst/>
            <a:rect l="l" t="t" r="r" b="b"/>
            <a:pathLst>
              <a:path w="4765" h="3248" extrusionOk="0">
                <a:moveTo>
                  <a:pt x="2253" y="1"/>
                </a:moveTo>
                <a:cubicBezTo>
                  <a:pt x="255" y="1"/>
                  <a:pt x="1" y="2834"/>
                  <a:pt x="2007" y="3221"/>
                </a:cubicBezTo>
                <a:cubicBezTo>
                  <a:pt x="2122" y="3239"/>
                  <a:pt x="2233" y="3248"/>
                  <a:pt x="2340" y="3248"/>
                </a:cubicBezTo>
                <a:cubicBezTo>
                  <a:pt x="4296" y="3248"/>
                  <a:pt x="4764" y="346"/>
                  <a:pt x="2483" y="13"/>
                </a:cubicBezTo>
                <a:cubicBezTo>
                  <a:pt x="2404" y="5"/>
                  <a:pt x="2327" y="1"/>
                  <a:pt x="22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3"/>
          <p:cNvSpPr/>
          <p:nvPr/>
        </p:nvSpPr>
        <p:spPr>
          <a:xfrm>
            <a:off x="8069225" y="2708388"/>
            <a:ext cx="87000" cy="61925"/>
          </a:xfrm>
          <a:custGeom>
            <a:avLst/>
            <a:gdLst/>
            <a:ahLst/>
            <a:cxnLst/>
            <a:rect l="l" t="t" r="r" b="b"/>
            <a:pathLst>
              <a:path w="3480" h="2477" extrusionOk="0">
                <a:moveTo>
                  <a:pt x="2112" y="1"/>
                </a:moveTo>
                <a:cubicBezTo>
                  <a:pt x="1992" y="1"/>
                  <a:pt x="1862" y="18"/>
                  <a:pt x="1722" y="57"/>
                </a:cubicBezTo>
                <a:cubicBezTo>
                  <a:pt x="1690" y="55"/>
                  <a:pt x="1659" y="54"/>
                  <a:pt x="1628" y="54"/>
                </a:cubicBezTo>
                <a:cubicBezTo>
                  <a:pt x="35" y="54"/>
                  <a:pt x="1" y="2476"/>
                  <a:pt x="1610" y="2476"/>
                </a:cubicBezTo>
                <a:cubicBezTo>
                  <a:pt x="1678" y="2476"/>
                  <a:pt x="1748" y="2472"/>
                  <a:pt x="1822" y="2463"/>
                </a:cubicBezTo>
                <a:cubicBezTo>
                  <a:pt x="3480" y="2279"/>
                  <a:pt x="3466" y="1"/>
                  <a:pt x="21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0" name="Google Shape;230;p3"/>
          <p:cNvGrpSpPr/>
          <p:nvPr/>
        </p:nvGrpSpPr>
        <p:grpSpPr>
          <a:xfrm>
            <a:off x="1168975" y="4065000"/>
            <a:ext cx="166675" cy="168575"/>
            <a:chOff x="4954425" y="2036375"/>
            <a:chExt cx="166675" cy="168575"/>
          </a:xfrm>
        </p:grpSpPr>
        <p:sp>
          <p:nvSpPr>
            <p:cNvPr id="231" name="Google Shape;231;p3"/>
            <p:cNvSpPr/>
            <p:nvPr/>
          </p:nvSpPr>
          <p:spPr>
            <a:xfrm>
              <a:off x="4954425" y="2036375"/>
              <a:ext cx="166675" cy="168575"/>
            </a:xfrm>
            <a:custGeom>
              <a:avLst/>
              <a:gdLst/>
              <a:ahLst/>
              <a:cxnLst/>
              <a:rect l="l" t="t" r="r" b="b"/>
              <a:pathLst>
                <a:path w="6667" h="6743" extrusionOk="0">
                  <a:moveTo>
                    <a:pt x="1930" y="3584"/>
                  </a:moveTo>
                  <a:cubicBezTo>
                    <a:pt x="0" y="2882"/>
                    <a:pt x="1529" y="1178"/>
                    <a:pt x="2607" y="2306"/>
                  </a:cubicBezTo>
                  <a:cubicBezTo>
                    <a:pt x="2231" y="0"/>
                    <a:pt x="4712" y="802"/>
                    <a:pt x="3935" y="2406"/>
                  </a:cubicBezTo>
                  <a:cubicBezTo>
                    <a:pt x="5088" y="877"/>
                    <a:pt x="6667" y="2506"/>
                    <a:pt x="4812" y="3384"/>
                  </a:cubicBezTo>
                  <a:cubicBezTo>
                    <a:pt x="6617" y="3885"/>
                    <a:pt x="5940" y="5464"/>
                    <a:pt x="4386" y="4837"/>
                  </a:cubicBezTo>
                  <a:cubicBezTo>
                    <a:pt x="4386" y="6742"/>
                    <a:pt x="2431" y="6517"/>
                    <a:pt x="2757" y="4787"/>
                  </a:cubicBezTo>
                  <a:cubicBezTo>
                    <a:pt x="1203" y="6141"/>
                    <a:pt x="151" y="4311"/>
                    <a:pt x="1930" y="3584"/>
                  </a:cubicBezTo>
                  <a:cubicBezTo>
                    <a:pt x="1755" y="3509"/>
                    <a:pt x="1830" y="3634"/>
                    <a:pt x="1930" y="358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3"/>
            <p:cNvSpPr/>
            <p:nvPr/>
          </p:nvSpPr>
          <p:spPr>
            <a:xfrm>
              <a:off x="5008925" y="2104675"/>
              <a:ext cx="52650" cy="40750"/>
            </a:xfrm>
            <a:custGeom>
              <a:avLst/>
              <a:gdLst/>
              <a:ahLst/>
              <a:cxnLst/>
              <a:rect l="l" t="t" r="r" b="b"/>
              <a:pathLst>
                <a:path w="2106" h="1630" extrusionOk="0">
                  <a:moveTo>
                    <a:pt x="1053" y="0"/>
                  </a:moveTo>
                  <a:cubicBezTo>
                    <a:pt x="1" y="0"/>
                    <a:pt x="1" y="1629"/>
                    <a:pt x="1053" y="1629"/>
                  </a:cubicBezTo>
                  <a:cubicBezTo>
                    <a:pt x="2106" y="1629"/>
                    <a:pt x="2106" y="0"/>
                    <a:pt x="10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"/>
          <p:cNvSpPr/>
          <p:nvPr/>
        </p:nvSpPr>
        <p:spPr>
          <a:xfrm>
            <a:off x="395925" y="291324"/>
            <a:ext cx="8336062" cy="4788281"/>
          </a:xfrm>
          <a:custGeom>
            <a:avLst/>
            <a:gdLst/>
            <a:ahLst/>
            <a:cxnLst/>
            <a:rect l="l" t="t" r="r" b="b"/>
            <a:pathLst>
              <a:path w="257584" h="146846" extrusionOk="0">
                <a:moveTo>
                  <a:pt x="7146" y="1"/>
                </a:moveTo>
                <a:cubicBezTo>
                  <a:pt x="3214" y="1"/>
                  <a:pt x="1" y="3214"/>
                  <a:pt x="1" y="7146"/>
                </a:cubicBezTo>
                <a:lnTo>
                  <a:pt x="1" y="139700"/>
                </a:lnTo>
                <a:cubicBezTo>
                  <a:pt x="1" y="143632"/>
                  <a:pt x="3214" y="146845"/>
                  <a:pt x="7146" y="146845"/>
                </a:cubicBezTo>
                <a:lnTo>
                  <a:pt x="250438" y="146845"/>
                </a:lnTo>
                <a:cubicBezTo>
                  <a:pt x="254408" y="146845"/>
                  <a:pt x="257584" y="143632"/>
                  <a:pt x="257584" y="139700"/>
                </a:cubicBezTo>
                <a:lnTo>
                  <a:pt x="257584" y="7146"/>
                </a:lnTo>
                <a:cubicBezTo>
                  <a:pt x="257584" y="3214"/>
                  <a:pt x="254408" y="1"/>
                  <a:pt x="250438" y="1"/>
                </a:cubicBezTo>
                <a:close/>
              </a:path>
            </a:pathLst>
          </a:custGeom>
          <a:solidFill>
            <a:srgbClr val="595959">
              <a:alpha val="14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"/>
          <p:cNvSpPr/>
          <p:nvPr/>
        </p:nvSpPr>
        <p:spPr>
          <a:xfrm>
            <a:off x="661185" y="219519"/>
            <a:ext cx="8068819" cy="4788281"/>
          </a:xfrm>
          <a:custGeom>
            <a:avLst/>
            <a:gdLst/>
            <a:ahLst/>
            <a:cxnLst/>
            <a:rect l="l" t="t" r="r" b="b"/>
            <a:pathLst>
              <a:path w="257584" h="146846" extrusionOk="0">
                <a:moveTo>
                  <a:pt x="7146" y="1"/>
                </a:moveTo>
                <a:cubicBezTo>
                  <a:pt x="3214" y="1"/>
                  <a:pt x="1" y="3214"/>
                  <a:pt x="1" y="7146"/>
                </a:cubicBezTo>
                <a:lnTo>
                  <a:pt x="1" y="139700"/>
                </a:lnTo>
                <a:cubicBezTo>
                  <a:pt x="1" y="143632"/>
                  <a:pt x="3214" y="146845"/>
                  <a:pt x="7146" y="146845"/>
                </a:cubicBezTo>
                <a:lnTo>
                  <a:pt x="250438" y="146845"/>
                </a:lnTo>
                <a:cubicBezTo>
                  <a:pt x="254408" y="146845"/>
                  <a:pt x="257584" y="143632"/>
                  <a:pt x="257584" y="139700"/>
                </a:cubicBezTo>
                <a:lnTo>
                  <a:pt x="257584" y="7146"/>
                </a:lnTo>
                <a:cubicBezTo>
                  <a:pt x="257584" y="3214"/>
                  <a:pt x="254408" y="1"/>
                  <a:pt x="25043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4"/>
          <p:cNvSpPr/>
          <p:nvPr/>
        </p:nvSpPr>
        <p:spPr>
          <a:xfrm>
            <a:off x="8341543" y="4447718"/>
            <a:ext cx="569676" cy="308239"/>
          </a:xfrm>
          <a:custGeom>
            <a:avLst/>
            <a:gdLst/>
            <a:ahLst/>
            <a:cxnLst/>
            <a:rect l="l" t="t" r="r" b="b"/>
            <a:pathLst>
              <a:path w="18186" h="9453" extrusionOk="0">
                <a:moveTo>
                  <a:pt x="0" y="0"/>
                </a:moveTo>
                <a:lnTo>
                  <a:pt x="0" y="9452"/>
                </a:lnTo>
                <a:lnTo>
                  <a:pt x="18186" y="9452"/>
                </a:lnTo>
                <a:lnTo>
                  <a:pt x="16824" y="4613"/>
                </a:lnTo>
                <a:lnTo>
                  <a:pt x="18186" y="0"/>
                </a:lnTo>
                <a:close/>
              </a:path>
            </a:pathLst>
          </a:custGeom>
          <a:solidFill>
            <a:srgbClr val="595959">
              <a:alpha val="145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7" name="Google Shape;237;p4"/>
          <p:cNvGrpSpPr/>
          <p:nvPr/>
        </p:nvGrpSpPr>
        <p:grpSpPr>
          <a:xfrm>
            <a:off x="8341543" y="2282008"/>
            <a:ext cx="569676" cy="380612"/>
            <a:chOff x="8341543" y="2282008"/>
            <a:chExt cx="569676" cy="380612"/>
          </a:xfrm>
        </p:grpSpPr>
        <p:sp>
          <p:nvSpPr>
            <p:cNvPr id="238" name="Google Shape;238;p4"/>
            <p:cNvSpPr/>
            <p:nvPr/>
          </p:nvSpPr>
          <p:spPr>
            <a:xfrm>
              <a:off x="8341543" y="2361783"/>
              <a:ext cx="569676" cy="300837"/>
            </a:xfrm>
            <a:custGeom>
              <a:avLst/>
              <a:gdLst/>
              <a:ahLst/>
              <a:cxnLst/>
              <a:rect l="l" t="t" r="r" b="b"/>
              <a:pathLst>
                <a:path w="18186" h="9226" extrusionOk="0">
                  <a:moveTo>
                    <a:pt x="0" y="1"/>
                  </a:moveTo>
                  <a:lnTo>
                    <a:pt x="0" y="9226"/>
                  </a:lnTo>
                  <a:lnTo>
                    <a:pt x="18186" y="9226"/>
                  </a:lnTo>
                  <a:lnTo>
                    <a:pt x="16673" y="4462"/>
                  </a:lnTo>
                  <a:lnTo>
                    <a:pt x="18186" y="1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8341543" y="2282008"/>
              <a:ext cx="569676" cy="300837"/>
            </a:xfrm>
            <a:custGeom>
              <a:avLst/>
              <a:gdLst/>
              <a:ahLst/>
              <a:cxnLst/>
              <a:rect l="l" t="t" r="r" b="b"/>
              <a:pathLst>
                <a:path w="18186" h="9226" extrusionOk="0">
                  <a:moveTo>
                    <a:pt x="0" y="1"/>
                  </a:moveTo>
                  <a:lnTo>
                    <a:pt x="0" y="9226"/>
                  </a:lnTo>
                  <a:lnTo>
                    <a:pt x="18186" y="9226"/>
                  </a:lnTo>
                  <a:lnTo>
                    <a:pt x="16673" y="4462"/>
                  </a:lnTo>
                  <a:lnTo>
                    <a:pt x="1818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0" name="Google Shape;240;p4"/>
          <p:cNvGrpSpPr/>
          <p:nvPr/>
        </p:nvGrpSpPr>
        <p:grpSpPr>
          <a:xfrm>
            <a:off x="8341543" y="1721094"/>
            <a:ext cx="569676" cy="380612"/>
            <a:chOff x="8341543" y="1721094"/>
            <a:chExt cx="569676" cy="380612"/>
          </a:xfrm>
        </p:grpSpPr>
        <p:sp>
          <p:nvSpPr>
            <p:cNvPr id="241" name="Google Shape;241;p4"/>
            <p:cNvSpPr/>
            <p:nvPr/>
          </p:nvSpPr>
          <p:spPr>
            <a:xfrm>
              <a:off x="8341543" y="1800869"/>
              <a:ext cx="569676" cy="300837"/>
            </a:xfrm>
            <a:custGeom>
              <a:avLst/>
              <a:gdLst/>
              <a:ahLst/>
              <a:cxnLst/>
              <a:rect l="l" t="t" r="r" b="b"/>
              <a:pathLst>
                <a:path w="18186" h="9226" extrusionOk="0">
                  <a:moveTo>
                    <a:pt x="0" y="0"/>
                  </a:moveTo>
                  <a:lnTo>
                    <a:pt x="0" y="9225"/>
                  </a:lnTo>
                  <a:lnTo>
                    <a:pt x="18186" y="9225"/>
                  </a:lnTo>
                  <a:lnTo>
                    <a:pt x="16824" y="4462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8341543" y="1721094"/>
              <a:ext cx="569676" cy="300837"/>
            </a:xfrm>
            <a:custGeom>
              <a:avLst/>
              <a:gdLst/>
              <a:ahLst/>
              <a:cxnLst/>
              <a:rect l="l" t="t" r="r" b="b"/>
              <a:pathLst>
                <a:path w="18186" h="9226" extrusionOk="0">
                  <a:moveTo>
                    <a:pt x="0" y="0"/>
                  </a:moveTo>
                  <a:lnTo>
                    <a:pt x="0" y="9225"/>
                  </a:lnTo>
                  <a:lnTo>
                    <a:pt x="18186" y="9225"/>
                  </a:lnTo>
                  <a:lnTo>
                    <a:pt x="16824" y="4462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3" name="Google Shape;243;p4"/>
          <p:cNvGrpSpPr/>
          <p:nvPr/>
        </p:nvGrpSpPr>
        <p:grpSpPr>
          <a:xfrm>
            <a:off x="8346273" y="1183592"/>
            <a:ext cx="568486" cy="388014"/>
            <a:chOff x="8346273" y="1183592"/>
            <a:chExt cx="568486" cy="388014"/>
          </a:xfrm>
        </p:grpSpPr>
        <p:sp>
          <p:nvSpPr>
            <p:cNvPr id="244" name="Google Shape;244;p4"/>
            <p:cNvSpPr/>
            <p:nvPr/>
          </p:nvSpPr>
          <p:spPr>
            <a:xfrm>
              <a:off x="8346273" y="1263367"/>
              <a:ext cx="568486" cy="308239"/>
            </a:xfrm>
            <a:custGeom>
              <a:avLst/>
              <a:gdLst/>
              <a:ahLst/>
              <a:cxnLst/>
              <a:rect l="l" t="t" r="r" b="b"/>
              <a:pathLst>
                <a:path w="18148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48" y="9452"/>
                  </a:lnTo>
                  <a:lnTo>
                    <a:pt x="16787" y="4688"/>
                  </a:lnTo>
                  <a:lnTo>
                    <a:pt x="18148" y="0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8346273" y="1183592"/>
              <a:ext cx="568486" cy="308239"/>
            </a:xfrm>
            <a:custGeom>
              <a:avLst/>
              <a:gdLst/>
              <a:ahLst/>
              <a:cxnLst/>
              <a:rect l="l" t="t" r="r" b="b"/>
              <a:pathLst>
                <a:path w="18148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48" y="9452"/>
                  </a:lnTo>
                  <a:lnTo>
                    <a:pt x="16787" y="4688"/>
                  </a:lnTo>
                  <a:lnTo>
                    <a:pt x="181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6" name="Google Shape;246;p4"/>
          <p:cNvGrpSpPr/>
          <p:nvPr/>
        </p:nvGrpSpPr>
        <p:grpSpPr>
          <a:xfrm>
            <a:off x="8341543" y="606635"/>
            <a:ext cx="569676" cy="388014"/>
            <a:chOff x="8341543" y="606635"/>
            <a:chExt cx="569676" cy="388014"/>
          </a:xfrm>
        </p:grpSpPr>
        <p:sp>
          <p:nvSpPr>
            <p:cNvPr id="247" name="Google Shape;247;p4"/>
            <p:cNvSpPr/>
            <p:nvPr/>
          </p:nvSpPr>
          <p:spPr>
            <a:xfrm>
              <a:off x="8341543" y="686410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8341543" y="606635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" name="Google Shape;249;p4"/>
          <p:cNvGrpSpPr/>
          <p:nvPr/>
        </p:nvGrpSpPr>
        <p:grpSpPr>
          <a:xfrm>
            <a:off x="8341543" y="2842933"/>
            <a:ext cx="569676" cy="380612"/>
            <a:chOff x="8341543" y="2282008"/>
            <a:chExt cx="569676" cy="380612"/>
          </a:xfrm>
        </p:grpSpPr>
        <p:sp>
          <p:nvSpPr>
            <p:cNvPr id="250" name="Google Shape;250;p4"/>
            <p:cNvSpPr/>
            <p:nvPr/>
          </p:nvSpPr>
          <p:spPr>
            <a:xfrm>
              <a:off x="8341543" y="2361783"/>
              <a:ext cx="569676" cy="300837"/>
            </a:xfrm>
            <a:custGeom>
              <a:avLst/>
              <a:gdLst/>
              <a:ahLst/>
              <a:cxnLst/>
              <a:rect l="l" t="t" r="r" b="b"/>
              <a:pathLst>
                <a:path w="18186" h="9226" extrusionOk="0">
                  <a:moveTo>
                    <a:pt x="0" y="1"/>
                  </a:moveTo>
                  <a:lnTo>
                    <a:pt x="0" y="9226"/>
                  </a:lnTo>
                  <a:lnTo>
                    <a:pt x="18186" y="9226"/>
                  </a:lnTo>
                  <a:lnTo>
                    <a:pt x="16673" y="4462"/>
                  </a:lnTo>
                  <a:lnTo>
                    <a:pt x="18186" y="1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8341543" y="2282008"/>
              <a:ext cx="569676" cy="300837"/>
            </a:xfrm>
            <a:custGeom>
              <a:avLst/>
              <a:gdLst/>
              <a:ahLst/>
              <a:cxnLst/>
              <a:rect l="l" t="t" r="r" b="b"/>
              <a:pathLst>
                <a:path w="18186" h="9226" extrusionOk="0">
                  <a:moveTo>
                    <a:pt x="0" y="1"/>
                  </a:moveTo>
                  <a:lnTo>
                    <a:pt x="0" y="9226"/>
                  </a:lnTo>
                  <a:lnTo>
                    <a:pt x="18186" y="9226"/>
                  </a:lnTo>
                  <a:lnTo>
                    <a:pt x="16673" y="4462"/>
                  </a:lnTo>
                  <a:lnTo>
                    <a:pt x="181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" name="Google Shape;252;p4"/>
          <p:cNvGrpSpPr/>
          <p:nvPr/>
        </p:nvGrpSpPr>
        <p:grpSpPr>
          <a:xfrm>
            <a:off x="8341543" y="3403858"/>
            <a:ext cx="569676" cy="380612"/>
            <a:chOff x="8341543" y="2282008"/>
            <a:chExt cx="569676" cy="380612"/>
          </a:xfrm>
        </p:grpSpPr>
        <p:sp>
          <p:nvSpPr>
            <p:cNvPr id="253" name="Google Shape;253;p4"/>
            <p:cNvSpPr/>
            <p:nvPr/>
          </p:nvSpPr>
          <p:spPr>
            <a:xfrm>
              <a:off x="8341543" y="2361783"/>
              <a:ext cx="569676" cy="300837"/>
            </a:xfrm>
            <a:custGeom>
              <a:avLst/>
              <a:gdLst/>
              <a:ahLst/>
              <a:cxnLst/>
              <a:rect l="l" t="t" r="r" b="b"/>
              <a:pathLst>
                <a:path w="18186" h="9226" extrusionOk="0">
                  <a:moveTo>
                    <a:pt x="0" y="1"/>
                  </a:moveTo>
                  <a:lnTo>
                    <a:pt x="0" y="9226"/>
                  </a:lnTo>
                  <a:lnTo>
                    <a:pt x="18186" y="9226"/>
                  </a:lnTo>
                  <a:lnTo>
                    <a:pt x="16673" y="4462"/>
                  </a:lnTo>
                  <a:lnTo>
                    <a:pt x="18186" y="1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8341543" y="2282008"/>
              <a:ext cx="569676" cy="300837"/>
            </a:xfrm>
            <a:custGeom>
              <a:avLst/>
              <a:gdLst/>
              <a:ahLst/>
              <a:cxnLst/>
              <a:rect l="l" t="t" r="r" b="b"/>
              <a:pathLst>
                <a:path w="18186" h="9226" extrusionOk="0">
                  <a:moveTo>
                    <a:pt x="0" y="1"/>
                  </a:moveTo>
                  <a:lnTo>
                    <a:pt x="0" y="9226"/>
                  </a:lnTo>
                  <a:lnTo>
                    <a:pt x="18186" y="9226"/>
                  </a:lnTo>
                  <a:lnTo>
                    <a:pt x="16673" y="4462"/>
                  </a:lnTo>
                  <a:lnTo>
                    <a:pt x="181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5" name="Google Shape;255;p4"/>
          <p:cNvSpPr/>
          <p:nvPr/>
        </p:nvSpPr>
        <p:spPr>
          <a:xfrm>
            <a:off x="8341543" y="4367943"/>
            <a:ext cx="569676" cy="308239"/>
          </a:xfrm>
          <a:custGeom>
            <a:avLst/>
            <a:gdLst/>
            <a:ahLst/>
            <a:cxnLst/>
            <a:rect l="l" t="t" r="r" b="b"/>
            <a:pathLst>
              <a:path w="18186" h="9453" extrusionOk="0">
                <a:moveTo>
                  <a:pt x="0" y="0"/>
                </a:moveTo>
                <a:lnTo>
                  <a:pt x="0" y="9452"/>
                </a:lnTo>
                <a:lnTo>
                  <a:pt x="18186" y="9452"/>
                </a:lnTo>
                <a:lnTo>
                  <a:pt x="16824" y="4613"/>
                </a:lnTo>
                <a:lnTo>
                  <a:pt x="1818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4"/>
          <p:cNvSpPr/>
          <p:nvPr/>
        </p:nvSpPr>
        <p:spPr>
          <a:xfrm>
            <a:off x="395894" y="219519"/>
            <a:ext cx="8053438" cy="4788281"/>
          </a:xfrm>
          <a:custGeom>
            <a:avLst/>
            <a:gdLst/>
            <a:ahLst/>
            <a:cxnLst/>
            <a:rect l="l" t="t" r="r" b="b"/>
            <a:pathLst>
              <a:path w="257093" h="146846" extrusionOk="0">
                <a:moveTo>
                  <a:pt x="7146" y="1"/>
                </a:moveTo>
                <a:cubicBezTo>
                  <a:pt x="3177" y="1"/>
                  <a:pt x="1" y="3214"/>
                  <a:pt x="1" y="7146"/>
                </a:cubicBezTo>
                <a:lnTo>
                  <a:pt x="1" y="139700"/>
                </a:lnTo>
                <a:cubicBezTo>
                  <a:pt x="1" y="143632"/>
                  <a:pt x="3177" y="146845"/>
                  <a:pt x="7146" y="146845"/>
                </a:cubicBezTo>
                <a:lnTo>
                  <a:pt x="249947" y="146845"/>
                </a:lnTo>
                <a:cubicBezTo>
                  <a:pt x="253879" y="146845"/>
                  <a:pt x="257093" y="143632"/>
                  <a:pt x="257093" y="139700"/>
                </a:cubicBezTo>
                <a:lnTo>
                  <a:pt x="257093" y="7146"/>
                </a:lnTo>
                <a:cubicBezTo>
                  <a:pt x="257093" y="3214"/>
                  <a:pt x="253879" y="1"/>
                  <a:pt x="24994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4"/>
          <p:cNvSpPr/>
          <p:nvPr/>
        </p:nvSpPr>
        <p:spPr>
          <a:xfrm>
            <a:off x="546317" y="9419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4"/>
          <p:cNvSpPr/>
          <p:nvPr/>
        </p:nvSpPr>
        <p:spPr>
          <a:xfrm>
            <a:off x="281025" y="966589"/>
            <a:ext cx="324527" cy="82660"/>
          </a:xfrm>
          <a:custGeom>
            <a:avLst/>
            <a:gdLst/>
            <a:ahLst/>
            <a:cxnLst/>
            <a:rect l="l" t="t" r="r" b="b"/>
            <a:pathLst>
              <a:path w="10360" h="2535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4"/>
          <p:cNvSpPr/>
          <p:nvPr/>
        </p:nvSpPr>
        <p:spPr>
          <a:xfrm>
            <a:off x="304707" y="104921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4"/>
          <p:cNvSpPr/>
          <p:nvPr/>
        </p:nvSpPr>
        <p:spPr>
          <a:xfrm>
            <a:off x="605521" y="10072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4"/>
          <p:cNvSpPr/>
          <p:nvPr/>
        </p:nvSpPr>
        <p:spPr>
          <a:xfrm>
            <a:off x="546317" y="1298240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3"/>
                  <a:pt x="1286" y="4083"/>
                </a:cubicBezTo>
                <a:cubicBezTo>
                  <a:pt x="1966" y="4083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4"/>
          <p:cNvSpPr/>
          <p:nvPr/>
        </p:nvSpPr>
        <p:spPr>
          <a:xfrm>
            <a:off x="281025" y="132413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8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28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4"/>
          <p:cNvSpPr/>
          <p:nvPr/>
        </p:nvSpPr>
        <p:spPr>
          <a:xfrm>
            <a:off x="304707" y="14054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4"/>
          <p:cNvSpPr/>
          <p:nvPr/>
        </p:nvSpPr>
        <p:spPr>
          <a:xfrm>
            <a:off x="605521" y="136479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4"/>
          <p:cNvSpPr/>
          <p:nvPr/>
        </p:nvSpPr>
        <p:spPr>
          <a:xfrm>
            <a:off x="282216" y="133521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lnTo>
                  <a:pt x="10057" y="0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3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78" y="2118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4"/>
          <p:cNvSpPr/>
          <p:nvPr/>
        </p:nvSpPr>
        <p:spPr>
          <a:xfrm>
            <a:off x="546317" y="165574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04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04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4"/>
          <p:cNvSpPr/>
          <p:nvPr/>
        </p:nvSpPr>
        <p:spPr>
          <a:xfrm>
            <a:off x="281025" y="1680400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4"/>
          <p:cNvSpPr/>
          <p:nvPr/>
        </p:nvSpPr>
        <p:spPr>
          <a:xfrm>
            <a:off x="304707" y="1761756"/>
            <a:ext cx="32014" cy="1272"/>
          </a:xfrm>
          <a:custGeom>
            <a:avLst/>
            <a:gdLst/>
            <a:ahLst/>
            <a:cxnLst/>
            <a:rect l="l" t="t" r="r" b="b"/>
            <a:pathLst>
              <a:path w="1022" h="39" extrusionOk="0">
                <a:moveTo>
                  <a:pt x="1021" y="39"/>
                </a:moveTo>
                <a:lnTo>
                  <a:pt x="38" y="39"/>
                </a:lnTo>
                <a:cubicBezTo>
                  <a:pt x="38" y="39"/>
                  <a:pt x="38" y="39"/>
                  <a:pt x="38" y="39"/>
                </a:cubicBezTo>
                <a:cubicBezTo>
                  <a:pt x="38" y="39"/>
                  <a:pt x="38" y="39"/>
                  <a:pt x="38" y="39"/>
                </a:cubicBezTo>
                <a:lnTo>
                  <a:pt x="1021" y="39"/>
                </a:lnTo>
                <a:lnTo>
                  <a:pt x="102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cubicBezTo>
                  <a:pt x="1" y="39"/>
                  <a:pt x="1" y="39"/>
                  <a:pt x="1" y="1"/>
                </a:cubicBezTo>
                <a:cubicBezTo>
                  <a:pt x="1" y="39"/>
                  <a:pt x="1" y="39"/>
                  <a:pt x="1" y="39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4"/>
          <p:cNvSpPr/>
          <p:nvPr/>
        </p:nvSpPr>
        <p:spPr>
          <a:xfrm>
            <a:off x="605521" y="17210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4"/>
          <p:cNvSpPr/>
          <p:nvPr/>
        </p:nvSpPr>
        <p:spPr>
          <a:xfrm>
            <a:off x="282216" y="169148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03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38"/>
                  <a:pt x="0" y="1249"/>
                </a:cubicBezTo>
                <a:lnTo>
                  <a:pt x="0" y="1249"/>
                </a:lnTo>
                <a:cubicBezTo>
                  <a:pt x="76" y="1740"/>
                  <a:pt x="340" y="2156"/>
                  <a:pt x="719" y="2156"/>
                </a:cubicBezTo>
                <a:cubicBezTo>
                  <a:pt x="719" y="2194"/>
                  <a:pt x="719" y="2194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08"/>
                </a:cubicBez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4"/>
          <p:cNvSpPr/>
          <p:nvPr/>
        </p:nvSpPr>
        <p:spPr>
          <a:xfrm>
            <a:off x="546317" y="2012018"/>
            <a:ext cx="79378" cy="133202"/>
          </a:xfrm>
          <a:custGeom>
            <a:avLst/>
            <a:gdLst/>
            <a:ahLst/>
            <a:cxnLst/>
            <a:rect l="l" t="t" r="r" b="b"/>
            <a:pathLst>
              <a:path w="2534" h="4085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77"/>
                  <a:pt x="567" y="4084"/>
                  <a:pt x="1286" y="4084"/>
                </a:cubicBezTo>
                <a:cubicBezTo>
                  <a:pt x="1966" y="4084"/>
                  <a:pt x="2533" y="3177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4"/>
          <p:cNvSpPr/>
          <p:nvPr/>
        </p:nvSpPr>
        <p:spPr>
          <a:xfrm>
            <a:off x="281025" y="203790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4"/>
          <p:cNvSpPr/>
          <p:nvPr/>
        </p:nvSpPr>
        <p:spPr>
          <a:xfrm>
            <a:off x="304707" y="211929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4"/>
          <p:cNvSpPr/>
          <p:nvPr/>
        </p:nvSpPr>
        <p:spPr>
          <a:xfrm>
            <a:off x="605521" y="207736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4"/>
          <p:cNvSpPr/>
          <p:nvPr/>
        </p:nvSpPr>
        <p:spPr>
          <a:xfrm>
            <a:off x="282216" y="204902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76"/>
                  <a:pt x="10095" y="189"/>
                  <a:pt x="10095" y="303"/>
                </a:cubicBezTo>
                <a:cubicBezTo>
                  <a:pt x="10095" y="983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10"/>
                </a:cubicBezTo>
                <a:lnTo>
                  <a:pt x="0" y="1210"/>
                </a:lnTo>
                <a:cubicBezTo>
                  <a:pt x="76" y="1739"/>
                  <a:pt x="340" y="2117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lnTo>
                  <a:pt x="10322" y="870"/>
                </a:ln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4"/>
          <p:cNvSpPr/>
          <p:nvPr/>
        </p:nvSpPr>
        <p:spPr>
          <a:xfrm>
            <a:off x="546317" y="236956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04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04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4"/>
          <p:cNvSpPr/>
          <p:nvPr/>
        </p:nvSpPr>
        <p:spPr>
          <a:xfrm>
            <a:off x="281025" y="2394211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66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66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4"/>
          <p:cNvSpPr/>
          <p:nvPr/>
        </p:nvSpPr>
        <p:spPr>
          <a:xfrm>
            <a:off x="304707" y="247556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4"/>
          <p:cNvSpPr/>
          <p:nvPr/>
        </p:nvSpPr>
        <p:spPr>
          <a:xfrm>
            <a:off x="605521" y="243487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4"/>
          <p:cNvSpPr/>
          <p:nvPr/>
        </p:nvSpPr>
        <p:spPr>
          <a:xfrm>
            <a:off x="282216" y="240529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4"/>
                  <a:pt x="10095" y="189"/>
                  <a:pt x="10095" y="303"/>
                </a:cubicBezTo>
                <a:cubicBezTo>
                  <a:pt x="10095" y="1021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626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4"/>
          <p:cNvSpPr/>
          <p:nvPr/>
        </p:nvSpPr>
        <p:spPr>
          <a:xfrm>
            <a:off x="546317" y="272582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4"/>
          <p:cNvSpPr/>
          <p:nvPr/>
        </p:nvSpPr>
        <p:spPr>
          <a:xfrm>
            <a:off x="281025" y="2751719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30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30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4"/>
          <p:cNvSpPr/>
          <p:nvPr/>
        </p:nvSpPr>
        <p:spPr>
          <a:xfrm>
            <a:off x="304707" y="283307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4"/>
          <p:cNvSpPr/>
          <p:nvPr/>
        </p:nvSpPr>
        <p:spPr>
          <a:xfrm>
            <a:off x="605521" y="279117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4"/>
          <p:cNvSpPr/>
          <p:nvPr/>
        </p:nvSpPr>
        <p:spPr>
          <a:xfrm>
            <a:off x="282216" y="276156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41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75"/>
                  <a:pt x="0" y="1248"/>
                </a:cubicBezTo>
                <a:lnTo>
                  <a:pt x="0" y="1248"/>
                </a:lnTo>
                <a:cubicBezTo>
                  <a:pt x="76" y="1778"/>
                  <a:pt x="340" y="2156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4"/>
          <p:cNvSpPr/>
          <p:nvPr/>
        </p:nvSpPr>
        <p:spPr>
          <a:xfrm>
            <a:off x="546317" y="30833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04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04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4"/>
          <p:cNvSpPr/>
          <p:nvPr/>
        </p:nvSpPr>
        <p:spPr>
          <a:xfrm>
            <a:off x="281025" y="310798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4"/>
          <p:cNvSpPr/>
          <p:nvPr/>
        </p:nvSpPr>
        <p:spPr>
          <a:xfrm>
            <a:off x="304707" y="318937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4"/>
          <p:cNvSpPr/>
          <p:nvPr/>
        </p:nvSpPr>
        <p:spPr>
          <a:xfrm>
            <a:off x="605521" y="31486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4"/>
          <p:cNvSpPr/>
          <p:nvPr/>
        </p:nvSpPr>
        <p:spPr>
          <a:xfrm>
            <a:off x="282216" y="311910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3"/>
                  <a:pt x="10095" y="189"/>
                  <a:pt x="10095" y="302"/>
                </a:cubicBezTo>
                <a:cubicBezTo>
                  <a:pt x="10095" y="1021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48"/>
                </a:cubicBezTo>
                <a:lnTo>
                  <a:pt x="0" y="1248"/>
                </a:lnTo>
                <a:cubicBezTo>
                  <a:pt x="76" y="1739"/>
                  <a:pt x="340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4"/>
          <p:cNvSpPr/>
          <p:nvPr/>
        </p:nvSpPr>
        <p:spPr>
          <a:xfrm>
            <a:off x="546317" y="343964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42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42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4"/>
          <p:cNvSpPr/>
          <p:nvPr/>
        </p:nvSpPr>
        <p:spPr>
          <a:xfrm>
            <a:off x="281025" y="3465498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30"/>
                  <a:pt x="0" y="1249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9"/>
                </a:cubicBezTo>
                <a:cubicBezTo>
                  <a:pt x="10360" y="530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4"/>
          <p:cNvSpPr/>
          <p:nvPr/>
        </p:nvSpPr>
        <p:spPr>
          <a:xfrm>
            <a:off x="304707" y="35468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4"/>
          <p:cNvSpPr/>
          <p:nvPr/>
        </p:nvSpPr>
        <p:spPr>
          <a:xfrm>
            <a:off x="605521" y="350495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4"/>
          <p:cNvSpPr/>
          <p:nvPr/>
        </p:nvSpPr>
        <p:spPr>
          <a:xfrm>
            <a:off x="282216" y="347537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lnTo>
                  <a:pt x="10057" y="0"/>
                </a:ln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4"/>
          <p:cNvSpPr/>
          <p:nvPr/>
        </p:nvSpPr>
        <p:spPr>
          <a:xfrm>
            <a:off x="546317" y="3795909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4"/>
                  <a:pt x="1286" y="4084"/>
                </a:cubicBezTo>
                <a:cubicBezTo>
                  <a:pt x="1966" y="4084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4"/>
          <p:cNvSpPr/>
          <p:nvPr/>
        </p:nvSpPr>
        <p:spPr>
          <a:xfrm>
            <a:off x="281025" y="382180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4"/>
          <p:cNvSpPr/>
          <p:nvPr/>
        </p:nvSpPr>
        <p:spPr>
          <a:xfrm>
            <a:off x="304707" y="390315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4"/>
          <p:cNvSpPr/>
          <p:nvPr/>
        </p:nvSpPr>
        <p:spPr>
          <a:xfrm>
            <a:off x="605521" y="38624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4"/>
          <p:cNvSpPr/>
          <p:nvPr/>
        </p:nvSpPr>
        <p:spPr>
          <a:xfrm>
            <a:off x="282216" y="3832886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1"/>
                </a:moveTo>
                <a:lnTo>
                  <a:pt x="10057" y="1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4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40" y="2118"/>
                  <a:pt x="719" y="2156"/>
                </a:cubicBezTo>
                <a:lnTo>
                  <a:pt x="9528" y="2156"/>
                </a:lnTo>
                <a:cubicBezTo>
                  <a:pt x="9981" y="2156"/>
                  <a:pt x="10322" y="1589"/>
                  <a:pt x="10322" y="908"/>
                </a:cubicBezTo>
                <a:cubicBezTo>
                  <a:pt x="10322" y="530"/>
                  <a:pt x="10208" y="227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4"/>
          <p:cNvSpPr/>
          <p:nvPr/>
        </p:nvSpPr>
        <p:spPr>
          <a:xfrm>
            <a:off x="546317" y="415341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4"/>
          <p:cNvSpPr/>
          <p:nvPr/>
        </p:nvSpPr>
        <p:spPr>
          <a:xfrm>
            <a:off x="281025" y="4178069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4"/>
          <p:cNvSpPr/>
          <p:nvPr/>
        </p:nvSpPr>
        <p:spPr>
          <a:xfrm>
            <a:off x="304707" y="4260664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4"/>
          <p:cNvSpPr/>
          <p:nvPr/>
        </p:nvSpPr>
        <p:spPr>
          <a:xfrm>
            <a:off x="605521" y="421876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4"/>
          <p:cNvSpPr/>
          <p:nvPr/>
        </p:nvSpPr>
        <p:spPr>
          <a:xfrm>
            <a:off x="282216" y="4189188"/>
            <a:ext cx="323337" cy="71508"/>
          </a:xfrm>
          <a:custGeom>
            <a:avLst/>
            <a:gdLst/>
            <a:ahLst/>
            <a:cxnLst/>
            <a:rect l="l" t="t" r="r" b="b"/>
            <a:pathLst>
              <a:path w="10322" h="2193" extrusionOk="0">
                <a:moveTo>
                  <a:pt x="10057" y="0"/>
                </a:moveTo>
                <a:lnTo>
                  <a:pt x="10057" y="0"/>
                </a:lnTo>
                <a:cubicBezTo>
                  <a:pt x="10095" y="113"/>
                  <a:pt x="10095" y="227"/>
                  <a:pt x="10095" y="340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7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4"/>
          <p:cNvSpPr/>
          <p:nvPr/>
        </p:nvSpPr>
        <p:spPr>
          <a:xfrm>
            <a:off x="228900" y="135685"/>
            <a:ext cx="794715" cy="686714"/>
          </a:xfrm>
          <a:custGeom>
            <a:avLst/>
            <a:gdLst/>
            <a:ahLst/>
            <a:cxnLst/>
            <a:rect l="l" t="t" r="r" b="b"/>
            <a:pathLst>
              <a:path w="25370" h="21060" extrusionOk="0">
                <a:moveTo>
                  <a:pt x="20833" y="1"/>
                </a:moveTo>
                <a:lnTo>
                  <a:pt x="1" y="14443"/>
                </a:lnTo>
                <a:cubicBezTo>
                  <a:pt x="1" y="14443"/>
                  <a:pt x="1097" y="14443"/>
                  <a:pt x="1513" y="14972"/>
                </a:cubicBezTo>
                <a:cubicBezTo>
                  <a:pt x="1891" y="15540"/>
                  <a:pt x="1551" y="16371"/>
                  <a:pt x="1551" y="16371"/>
                </a:cubicBezTo>
                <a:cubicBezTo>
                  <a:pt x="1551" y="16371"/>
                  <a:pt x="2647" y="16371"/>
                  <a:pt x="3063" y="16938"/>
                </a:cubicBezTo>
                <a:cubicBezTo>
                  <a:pt x="3479" y="17543"/>
                  <a:pt x="3139" y="18867"/>
                  <a:pt x="3139" y="18867"/>
                </a:cubicBezTo>
                <a:cubicBezTo>
                  <a:pt x="3139" y="18867"/>
                  <a:pt x="4349" y="19018"/>
                  <a:pt x="4613" y="19396"/>
                </a:cubicBezTo>
                <a:cubicBezTo>
                  <a:pt x="4878" y="19774"/>
                  <a:pt x="4727" y="21060"/>
                  <a:pt x="4727" y="21060"/>
                </a:cubicBezTo>
                <a:lnTo>
                  <a:pt x="25370" y="6768"/>
                </a:lnTo>
                <a:cubicBezTo>
                  <a:pt x="23442" y="6579"/>
                  <a:pt x="23782" y="4575"/>
                  <a:pt x="23782" y="4575"/>
                </a:cubicBezTo>
                <a:cubicBezTo>
                  <a:pt x="23782" y="4575"/>
                  <a:pt x="22912" y="4235"/>
                  <a:pt x="22459" y="3819"/>
                </a:cubicBezTo>
                <a:cubicBezTo>
                  <a:pt x="22043" y="3403"/>
                  <a:pt x="22345" y="2156"/>
                  <a:pt x="22345" y="2156"/>
                </a:cubicBezTo>
                <a:cubicBezTo>
                  <a:pt x="22345" y="2156"/>
                  <a:pt x="21173" y="2118"/>
                  <a:pt x="20795" y="1626"/>
                </a:cubicBezTo>
                <a:cubicBezTo>
                  <a:pt x="20455" y="1135"/>
                  <a:pt x="20833" y="1"/>
                  <a:pt x="2083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4"/>
          <p:cNvSpPr/>
          <p:nvPr/>
        </p:nvSpPr>
        <p:spPr>
          <a:xfrm>
            <a:off x="282216" y="97770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8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4"/>
          <p:cNvSpPr txBox="1">
            <a:spLocks noGrp="1"/>
          </p:cNvSpPr>
          <p:nvPr>
            <p:ph type="title"/>
          </p:nvPr>
        </p:nvSpPr>
        <p:spPr>
          <a:xfrm>
            <a:off x="726225" y="441350"/>
            <a:ext cx="7691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9" name="Google Shape;309;p4"/>
          <p:cNvSpPr txBox="1">
            <a:spLocks noGrp="1"/>
          </p:cNvSpPr>
          <p:nvPr>
            <p:ph type="subTitle" idx="1"/>
          </p:nvPr>
        </p:nvSpPr>
        <p:spPr>
          <a:xfrm>
            <a:off x="821325" y="1232150"/>
            <a:ext cx="7501200" cy="33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0" name="Google Shape;310;p4"/>
          <p:cNvSpPr/>
          <p:nvPr/>
        </p:nvSpPr>
        <p:spPr>
          <a:xfrm rot="4238894">
            <a:off x="287196" y="4383386"/>
            <a:ext cx="794710" cy="686759"/>
          </a:xfrm>
          <a:custGeom>
            <a:avLst/>
            <a:gdLst/>
            <a:ahLst/>
            <a:cxnLst/>
            <a:rect l="l" t="t" r="r" b="b"/>
            <a:pathLst>
              <a:path w="25370" h="21060" extrusionOk="0">
                <a:moveTo>
                  <a:pt x="20833" y="1"/>
                </a:moveTo>
                <a:lnTo>
                  <a:pt x="1" y="14443"/>
                </a:lnTo>
                <a:cubicBezTo>
                  <a:pt x="1" y="14443"/>
                  <a:pt x="1097" y="14443"/>
                  <a:pt x="1513" y="14972"/>
                </a:cubicBezTo>
                <a:cubicBezTo>
                  <a:pt x="1891" y="15540"/>
                  <a:pt x="1551" y="16371"/>
                  <a:pt x="1551" y="16371"/>
                </a:cubicBezTo>
                <a:cubicBezTo>
                  <a:pt x="1551" y="16371"/>
                  <a:pt x="2647" y="16371"/>
                  <a:pt x="3063" y="16938"/>
                </a:cubicBezTo>
                <a:cubicBezTo>
                  <a:pt x="3479" y="17543"/>
                  <a:pt x="3139" y="18867"/>
                  <a:pt x="3139" y="18867"/>
                </a:cubicBezTo>
                <a:cubicBezTo>
                  <a:pt x="3139" y="18867"/>
                  <a:pt x="4349" y="19018"/>
                  <a:pt x="4613" y="19396"/>
                </a:cubicBezTo>
                <a:cubicBezTo>
                  <a:pt x="4878" y="19774"/>
                  <a:pt x="4727" y="21060"/>
                  <a:pt x="4727" y="21060"/>
                </a:cubicBezTo>
                <a:lnTo>
                  <a:pt x="25370" y="6768"/>
                </a:lnTo>
                <a:cubicBezTo>
                  <a:pt x="23442" y="6579"/>
                  <a:pt x="23782" y="4575"/>
                  <a:pt x="23782" y="4575"/>
                </a:cubicBezTo>
                <a:cubicBezTo>
                  <a:pt x="23782" y="4575"/>
                  <a:pt x="22912" y="4235"/>
                  <a:pt x="22459" y="3819"/>
                </a:cubicBezTo>
                <a:cubicBezTo>
                  <a:pt x="22043" y="3403"/>
                  <a:pt x="22345" y="2156"/>
                  <a:pt x="22345" y="2156"/>
                </a:cubicBezTo>
                <a:cubicBezTo>
                  <a:pt x="22345" y="2156"/>
                  <a:pt x="21173" y="2118"/>
                  <a:pt x="20795" y="1626"/>
                </a:cubicBezTo>
                <a:cubicBezTo>
                  <a:pt x="20455" y="1135"/>
                  <a:pt x="20833" y="1"/>
                  <a:pt x="2083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4"/>
          <p:cNvSpPr/>
          <p:nvPr/>
        </p:nvSpPr>
        <p:spPr>
          <a:xfrm>
            <a:off x="7109750" y="732675"/>
            <a:ext cx="119125" cy="81200"/>
          </a:xfrm>
          <a:custGeom>
            <a:avLst/>
            <a:gdLst/>
            <a:ahLst/>
            <a:cxnLst/>
            <a:rect l="l" t="t" r="r" b="b"/>
            <a:pathLst>
              <a:path w="4765" h="3248" extrusionOk="0">
                <a:moveTo>
                  <a:pt x="2253" y="1"/>
                </a:moveTo>
                <a:cubicBezTo>
                  <a:pt x="255" y="1"/>
                  <a:pt x="1" y="2834"/>
                  <a:pt x="2007" y="3221"/>
                </a:cubicBezTo>
                <a:cubicBezTo>
                  <a:pt x="2122" y="3239"/>
                  <a:pt x="2233" y="3248"/>
                  <a:pt x="2340" y="3248"/>
                </a:cubicBezTo>
                <a:cubicBezTo>
                  <a:pt x="4296" y="3248"/>
                  <a:pt x="4764" y="346"/>
                  <a:pt x="2483" y="13"/>
                </a:cubicBezTo>
                <a:cubicBezTo>
                  <a:pt x="2404" y="5"/>
                  <a:pt x="2327" y="1"/>
                  <a:pt x="225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4"/>
          <p:cNvSpPr/>
          <p:nvPr/>
        </p:nvSpPr>
        <p:spPr>
          <a:xfrm>
            <a:off x="1324400" y="551063"/>
            <a:ext cx="87000" cy="61925"/>
          </a:xfrm>
          <a:custGeom>
            <a:avLst/>
            <a:gdLst/>
            <a:ahLst/>
            <a:cxnLst/>
            <a:rect l="l" t="t" r="r" b="b"/>
            <a:pathLst>
              <a:path w="3480" h="2477" extrusionOk="0">
                <a:moveTo>
                  <a:pt x="2112" y="1"/>
                </a:moveTo>
                <a:cubicBezTo>
                  <a:pt x="1992" y="1"/>
                  <a:pt x="1862" y="18"/>
                  <a:pt x="1722" y="57"/>
                </a:cubicBezTo>
                <a:cubicBezTo>
                  <a:pt x="1690" y="55"/>
                  <a:pt x="1659" y="54"/>
                  <a:pt x="1628" y="54"/>
                </a:cubicBezTo>
                <a:cubicBezTo>
                  <a:pt x="35" y="54"/>
                  <a:pt x="1" y="2476"/>
                  <a:pt x="1610" y="2476"/>
                </a:cubicBezTo>
                <a:cubicBezTo>
                  <a:pt x="1678" y="2476"/>
                  <a:pt x="1748" y="2472"/>
                  <a:pt x="1822" y="2463"/>
                </a:cubicBezTo>
                <a:cubicBezTo>
                  <a:pt x="3480" y="2279"/>
                  <a:pt x="3466" y="1"/>
                  <a:pt x="211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3" name="Google Shape;313;p4"/>
          <p:cNvGrpSpPr/>
          <p:nvPr/>
        </p:nvGrpSpPr>
        <p:grpSpPr>
          <a:xfrm>
            <a:off x="7636900" y="441350"/>
            <a:ext cx="291375" cy="281375"/>
            <a:chOff x="3243875" y="2372825"/>
            <a:chExt cx="291375" cy="281375"/>
          </a:xfrm>
        </p:grpSpPr>
        <p:sp>
          <p:nvSpPr>
            <p:cNvPr id="314" name="Google Shape;314;p4"/>
            <p:cNvSpPr/>
            <p:nvPr/>
          </p:nvSpPr>
          <p:spPr>
            <a:xfrm>
              <a:off x="3287125" y="2403550"/>
              <a:ext cx="205525" cy="200525"/>
            </a:xfrm>
            <a:custGeom>
              <a:avLst/>
              <a:gdLst/>
              <a:ahLst/>
              <a:cxnLst/>
              <a:rect l="l" t="t" r="r" b="b"/>
              <a:pathLst>
                <a:path w="8221" h="8021" fill="none" extrusionOk="0">
                  <a:moveTo>
                    <a:pt x="8221" y="0"/>
                  </a:moveTo>
                  <a:cubicBezTo>
                    <a:pt x="5765" y="2982"/>
                    <a:pt x="2807" y="5338"/>
                    <a:pt x="0" y="802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4"/>
            <p:cNvSpPr/>
            <p:nvPr/>
          </p:nvSpPr>
          <p:spPr>
            <a:xfrm>
              <a:off x="3304025" y="2403550"/>
              <a:ext cx="191125" cy="210550"/>
            </a:xfrm>
            <a:custGeom>
              <a:avLst/>
              <a:gdLst/>
              <a:ahLst/>
              <a:cxnLst/>
              <a:rect l="l" t="t" r="r" b="b"/>
              <a:pathLst>
                <a:path w="7645" h="8422" fill="none" extrusionOk="0">
                  <a:moveTo>
                    <a:pt x="1" y="0"/>
                  </a:moveTo>
                  <a:cubicBezTo>
                    <a:pt x="1404" y="1830"/>
                    <a:pt x="3159" y="3409"/>
                    <a:pt x="4738" y="5088"/>
                  </a:cubicBezTo>
                  <a:cubicBezTo>
                    <a:pt x="6066" y="6491"/>
                    <a:pt x="6292" y="6993"/>
                    <a:pt x="7645" y="842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4"/>
            <p:cNvSpPr/>
            <p:nvPr/>
          </p:nvSpPr>
          <p:spPr>
            <a:xfrm>
              <a:off x="3396775" y="2372825"/>
              <a:ext cx="10675" cy="281375"/>
            </a:xfrm>
            <a:custGeom>
              <a:avLst/>
              <a:gdLst/>
              <a:ahLst/>
              <a:cxnLst/>
              <a:rect l="l" t="t" r="r" b="b"/>
              <a:pathLst>
                <a:path w="427" h="11255" fill="none" extrusionOk="0">
                  <a:moveTo>
                    <a:pt x="150" y="1"/>
                  </a:moveTo>
                  <a:cubicBezTo>
                    <a:pt x="75" y="2507"/>
                    <a:pt x="426" y="5013"/>
                    <a:pt x="150" y="7470"/>
                  </a:cubicBezTo>
                  <a:cubicBezTo>
                    <a:pt x="25" y="8798"/>
                    <a:pt x="0" y="9951"/>
                    <a:pt x="0" y="11254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4"/>
            <p:cNvSpPr/>
            <p:nvPr/>
          </p:nvSpPr>
          <p:spPr>
            <a:xfrm>
              <a:off x="3243875" y="2495650"/>
              <a:ext cx="285125" cy="10675"/>
            </a:xfrm>
            <a:custGeom>
              <a:avLst/>
              <a:gdLst/>
              <a:ahLst/>
              <a:cxnLst/>
              <a:rect l="l" t="t" r="r" b="b"/>
              <a:pathLst>
                <a:path w="11405" h="427" fill="none" extrusionOk="0">
                  <a:moveTo>
                    <a:pt x="11404" y="426"/>
                  </a:moveTo>
                  <a:cubicBezTo>
                    <a:pt x="7495" y="0"/>
                    <a:pt x="3886" y="201"/>
                    <a:pt x="1" y="5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4"/>
            <p:cNvSpPr/>
            <p:nvPr/>
          </p:nvSpPr>
          <p:spPr>
            <a:xfrm>
              <a:off x="3340375" y="2379100"/>
              <a:ext cx="104650" cy="267575"/>
            </a:xfrm>
            <a:custGeom>
              <a:avLst/>
              <a:gdLst/>
              <a:ahLst/>
              <a:cxnLst/>
              <a:rect l="l" t="t" r="r" b="b"/>
              <a:pathLst>
                <a:path w="4186" h="10703" fill="none" extrusionOk="0">
                  <a:moveTo>
                    <a:pt x="0" y="1"/>
                  </a:moveTo>
                  <a:cubicBezTo>
                    <a:pt x="1780" y="3409"/>
                    <a:pt x="2833" y="7043"/>
                    <a:pt x="4186" y="1070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4"/>
            <p:cNvSpPr/>
            <p:nvPr/>
          </p:nvSpPr>
          <p:spPr>
            <a:xfrm>
              <a:off x="3267075" y="2458675"/>
              <a:ext cx="268175" cy="94000"/>
            </a:xfrm>
            <a:custGeom>
              <a:avLst/>
              <a:gdLst/>
              <a:ahLst/>
              <a:cxnLst/>
              <a:rect l="l" t="t" r="r" b="b"/>
              <a:pathLst>
                <a:path w="10727" h="3760" fill="none" extrusionOk="0">
                  <a:moveTo>
                    <a:pt x="0" y="3760"/>
                  </a:moveTo>
                  <a:cubicBezTo>
                    <a:pt x="2231" y="3184"/>
                    <a:pt x="4361" y="2181"/>
                    <a:pt x="6516" y="1379"/>
                  </a:cubicBezTo>
                  <a:cubicBezTo>
                    <a:pt x="8346" y="702"/>
                    <a:pt x="8897" y="677"/>
                    <a:pt x="10727" y="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4"/>
            <p:cNvSpPr/>
            <p:nvPr/>
          </p:nvSpPr>
          <p:spPr>
            <a:xfrm>
              <a:off x="3276475" y="2451775"/>
              <a:ext cx="257525" cy="112825"/>
            </a:xfrm>
            <a:custGeom>
              <a:avLst/>
              <a:gdLst/>
              <a:ahLst/>
              <a:cxnLst/>
              <a:rect l="l" t="t" r="r" b="b"/>
              <a:pathLst>
                <a:path w="10301" h="4513" fill="none" extrusionOk="0">
                  <a:moveTo>
                    <a:pt x="0" y="1"/>
                  </a:moveTo>
                  <a:cubicBezTo>
                    <a:pt x="2281" y="1028"/>
                    <a:pt x="4712" y="1680"/>
                    <a:pt x="6867" y="2908"/>
                  </a:cubicBezTo>
                  <a:cubicBezTo>
                    <a:pt x="8045" y="3535"/>
                    <a:pt x="9098" y="4011"/>
                    <a:pt x="10301" y="451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4"/>
            <p:cNvSpPr/>
            <p:nvPr/>
          </p:nvSpPr>
          <p:spPr>
            <a:xfrm>
              <a:off x="3329100" y="2385375"/>
              <a:ext cx="120325" cy="258800"/>
            </a:xfrm>
            <a:custGeom>
              <a:avLst/>
              <a:gdLst/>
              <a:ahLst/>
              <a:cxnLst/>
              <a:rect l="l" t="t" r="r" b="b"/>
              <a:pathLst>
                <a:path w="4813" h="10352" fill="none" extrusionOk="0">
                  <a:moveTo>
                    <a:pt x="4812" y="0"/>
                  </a:moveTo>
                  <a:cubicBezTo>
                    <a:pt x="2883" y="3434"/>
                    <a:pt x="1654" y="6842"/>
                    <a:pt x="0" y="1035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4"/>
            <p:cNvSpPr/>
            <p:nvPr/>
          </p:nvSpPr>
          <p:spPr>
            <a:xfrm>
              <a:off x="3327850" y="2438625"/>
              <a:ext cx="133475" cy="132850"/>
            </a:xfrm>
            <a:custGeom>
              <a:avLst/>
              <a:gdLst/>
              <a:ahLst/>
              <a:cxnLst/>
              <a:rect l="l" t="t" r="r" b="b"/>
              <a:pathLst>
                <a:path w="5339" h="5314" extrusionOk="0">
                  <a:moveTo>
                    <a:pt x="4887" y="1830"/>
                  </a:moveTo>
                  <a:cubicBezTo>
                    <a:pt x="5339" y="3058"/>
                    <a:pt x="4712" y="4412"/>
                    <a:pt x="3484" y="4863"/>
                  </a:cubicBezTo>
                  <a:cubicBezTo>
                    <a:pt x="2281" y="5314"/>
                    <a:pt x="928" y="4687"/>
                    <a:pt x="451" y="3484"/>
                  </a:cubicBezTo>
                  <a:cubicBezTo>
                    <a:pt x="0" y="2256"/>
                    <a:pt x="627" y="903"/>
                    <a:pt x="1855" y="452"/>
                  </a:cubicBezTo>
                  <a:cubicBezTo>
                    <a:pt x="3058" y="1"/>
                    <a:pt x="4411" y="602"/>
                    <a:pt x="4887" y="183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4"/>
            <p:cNvSpPr/>
            <p:nvPr/>
          </p:nvSpPr>
          <p:spPr>
            <a:xfrm>
              <a:off x="3358550" y="2469325"/>
              <a:ext cx="72075" cy="71450"/>
            </a:xfrm>
            <a:custGeom>
              <a:avLst/>
              <a:gdLst/>
              <a:ahLst/>
              <a:cxnLst/>
              <a:rect l="l" t="t" r="r" b="b"/>
              <a:pathLst>
                <a:path w="2883" h="2858" extrusionOk="0">
                  <a:moveTo>
                    <a:pt x="2632" y="978"/>
                  </a:moveTo>
                  <a:cubicBezTo>
                    <a:pt x="2882" y="1630"/>
                    <a:pt x="2532" y="2382"/>
                    <a:pt x="1880" y="2607"/>
                  </a:cubicBezTo>
                  <a:cubicBezTo>
                    <a:pt x="1228" y="2858"/>
                    <a:pt x="502" y="2532"/>
                    <a:pt x="251" y="1880"/>
                  </a:cubicBezTo>
                  <a:cubicBezTo>
                    <a:pt x="0" y="1204"/>
                    <a:pt x="326" y="477"/>
                    <a:pt x="1003" y="226"/>
                  </a:cubicBezTo>
                  <a:cubicBezTo>
                    <a:pt x="1654" y="1"/>
                    <a:pt x="2381" y="326"/>
                    <a:pt x="2632" y="9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4" name="Google Shape;324;p4"/>
          <p:cNvSpPr/>
          <p:nvPr/>
        </p:nvSpPr>
        <p:spPr>
          <a:xfrm>
            <a:off x="8088375" y="1232138"/>
            <a:ext cx="87000" cy="61925"/>
          </a:xfrm>
          <a:custGeom>
            <a:avLst/>
            <a:gdLst/>
            <a:ahLst/>
            <a:cxnLst/>
            <a:rect l="l" t="t" r="r" b="b"/>
            <a:pathLst>
              <a:path w="3480" h="2477" extrusionOk="0">
                <a:moveTo>
                  <a:pt x="2112" y="1"/>
                </a:moveTo>
                <a:cubicBezTo>
                  <a:pt x="1992" y="1"/>
                  <a:pt x="1862" y="18"/>
                  <a:pt x="1722" y="57"/>
                </a:cubicBezTo>
                <a:cubicBezTo>
                  <a:pt x="1690" y="55"/>
                  <a:pt x="1659" y="54"/>
                  <a:pt x="1628" y="54"/>
                </a:cubicBezTo>
                <a:cubicBezTo>
                  <a:pt x="35" y="54"/>
                  <a:pt x="1" y="2476"/>
                  <a:pt x="1610" y="2476"/>
                </a:cubicBezTo>
                <a:cubicBezTo>
                  <a:pt x="1678" y="2476"/>
                  <a:pt x="1748" y="2472"/>
                  <a:pt x="1822" y="2463"/>
                </a:cubicBezTo>
                <a:cubicBezTo>
                  <a:pt x="3480" y="2279"/>
                  <a:pt x="3466" y="1"/>
                  <a:pt x="2112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4"/>
          <p:cNvSpPr/>
          <p:nvPr/>
        </p:nvSpPr>
        <p:spPr>
          <a:xfrm>
            <a:off x="1023000" y="1014050"/>
            <a:ext cx="119125" cy="81200"/>
          </a:xfrm>
          <a:custGeom>
            <a:avLst/>
            <a:gdLst/>
            <a:ahLst/>
            <a:cxnLst/>
            <a:rect l="l" t="t" r="r" b="b"/>
            <a:pathLst>
              <a:path w="4765" h="3248" extrusionOk="0">
                <a:moveTo>
                  <a:pt x="2253" y="1"/>
                </a:moveTo>
                <a:cubicBezTo>
                  <a:pt x="255" y="1"/>
                  <a:pt x="1" y="2834"/>
                  <a:pt x="2007" y="3221"/>
                </a:cubicBezTo>
                <a:cubicBezTo>
                  <a:pt x="2122" y="3239"/>
                  <a:pt x="2233" y="3248"/>
                  <a:pt x="2340" y="3248"/>
                </a:cubicBezTo>
                <a:cubicBezTo>
                  <a:pt x="4296" y="3248"/>
                  <a:pt x="4764" y="346"/>
                  <a:pt x="2483" y="13"/>
                </a:cubicBezTo>
                <a:cubicBezTo>
                  <a:pt x="2404" y="5"/>
                  <a:pt x="2327" y="1"/>
                  <a:pt x="225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Google Shape;327;p5"/>
          <p:cNvGrpSpPr/>
          <p:nvPr/>
        </p:nvGrpSpPr>
        <p:grpSpPr>
          <a:xfrm>
            <a:off x="395894" y="219519"/>
            <a:ext cx="8518865" cy="4788281"/>
            <a:chOff x="395894" y="219519"/>
            <a:chExt cx="8518865" cy="4788281"/>
          </a:xfrm>
        </p:grpSpPr>
        <p:sp>
          <p:nvSpPr>
            <p:cNvPr id="328" name="Google Shape;328;p5"/>
            <p:cNvSpPr/>
            <p:nvPr/>
          </p:nvSpPr>
          <p:spPr>
            <a:xfrm>
              <a:off x="661185" y="219519"/>
              <a:ext cx="8068819" cy="4788281"/>
            </a:xfrm>
            <a:custGeom>
              <a:avLst/>
              <a:gdLst/>
              <a:ahLst/>
              <a:cxnLst/>
              <a:rect l="l" t="t" r="r" b="b"/>
              <a:pathLst>
                <a:path w="257584" h="146846" extrusionOk="0">
                  <a:moveTo>
                    <a:pt x="7146" y="1"/>
                  </a:moveTo>
                  <a:cubicBezTo>
                    <a:pt x="3214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214" y="146845"/>
                    <a:pt x="7146" y="146845"/>
                  </a:cubicBezTo>
                  <a:lnTo>
                    <a:pt x="250438" y="146845"/>
                  </a:lnTo>
                  <a:cubicBezTo>
                    <a:pt x="254408" y="146845"/>
                    <a:pt x="257584" y="143632"/>
                    <a:pt x="257584" y="139700"/>
                  </a:cubicBezTo>
                  <a:lnTo>
                    <a:pt x="257584" y="7146"/>
                  </a:lnTo>
                  <a:cubicBezTo>
                    <a:pt x="257584" y="3214"/>
                    <a:pt x="254408" y="1"/>
                    <a:pt x="250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9" name="Google Shape;329;p5"/>
            <p:cNvGrpSpPr/>
            <p:nvPr/>
          </p:nvGrpSpPr>
          <p:grpSpPr>
            <a:xfrm>
              <a:off x="8341543" y="2282008"/>
              <a:ext cx="569676" cy="380612"/>
              <a:chOff x="8341543" y="2282008"/>
              <a:chExt cx="569676" cy="380612"/>
            </a:xfrm>
          </p:grpSpPr>
          <p:sp>
            <p:nvSpPr>
              <p:cNvPr id="330" name="Google Shape;330;p5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5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2" name="Google Shape;332;p5"/>
            <p:cNvSpPr/>
            <p:nvPr/>
          </p:nvSpPr>
          <p:spPr>
            <a:xfrm>
              <a:off x="8341543" y="4447718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3" name="Google Shape;333;p5"/>
            <p:cNvGrpSpPr/>
            <p:nvPr/>
          </p:nvGrpSpPr>
          <p:grpSpPr>
            <a:xfrm>
              <a:off x="8341543" y="1721094"/>
              <a:ext cx="569676" cy="380612"/>
              <a:chOff x="8341543" y="1721094"/>
              <a:chExt cx="569676" cy="380612"/>
            </a:xfrm>
          </p:grpSpPr>
          <p:sp>
            <p:nvSpPr>
              <p:cNvPr id="334" name="Google Shape;334;p5"/>
              <p:cNvSpPr/>
              <p:nvPr/>
            </p:nvSpPr>
            <p:spPr>
              <a:xfrm>
                <a:off x="8341543" y="1800869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5"/>
              <p:cNvSpPr/>
              <p:nvPr/>
            </p:nvSpPr>
            <p:spPr>
              <a:xfrm>
                <a:off x="8341543" y="1721094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6" name="Google Shape;336;p5"/>
            <p:cNvGrpSpPr/>
            <p:nvPr/>
          </p:nvGrpSpPr>
          <p:grpSpPr>
            <a:xfrm>
              <a:off x="8346273" y="1183592"/>
              <a:ext cx="568486" cy="388014"/>
              <a:chOff x="8346273" y="1183592"/>
              <a:chExt cx="568486" cy="388014"/>
            </a:xfrm>
          </p:grpSpPr>
          <p:sp>
            <p:nvSpPr>
              <p:cNvPr id="337" name="Google Shape;337;p5"/>
              <p:cNvSpPr/>
              <p:nvPr/>
            </p:nvSpPr>
            <p:spPr>
              <a:xfrm>
                <a:off x="8346273" y="1263367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5"/>
              <p:cNvSpPr/>
              <p:nvPr/>
            </p:nvSpPr>
            <p:spPr>
              <a:xfrm>
                <a:off x="8346273" y="1183592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9" name="Google Shape;339;p5"/>
            <p:cNvGrpSpPr/>
            <p:nvPr/>
          </p:nvGrpSpPr>
          <p:grpSpPr>
            <a:xfrm>
              <a:off x="8341543" y="606635"/>
              <a:ext cx="569676" cy="388014"/>
              <a:chOff x="8341543" y="606635"/>
              <a:chExt cx="569676" cy="388014"/>
            </a:xfrm>
          </p:grpSpPr>
          <p:sp>
            <p:nvSpPr>
              <p:cNvPr id="340" name="Google Shape;340;p5"/>
              <p:cNvSpPr/>
              <p:nvPr/>
            </p:nvSpPr>
            <p:spPr>
              <a:xfrm>
                <a:off x="8341543" y="686410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5"/>
              <p:cNvSpPr/>
              <p:nvPr/>
            </p:nvSpPr>
            <p:spPr>
              <a:xfrm>
                <a:off x="8341543" y="606635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2" name="Google Shape;342;p5"/>
            <p:cNvGrpSpPr/>
            <p:nvPr/>
          </p:nvGrpSpPr>
          <p:grpSpPr>
            <a:xfrm>
              <a:off x="8341543" y="2842933"/>
              <a:ext cx="569676" cy="380612"/>
              <a:chOff x="8341543" y="2282008"/>
              <a:chExt cx="569676" cy="380612"/>
            </a:xfrm>
          </p:grpSpPr>
          <p:sp>
            <p:nvSpPr>
              <p:cNvPr id="343" name="Google Shape;343;p5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5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5" name="Google Shape;345;p5"/>
            <p:cNvGrpSpPr/>
            <p:nvPr/>
          </p:nvGrpSpPr>
          <p:grpSpPr>
            <a:xfrm>
              <a:off x="8341543" y="3403858"/>
              <a:ext cx="569676" cy="380612"/>
              <a:chOff x="8341543" y="2282008"/>
              <a:chExt cx="569676" cy="380612"/>
            </a:xfrm>
          </p:grpSpPr>
          <p:sp>
            <p:nvSpPr>
              <p:cNvPr id="346" name="Google Shape;346;p5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5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8" name="Google Shape;348;p5"/>
            <p:cNvSpPr/>
            <p:nvPr/>
          </p:nvSpPr>
          <p:spPr>
            <a:xfrm>
              <a:off x="8341543" y="4367943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5"/>
            <p:cNvSpPr/>
            <p:nvPr/>
          </p:nvSpPr>
          <p:spPr>
            <a:xfrm>
              <a:off x="395894" y="219519"/>
              <a:ext cx="8053438" cy="4788281"/>
            </a:xfrm>
            <a:custGeom>
              <a:avLst/>
              <a:gdLst/>
              <a:ahLst/>
              <a:cxnLst/>
              <a:rect l="l" t="t" r="r" b="b"/>
              <a:pathLst>
                <a:path w="257093" h="146846" extrusionOk="0">
                  <a:moveTo>
                    <a:pt x="7146" y="1"/>
                  </a:moveTo>
                  <a:cubicBezTo>
                    <a:pt x="3177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177" y="146845"/>
                    <a:pt x="7146" y="146845"/>
                  </a:cubicBezTo>
                  <a:lnTo>
                    <a:pt x="249947" y="146845"/>
                  </a:lnTo>
                  <a:cubicBezTo>
                    <a:pt x="253879" y="146845"/>
                    <a:pt x="257093" y="143632"/>
                    <a:pt x="257093" y="139700"/>
                  </a:cubicBezTo>
                  <a:lnTo>
                    <a:pt x="257093" y="7146"/>
                  </a:lnTo>
                  <a:cubicBezTo>
                    <a:pt x="257093" y="3214"/>
                    <a:pt x="253879" y="1"/>
                    <a:pt x="2499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0" name="Google Shape;350;p5"/>
          <p:cNvSpPr txBox="1">
            <a:spLocks noGrp="1"/>
          </p:cNvSpPr>
          <p:nvPr>
            <p:ph type="title"/>
          </p:nvPr>
        </p:nvSpPr>
        <p:spPr>
          <a:xfrm>
            <a:off x="726225" y="441350"/>
            <a:ext cx="7691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1" name="Google Shape;351;p5"/>
          <p:cNvSpPr txBox="1">
            <a:spLocks noGrp="1"/>
          </p:cNvSpPr>
          <p:nvPr>
            <p:ph type="subTitle" idx="1"/>
          </p:nvPr>
        </p:nvSpPr>
        <p:spPr>
          <a:xfrm>
            <a:off x="1979838" y="2245525"/>
            <a:ext cx="23427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2" name="Google Shape;352;p5"/>
          <p:cNvSpPr txBox="1">
            <a:spLocks noGrp="1"/>
          </p:cNvSpPr>
          <p:nvPr>
            <p:ph type="subTitle" idx="2"/>
          </p:nvPr>
        </p:nvSpPr>
        <p:spPr>
          <a:xfrm>
            <a:off x="1979838" y="2603400"/>
            <a:ext cx="2342700" cy="98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3" name="Google Shape;353;p5"/>
          <p:cNvSpPr txBox="1">
            <a:spLocks noGrp="1"/>
          </p:cNvSpPr>
          <p:nvPr>
            <p:ph type="subTitle" idx="3"/>
          </p:nvPr>
        </p:nvSpPr>
        <p:spPr>
          <a:xfrm>
            <a:off x="4821463" y="2245525"/>
            <a:ext cx="23427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4" name="Google Shape;354;p5"/>
          <p:cNvSpPr txBox="1">
            <a:spLocks noGrp="1"/>
          </p:cNvSpPr>
          <p:nvPr>
            <p:ph type="subTitle" idx="4"/>
          </p:nvPr>
        </p:nvSpPr>
        <p:spPr>
          <a:xfrm>
            <a:off x="4821463" y="2603404"/>
            <a:ext cx="2342700" cy="98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5" name="Google Shape;355;p5"/>
          <p:cNvSpPr/>
          <p:nvPr/>
        </p:nvSpPr>
        <p:spPr>
          <a:xfrm>
            <a:off x="546317" y="9419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5"/>
          <p:cNvSpPr/>
          <p:nvPr/>
        </p:nvSpPr>
        <p:spPr>
          <a:xfrm>
            <a:off x="281025" y="966589"/>
            <a:ext cx="324527" cy="82660"/>
          </a:xfrm>
          <a:custGeom>
            <a:avLst/>
            <a:gdLst/>
            <a:ahLst/>
            <a:cxnLst/>
            <a:rect l="l" t="t" r="r" b="b"/>
            <a:pathLst>
              <a:path w="10360" h="2535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5"/>
          <p:cNvSpPr/>
          <p:nvPr/>
        </p:nvSpPr>
        <p:spPr>
          <a:xfrm>
            <a:off x="304707" y="104921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5"/>
          <p:cNvSpPr/>
          <p:nvPr/>
        </p:nvSpPr>
        <p:spPr>
          <a:xfrm>
            <a:off x="605521" y="10072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5"/>
          <p:cNvSpPr/>
          <p:nvPr/>
        </p:nvSpPr>
        <p:spPr>
          <a:xfrm>
            <a:off x="546317" y="1298240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3"/>
                  <a:pt x="1286" y="4083"/>
                </a:cubicBezTo>
                <a:cubicBezTo>
                  <a:pt x="1966" y="4083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5"/>
          <p:cNvSpPr/>
          <p:nvPr/>
        </p:nvSpPr>
        <p:spPr>
          <a:xfrm>
            <a:off x="281025" y="132413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8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28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5"/>
          <p:cNvSpPr/>
          <p:nvPr/>
        </p:nvSpPr>
        <p:spPr>
          <a:xfrm>
            <a:off x="304707" y="14054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5"/>
          <p:cNvSpPr/>
          <p:nvPr/>
        </p:nvSpPr>
        <p:spPr>
          <a:xfrm>
            <a:off x="605521" y="136479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5"/>
          <p:cNvSpPr/>
          <p:nvPr/>
        </p:nvSpPr>
        <p:spPr>
          <a:xfrm>
            <a:off x="282216" y="133521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lnTo>
                  <a:pt x="10057" y="0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3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78" y="2118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5"/>
          <p:cNvSpPr/>
          <p:nvPr/>
        </p:nvSpPr>
        <p:spPr>
          <a:xfrm>
            <a:off x="546317" y="165574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04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04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5"/>
          <p:cNvSpPr/>
          <p:nvPr/>
        </p:nvSpPr>
        <p:spPr>
          <a:xfrm>
            <a:off x="281025" y="1680400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5"/>
          <p:cNvSpPr/>
          <p:nvPr/>
        </p:nvSpPr>
        <p:spPr>
          <a:xfrm>
            <a:off x="304707" y="1761756"/>
            <a:ext cx="32014" cy="1272"/>
          </a:xfrm>
          <a:custGeom>
            <a:avLst/>
            <a:gdLst/>
            <a:ahLst/>
            <a:cxnLst/>
            <a:rect l="l" t="t" r="r" b="b"/>
            <a:pathLst>
              <a:path w="1022" h="39" extrusionOk="0">
                <a:moveTo>
                  <a:pt x="1021" y="39"/>
                </a:moveTo>
                <a:lnTo>
                  <a:pt x="38" y="39"/>
                </a:lnTo>
                <a:cubicBezTo>
                  <a:pt x="38" y="39"/>
                  <a:pt x="38" y="39"/>
                  <a:pt x="38" y="39"/>
                </a:cubicBezTo>
                <a:cubicBezTo>
                  <a:pt x="38" y="39"/>
                  <a:pt x="38" y="39"/>
                  <a:pt x="38" y="39"/>
                </a:cubicBezTo>
                <a:lnTo>
                  <a:pt x="1021" y="39"/>
                </a:lnTo>
                <a:lnTo>
                  <a:pt x="102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cubicBezTo>
                  <a:pt x="1" y="39"/>
                  <a:pt x="1" y="39"/>
                  <a:pt x="1" y="1"/>
                </a:cubicBezTo>
                <a:cubicBezTo>
                  <a:pt x="1" y="39"/>
                  <a:pt x="1" y="39"/>
                  <a:pt x="1" y="39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5"/>
          <p:cNvSpPr/>
          <p:nvPr/>
        </p:nvSpPr>
        <p:spPr>
          <a:xfrm>
            <a:off x="605521" y="17210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5"/>
          <p:cNvSpPr/>
          <p:nvPr/>
        </p:nvSpPr>
        <p:spPr>
          <a:xfrm>
            <a:off x="282216" y="169148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03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38"/>
                  <a:pt x="0" y="1249"/>
                </a:cubicBezTo>
                <a:lnTo>
                  <a:pt x="0" y="1249"/>
                </a:lnTo>
                <a:cubicBezTo>
                  <a:pt x="76" y="1740"/>
                  <a:pt x="340" y="2156"/>
                  <a:pt x="719" y="2156"/>
                </a:cubicBezTo>
                <a:cubicBezTo>
                  <a:pt x="719" y="2194"/>
                  <a:pt x="719" y="2194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08"/>
                </a:cubicBez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5"/>
          <p:cNvSpPr/>
          <p:nvPr/>
        </p:nvSpPr>
        <p:spPr>
          <a:xfrm>
            <a:off x="546317" y="2012018"/>
            <a:ext cx="79378" cy="133202"/>
          </a:xfrm>
          <a:custGeom>
            <a:avLst/>
            <a:gdLst/>
            <a:ahLst/>
            <a:cxnLst/>
            <a:rect l="l" t="t" r="r" b="b"/>
            <a:pathLst>
              <a:path w="2534" h="4085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77"/>
                  <a:pt x="567" y="4084"/>
                  <a:pt x="1286" y="4084"/>
                </a:cubicBezTo>
                <a:cubicBezTo>
                  <a:pt x="1966" y="4084"/>
                  <a:pt x="2533" y="3177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5"/>
          <p:cNvSpPr/>
          <p:nvPr/>
        </p:nvSpPr>
        <p:spPr>
          <a:xfrm>
            <a:off x="281025" y="203790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5"/>
          <p:cNvSpPr/>
          <p:nvPr/>
        </p:nvSpPr>
        <p:spPr>
          <a:xfrm>
            <a:off x="304707" y="211929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5"/>
          <p:cNvSpPr/>
          <p:nvPr/>
        </p:nvSpPr>
        <p:spPr>
          <a:xfrm>
            <a:off x="605521" y="207736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5"/>
          <p:cNvSpPr/>
          <p:nvPr/>
        </p:nvSpPr>
        <p:spPr>
          <a:xfrm>
            <a:off x="282216" y="204902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76"/>
                  <a:pt x="10095" y="189"/>
                  <a:pt x="10095" y="303"/>
                </a:cubicBezTo>
                <a:cubicBezTo>
                  <a:pt x="10095" y="983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10"/>
                </a:cubicBezTo>
                <a:lnTo>
                  <a:pt x="0" y="1210"/>
                </a:lnTo>
                <a:cubicBezTo>
                  <a:pt x="76" y="1739"/>
                  <a:pt x="340" y="2117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lnTo>
                  <a:pt x="10322" y="870"/>
                </a:ln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5"/>
          <p:cNvSpPr/>
          <p:nvPr/>
        </p:nvSpPr>
        <p:spPr>
          <a:xfrm>
            <a:off x="546317" y="236956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04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04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5"/>
          <p:cNvSpPr/>
          <p:nvPr/>
        </p:nvSpPr>
        <p:spPr>
          <a:xfrm>
            <a:off x="281025" y="2394211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66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66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5"/>
          <p:cNvSpPr/>
          <p:nvPr/>
        </p:nvSpPr>
        <p:spPr>
          <a:xfrm>
            <a:off x="304707" y="247556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5"/>
          <p:cNvSpPr/>
          <p:nvPr/>
        </p:nvSpPr>
        <p:spPr>
          <a:xfrm>
            <a:off x="605521" y="243487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5"/>
          <p:cNvSpPr/>
          <p:nvPr/>
        </p:nvSpPr>
        <p:spPr>
          <a:xfrm>
            <a:off x="282216" y="240529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4"/>
                  <a:pt x="10095" y="189"/>
                  <a:pt x="10095" y="303"/>
                </a:cubicBezTo>
                <a:cubicBezTo>
                  <a:pt x="10095" y="1021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626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5"/>
          <p:cNvSpPr/>
          <p:nvPr/>
        </p:nvSpPr>
        <p:spPr>
          <a:xfrm>
            <a:off x="546317" y="272582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5"/>
          <p:cNvSpPr/>
          <p:nvPr/>
        </p:nvSpPr>
        <p:spPr>
          <a:xfrm>
            <a:off x="281025" y="2751719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30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30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5"/>
          <p:cNvSpPr/>
          <p:nvPr/>
        </p:nvSpPr>
        <p:spPr>
          <a:xfrm>
            <a:off x="304707" y="283307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5"/>
          <p:cNvSpPr/>
          <p:nvPr/>
        </p:nvSpPr>
        <p:spPr>
          <a:xfrm>
            <a:off x="605521" y="279117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5"/>
          <p:cNvSpPr/>
          <p:nvPr/>
        </p:nvSpPr>
        <p:spPr>
          <a:xfrm>
            <a:off x="282216" y="276156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41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75"/>
                  <a:pt x="0" y="1248"/>
                </a:cubicBezTo>
                <a:lnTo>
                  <a:pt x="0" y="1248"/>
                </a:lnTo>
                <a:cubicBezTo>
                  <a:pt x="76" y="1778"/>
                  <a:pt x="340" y="2156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5"/>
          <p:cNvSpPr/>
          <p:nvPr/>
        </p:nvSpPr>
        <p:spPr>
          <a:xfrm>
            <a:off x="546317" y="30833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04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04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5"/>
          <p:cNvSpPr/>
          <p:nvPr/>
        </p:nvSpPr>
        <p:spPr>
          <a:xfrm>
            <a:off x="281025" y="310798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5"/>
          <p:cNvSpPr/>
          <p:nvPr/>
        </p:nvSpPr>
        <p:spPr>
          <a:xfrm>
            <a:off x="304707" y="318937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5"/>
          <p:cNvSpPr/>
          <p:nvPr/>
        </p:nvSpPr>
        <p:spPr>
          <a:xfrm>
            <a:off x="605521" y="31486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5"/>
          <p:cNvSpPr/>
          <p:nvPr/>
        </p:nvSpPr>
        <p:spPr>
          <a:xfrm>
            <a:off x="282216" y="311910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3"/>
                  <a:pt x="10095" y="189"/>
                  <a:pt x="10095" y="302"/>
                </a:cubicBezTo>
                <a:cubicBezTo>
                  <a:pt x="10095" y="1021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48"/>
                </a:cubicBezTo>
                <a:lnTo>
                  <a:pt x="0" y="1248"/>
                </a:lnTo>
                <a:cubicBezTo>
                  <a:pt x="76" y="1739"/>
                  <a:pt x="340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5"/>
          <p:cNvSpPr/>
          <p:nvPr/>
        </p:nvSpPr>
        <p:spPr>
          <a:xfrm>
            <a:off x="546317" y="343964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42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42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5"/>
          <p:cNvSpPr/>
          <p:nvPr/>
        </p:nvSpPr>
        <p:spPr>
          <a:xfrm>
            <a:off x="281025" y="3465498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30"/>
                  <a:pt x="0" y="1249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9"/>
                </a:cubicBezTo>
                <a:cubicBezTo>
                  <a:pt x="10360" y="530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5"/>
          <p:cNvSpPr/>
          <p:nvPr/>
        </p:nvSpPr>
        <p:spPr>
          <a:xfrm>
            <a:off x="304707" y="35468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5"/>
          <p:cNvSpPr/>
          <p:nvPr/>
        </p:nvSpPr>
        <p:spPr>
          <a:xfrm>
            <a:off x="605521" y="350495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5"/>
          <p:cNvSpPr/>
          <p:nvPr/>
        </p:nvSpPr>
        <p:spPr>
          <a:xfrm>
            <a:off x="282216" y="347537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lnTo>
                  <a:pt x="10057" y="0"/>
                </a:ln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5"/>
          <p:cNvSpPr/>
          <p:nvPr/>
        </p:nvSpPr>
        <p:spPr>
          <a:xfrm>
            <a:off x="546317" y="3795909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4"/>
                  <a:pt x="1286" y="4084"/>
                </a:cubicBezTo>
                <a:cubicBezTo>
                  <a:pt x="1966" y="4084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5"/>
          <p:cNvSpPr/>
          <p:nvPr/>
        </p:nvSpPr>
        <p:spPr>
          <a:xfrm>
            <a:off x="281025" y="382180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5"/>
          <p:cNvSpPr/>
          <p:nvPr/>
        </p:nvSpPr>
        <p:spPr>
          <a:xfrm>
            <a:off x="304707" y="390315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5"/>
          <p:cNvSpPr/>
          <p:nvPr/>
        </p:nvSpPr>
        <p:spPr>
          <a:xfrm>
            <a:off x="605521" y="38624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5"/>
          <p:cNvSpPr/>
          <p:nvPr/>
        </p:nvSpPr>
        <p:spPr>
          <a:xfrm>
            <a:off x="282216" y="3832886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1"/>
                </a:moveTo>
                <a:lnTo>
                  <a:pt x="10057" y="1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4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40" y="2118"/>
                  <a:pt x="719" y="2156"/>
                </a:cubicBezTo>
                <a:lnTo>
                  <a:pt x="9528" y="2156"/>
                </a:lnTo>
                <a:cubicBezTo>
                  <a:pt x="9981" y="2156"/>
                  <a:pt x="10322" y="1589"/>
                  <a:pt x="10322" y="908"/>
                </a:cubicBezTo>
                <a:cubicBezTo>
                  <a:pt x="10322" y="530"/>
                  <a:pt x="10208" y="227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5"/>
          <p:cNvSpPr/>
          <p:nvPr/>
        </p:nvSpPr>
        <p:spPr>
          <a:xfrm>
            <a:off x="546317" y="415341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5"/>
          <p:cNvSpPr/>
          <p:nvPr/>
        </p:nvSpPr>
        <p:spPr>
          <a:xfrm>
            <a:off x="281025" y="4178069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5"/>
          <p:cNvSpPr/>
          <p:nvPr/>
        </p:nvSpPr>
        <p:spPr>
          <a:xfrm>
            <a:off x="304707" y="4260664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5"/>
          <p:cNvSpPr/>
          <p:nvPr/>
        </p:nvSpPr>
        <p:spPr>
          <a:xfrm>
            <a:off x="605521" y="421876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5"/>
          <p:cNvSpPr/>
          <p:nvPr/>
        </p:nvSpPr>
        <p:spPr>
          <a:xfrm>
            <a:off x="282216" y="4189188"/>
            <a:ext cx="323337" cy="71508"/>
          </a:xfrm>
          <a:custGeom>
            <a:avLst/>
            <a:gdLst/>
            <a:ahLst/>
            <a:cxnLst/>
            <a:rect l="l" t="t" r="r" b="b"/>
            <a:pathLst>
              <a:path w="10322" h="2193" extrusionOk="0">
                <a:moveTo>
                  <a:pt x="10057" y="0"/>
                </a:moveTo>
                <a:lnTo>
                  <a:pt x="10057" y="0"/>
                </a:lnTo>
                <a:cubicBezTo>
                  <a:pt x="10095" y="113"/>
                  <a:pt x="10095" y="227"/>
                  <a:pt x="10095" y="340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7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5"/>
          <p:cNvSpPr/>
          <p:nvPr/>
        </p:nvSpPr>
        <p:spPr>
          <a:xfrm>
            <a:off x="282216" y="97770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8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8" name="Google Shape;498;p7"/>
          <p:cNvGrpSpPr/>
          <p:nvPr/>
        </p:nvGrpSpPr>
        <p:grpSpPr>
          <a:xfrm>
            <a:off x="395894" y="219519"/>
            <a:ext cx="8518865" cy="4788281"/>
            <a:chOff x="395894" y="219519"/>
            <a:chExt cx="8518865" cy="4788281"/>
          </a:xfrm>
        </p:grpSpPr>
        <p:sp>
          <p:nvSpPr>
            <p:cNvPr id="499" name="Google Shape;499;p7"/>
            <p:cNvSpPr/>
            <p:nvPr/>
          </p:nvSpPr>
          <p:spPr>
            <a:xfrm>
              <a:off x="661185" y="219519"/>
              <a:ext cx="8068819" cy="4788281"/>
            </a:xfrm>
            <a:custGeom>
              <a:avLst/>
              <a:gdLst/>
              <a:ahLst/>
              <a:cxnLst/>
              <a:rect l="l" t="t" r="r" b="b"/>
              <a:pathLst>
                <a:path w="257584" h="146846" extrusionOk="0">
                  <a:moveTo>
                    <a:pt x="7146" y="1"/>
                  </a:moveTo>
                  <a:cubicBezTo>
                    <a:pt x="3214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214" y="146845"/>
                    <a:pt x="7146" y="146845"/>
                  </a:cubicBezTo>
                  <a:lnTo>
                    <a:pt x="250438" y="146845"/>
                  </a:lnTo>
                  <a:cubicBezTo>
                    <a:pt x="254408" y="146845"/>
                    <a:pt x="257584" y="143632"/>
                    <a:pt x="257584" y="139700"/>
                  </a:cubicBezTo>
                  <a:lnTo>
                    <a:pt x="257584" y="7146"/>
                  </a:lnTo>
                  <a:cubicBezTo>
                    <a:pt x="257584" y="3214"/>
                    <a:pt x="254408" y="1"/>
                    <a:pt x="250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0" name="Google Shape;500;p7"/>
            <p:cNvGrpSpPr/>
            <p:nvPr/>
          </p:nvGrpSpPr>
          <p:grpSpPr>
            <a:xfrm>
              <a:off x="8341543" y="2282008"/>
              <a:ext cx="569676" cy="380612"/>
              <a:chOff x="8341543" y="2282008"/>
              <a:chExt cx="569676" cy="380612"/>
            </a:xfrm>
          </p:grpSpPr>
          <p:sp>
            <p:nvSpPr>
              <p:cNvPr id="501" name="Google Shape;501;p7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7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03" name="Google Shape;503;p7"/>
            <p:cNvSpPr/>
            <p:nvPr/>
          </p:nvSpPr>
          <p:spPr>
            <a:xfrm>
              <a:off x="8341543" y="4447718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4" name="Google Shape;504;p7"/>
            <p:cNvGrpSpPr/>
            <p:nvPr/>
          </p:nvGrpSpPr>
          <p:grpSpPr>
            <a:xfrm>
              <a:off x="8341543" y="1721094"/>
              <a:ext cx="569676" cy="380612"/>
              <a:chOff x="8341543" y="1721094"/>
              <a:chExt cx="569676" cy="380612"/>
            </a:xfrm>
          </p:grpSpPr>
          <p:sp>
            <p:nvSpPr>
              <p:cNvPr id="505" name="Google Shape;505;p7"/>
              <p:cNvSpPr/>
              <p:nvPr/>
            </p:nvSpPr>
            <p:spPr>
              <a:xfrm>
                <a:off x="8341543" y="1800869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7"/>
              <p:cNvSpPr/>
              <p:nvPr/>
            </p:nvSpPr>
            <p:spPr>
              <a:xfrm>
                <a:off x="8341543" y="1721094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7" name="Google Shape;507;p7"/>
            <p:cNvGrpSpPr/>
            <p:nvPr/>
          </p:nvGrpSpPr>
          <p:grpSpPr>
            <a:xfrm>
              <a:off x="8346273" y="1183592"/>
              <a:ext cx="568486" cy="388014"/>
              <a:chOff x="8346273" y="1183592"/>
              <a:chExt cx="568486" cy="388014"/>
            </a:xfrm>
          </p:grpSpPr>
          <p:sp>
            <p:nvSpPr>
              <p:cNvPr id="508" name="Google Shape;508;p7"/>
              <p:cNvSpPr/>
              <p:nvPr/>
            </p:nvSpPr>
            <p:spPr>
              <a:xfrm>
                <a:off x="8346273" y="1263367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7"/>
              <p:cNvSpPr/>
              <p:nvPr/>
            </p:nvSpPr>
            <p:spPr>
              <a:xfrm>
                <a:off x="8346273" y="1183592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0" name="Google Shape;510;p7"/>
            <p:cNvGrpSpPr/>
            <p:nvPr/>
          </p:nvGrpSpPr>
          <p:grpSpPr>
            <a:xfrm>
              <a:off x="8341543" y="606635"/>
              <a:ext cx="569676" cy="388014"/>
              <a:chOff x="8341543" y="606635"/>
              <a:chExt cx="569676" cy="388014"/>
            </a:xfrm>
          </p:grpSpPr>
          <p:sp>
            <p:nvSpPr>
              <p:cNvPr id="511" name="Google Shape;511;p7"/>
              <p:cNvSpPr/>
              <p:nvPr/>
            </p:nvSpPr>
            <p:spPr>
              <a:xfrm>
                <a:off x="8341543" y="686410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7"/>
              <p:cNvSpPr/>
              <p:nvPr/>
            </p:nvSpPr>
            <p:spPr>
              <a:xfrm>
                <a:off x="8341543" y="606635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3" name="Google Shape;513;p7"/>
            <p:cNvGrpSpPr/>
            <p:nvPr/>
          </p:nvGrpSpPr>
          <p:grpSpPr>
            <a:xfrm>
              <a:off x="8341543" y="2842933"/>
              <a:ext cx="569676" cy="380612"/>
              <a:chOff x="8341543" y="2282008"/>
              <a:chExt cx="569676" cy="380612"/>
            </a:xfrm>
          </p:grpSpPr>
          <p:sp>
            <p:nvSpPr>
              <p:cNvPr id="514" name="Google Shape;514;p7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7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6" name="Google Shape;516;p7"/>
            <p:cNvGrpSpPr/>
            <p:nvPr/>
          </p:nvGrpSpPr>
          <p:grpSpPr>
            <a:xfrm>
              <a:off x="8341543" y="3403858"/>
              <a:ext cx="569676" cy="380612"/>
              <a:chOff x="8341543" y="2282008"/>
              <a:chExt cx="569676" cy="380612"/>
            </a:xfrm>
          </p:grpSpPr>
          <p:sp>
            <p:nvSpPr>
              <p:cNvPr id="517" name="Google Shape;517;p7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7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9" name="Google Shape;519;p7"/>
            <p:cNvSpPr/>
            <p:nvPr/>
          </p:nvSpPr>
          <p:spPr>
            <a:xfrm>
              <a:off x="8341543" y="4367943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7"/>
            <p:cNvSpPr/>
            <p:nvPr/>
          </p:nvSpPr>
          <p:spPr>
            <a:xfrm>
              <a:off x="395894" y="219519"/>
              <a:ext cx="8053438" cy="4788281"/>
            </a:xfrm>
            <a:custGeom>
              <a:avLst/>
              <a:gdLst/>
              <a:ahLst/>
              <a:cxnLst/>
              <a:rect l="l" t="t" r="r" b="b"/>
              <a:pathLst>
                <a:path w="257093" h="146846" extrusionOk="0">
                  <a:moveTo>
                    <a:pt x="7146" y="1"/>
                  </a:moveTo>
                  <a:cubicBezTo>
                    <a:pt x="3177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177" y="146845"/>
                    <a:pt x="7146" y="146845"/>
                  </a:cubicBezTo>
                  <a:lnTo>
                    <a:pt x="249947" y="146845"/>
                  </a:lnTo>
                  <a:cubicBezTo>
                    <a:pt x="253879" y="146845"/>
                    <a:pt x="257093" y="143632"/>
                    <a:pt x="257093" y="139700"/>
                  </a:cubicBezTo>
                  <a:lnTo>
                    <a:pt x="257093" y="7146"/>
                  </a:lnTo>
                  <a:cubicBezTo>
                    <a:pt x="257093" y="3214"/>
                    <a:pt x="253879" y="1"/>
                    <a:pt x="2499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1" name="Google Shape;521;p7"/>
          <p:cNvSpPr txBox="1">
            <a:spLocks noGrp="1"/>
          </p:cNvSpPr>
          <p:nvPr>
            <p:ph type="title"/>
          </p:nvPr>
        </p:nvSpPr>
        <p:spPr>
          <a:xfrm>
            <a:off x="726225" y="441350"/>
            <a:ext cx="7691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22" name="Google Shape;522;p7"/>
          <p:cNvSpPr txBox="1">
            <a:spLocks noGrp="1"/>
          </p:cNvSpPr>
          <p:nvPr>
            <p:ph type="subTitle" idx="1"/>
          </p:nvPr>
        </p:nvSpPr>
        <p:spPr>
          <a:xfrm>
            <a:off x="5558685" y="2109350"/>
            <a:ext cx="24174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23" name="Google Shape;523;p7"/>
          <p:cNvSpPr txBox="1">
            <a:spLocks noGrp="1"/>
          </p:cNvSpPr>
          <p:nvPr>
            <p:ph type="subTitle" idx="2"/>
          </p:nvPr>
        </p:nvSpPr>
        <p:spPr>
          <a:xfrm>
            <a:off x="5556263" y="2463297"/>
            <a:ext cx="2417400" cy="13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24" name="Google Shape;524;p7"/>
          <p:cNvSpPr/>
          <p:nvPr/>
        </p:nvSpPr>
        <p:spPr>
          <a:xfrm>
            <a:off x="546317" y="9419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7"/>
          <p:cNvSpPr/>
          <p:nvPr/>
        </p:nvSpPr>
        <p:spPr>
          <a:xfrm>
            <a:off x="281025" y="966589"/>
            <a:ext cx="324527" cy="82660"/>
          </a:xfrm>
          <a:custGeom>
            <a:avLst/>
            <a:gdLst/>
            <a:ahLst/>
            <a:cxnLst/>
            <a:rect l="l" t="t" r="r" b="b"/>
            <a:pathLst>
              <a:path w="10360" h="2535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7"/>
          <p:cNvSpPr/>
          <p:nvPr/>
        </p:nvSpPr>
        <p:spPr>
          <a:xfrm>
            <a:off x="304707" y="104921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7"/>
          <p:cNvSpPr/>
          <p:nvPr/>
        </p:nvSpPr>
        <p:spPr>
          <a:xfrm>
            <a:off x="605521" y="10072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7"/>
          <p:cNvSpPr/>
          <p:nvPr/>
        </p:nvSpPr>
        <p:spPr>
          <a:xfrm>
            <a:off x="546317" y="1298240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3"/>
                  <a:pt x="1286" y="4083"/>
                </a:cubicBezTo>
                <a:cubicBezTo>
                  <a:pt x="1966" y="4083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7"/>
          <p:cNvSpPr/>
          <p:nvPr/>
        </p:nvSpPr>
        <p:spPr>
          <a:xfrm>
            <a:off x="281025" y="132413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8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28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7"/>
          <p:cNvSpPr/>
          <p:nvPr/>
        </p:nvSpPr>
        <p:spPr>
          <a:xfrm>
            <a:off x="304707" y="14054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7"/>
          <p:cNvSpPr/>
          <p:nvPr/>
        </p:nvSpPr>
        <p:spPr>
          <a:xfrm>
            <a:off x="605521" y="136479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7"/>
          <p:cNvSpPr/>
          <p:nvPr/>
        </p:nvSpPr>
        <p:spPr>
          <a:xfrm>
            <a:off x="282216" y="133521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lnTo>
                  <a:pt x="10057" y="0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3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78" y="2118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7"/>
          <p:cNvSpPr/>
          <p:nvPr/>
        </p:nvSpPr>
        <p:spPr>
          <a:xfrm>
            <a:off x="546317" y="165574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04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04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7"/>
          <p:cNvSpPr/>
          <p:nvPr/>
        </p:nvSpPr>
        <p:spPr>
          <a:xfrm>
            <a:off x="281025" y="1680400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7"/>
          <p:cNvSpPr/>
          <p:nvPr/>
        </p:nvSpPr>
        <p:spPr>
          <a:xfrm>
            <a:off x="304707" y="1761756"/>
            <a:ext cx="32014" cy="1272"/>
          </a:xfrm>
          <a:custGeom>
            <a:avLst/>
            <a:gdLst/>
            <a:ahLst/>
            <a:cxnLst/>
            <a:rect l="l" t="t" r="r" b="b"/>
            <a:pathLst>
              <a:path w="1022" h="39" extrusionOk="0">
                <a:moveTo>
                  <a:pt x="1021" y="39"/>
                </a:moveTo>
                <a:lnTo>
                  <a:pt x="38" y="39"/>
                </a:lnTo>
                <a:cubicBezTo>
                  <a:pt x="38" y="39"/>
                  <a:pt x="38" y="39"/>
                  <a:pt x="38" y="39"/>
                </a:cubicBezTo>
                <a:cubicBezTo>
                  <a:pt x="38" y="39"/>
                  <a:pt x="38" y="39"/>
                  <a:pt x="38" y="39"/>
                </a:cubicBezTo>
                <a:lnTo>
                  <a:pt x="1021" y="39"/>
                </a:lnTo>
                <a:lnTo>
                  <a:pt x="102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cubicBezTo>
                  <a:pt x="1" y="39"/>
                  <a:pt x="1" y="39"/>
                  <a:pt x="1" y="1"/>
                </a:cubicBezTo>
                <a:cubicBezTo>
                  <a:pt x="1" y="39"/>
                  <a:pt x="1" y="39"/>
                  <a:pt x="1" y="39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7"/>
          <p:cNvSpPr/>
          <p:nvPr/>
        </p:nvSpPr>
        <p:spPr>
          <a:xfrm>
            <a:off x="605521" y="17210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7"/>
          <p:cNvSpPr/>
          <p:nvPr/>
        </p:nvSpPr>
        <p:spPr>
          <a:xfrm>
            <a:off x="282216" y="169148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03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38"/>
                  <a:pt x="0" y="1249"/>
                </a:cubicBezTo>
                <a:lnTo>
                  <a:pt x="0" y="1249"/>
                </a:lnTo>
                <a:cubicBezTo>
                  <a:pt x="76" y="1740"/>
                  <a:pt x="340" y="2156"/>
                  <a:pt x="719" y="2156"/>
                </a:cubicBezTo>
                <a:cubicBezTo>
                  <a:pt x="719" y="2194"/>
                  <a:pt x="719" y="2194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08"/>
                </a:cubicBez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7"/>
          <p:cNvSpPr/>
          <p:nvPr/>
        </p:nvSpPr>
        <p:spPr>
          <a:xfrm>
            <a:off x="546317" y="2012018"/>
            <a:ext cx="79378" cy="133202"/>
          </a:xfrm>
          <a:custGeom>
            <a:avLst/>
            <a:gdLst/>
            <a:ahLst/>
            <a:cxnLst/>
            <a:rect l="l" t="t" r="r" b="b"/>
            <a:pathLst>
              <a:path w="2534" h="4085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77"/>
                  <a:pt x="567" y="4084"/>
                  <a:pt x="1286" y="4084"/>
                </a:cubicBezTo>
                <a:cubicBezTo>
                  <a:pt x="1966" y="4084"/>
                  <a:pt x="2533" y="3177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7"/>
          <p:cNvSpPr/>
          <p:nvPr/>
        </p:nvSpPr>
        <p:spPr>
          <a:xfrm>
            <a:off x="281025" y="203790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7"/>
          <p:cNvSpPr/>
          <p:nvPr/>
        </p:nvSpPr>
        <p:spPr>
          <a:xfrm>
            <a:off x="304707" y="211929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7"/>
          <p:cNvSpPr/>
          <p:nvPr/>
        </p:nvSpPr>
        <p:spPr>
          <a:xfrm>
            <a:off x="605521" y="207736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7"/>
          <p:cNvSpPr/>
          <p:nvPr/>
        </p:nvSpPr>
        <p:spPr>
          <a:xfrm>
            <a:off x="282216" y="204902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76"/>
                  <a:pt x="10095" y="189"/>
                  <a:pt x="10095" y="303"/>
                </a:cubicBezTo>
                <a:cubicBezTo>
                  <a:pt x="10095" y="983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10"/>
                </a:cubicBezTo>
                <a:lnTo>
                  <a:pt x="0" y="1210"/>
                </a:lnTo>
                <a:cubicBezTo>
                  <a:pt x="76" y="1739"/>
                  <a:pt x="340" y="2117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lnTo>
                  <a:pt x="10322" y="870"/>
                </a:ln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7"/>
          <p:cNvSpPr/>
          <p:nvPr/>
        </p:nvSpPr>
        <p:spPr>
          <a:xfrm>
            <a:off x="546317" y="236956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04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04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7"/>
          <p:cNvSpPr/>
          <p:nvPr/>
        </p:nvSpPr>
        <p:spPr>
          <a:xfrm>
            <a:off x="281025" y="2394211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66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66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7"/>
          <p:cNvSpPr/>
          <p:nvPr/>
        </p:nvSpPr>
        <p:spPr>
          <a:xfrm>
            <a:off x="304707" y="247556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7"/>
          <p:cNvSpPr/>
          <p:nvPr/>
        </p:nvSpPr>
        <p:spPr>
          <a:xfrm>
            <a:off x="605521" y="243487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7"/>
          <p:cNvSpPr/>
          <p:nvPr/>
        </p:nvSpPr>
        <p:spPr>
          <a:xfrm>
            <a:off x="282216" y="240529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4"/>
                  <a:pt x="10095" y="189"/>
                  <a:pt x="10095" y="303"/>
                </a:cubicBezTo>
                <a:cubicBezTo>
                  <a:pt x="10095" y="1021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626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7"/>
          <p:cNvSpPr/>
          <p:nvPr/>
        </p:nvSpPr>
        <p:spPr>
          <a:xfrm>
            <a:off x="546317" y="272582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7"/>
          <p:cNvSpPr/>
          <p:nvPr/>
        </p:nvSpPr>
        <p:spPr>
          <a:xfrm>
            <a:off x="281025" y="2751719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30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30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7"/>
          <p:cNvSpPr/>
          <p:nvPr/>
        </p:nvSpPr>
        <p:spPr>
          <a:xfrm>
            <a:off x="304707" y="283307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7"/>
          <p:cNvSpPr/>
          <p:nvPr/>
        </p:nvSpPr>
        <p:spPr>
          <a:xfrm>
            <a:off x="605521" y="279117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7"/>
          <p:cNvSpPr/>
          <p:nvPr/>
        </p:nvSpPr>
        <p:spPr>
          <a:xfrm>
            <a:off x="282216" y="276156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41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75"/>
                  <a:pt x="0" y="1248"/>
                </a:cubicBezTo>
                <a:lnTo>
                  <a:pt x="0" y="1248"/>
                </a:lnTo>
                <a:cubicBezTo>
                  <a:pt x="76" y="1778"/>
                  <a:pt x="340" y="2156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7"/>
          <p:cNvSpPr/>
          <p:nvPr/>
        </p:nvSpPr>
        <p:spPr>
          <a:xfrm>
            <a:off x="546317" y="30833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04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04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7"/>
          <p:cNvSpPr/>
          <p:nvPr/>
        </p:nvSpPr>
        <p:spPr>
          <a:xfrm>
            <a:off x="281025" y="310798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7"/>
          <p:cNvSpPr/>
          <p:nvPr/>
        </p:nvSpPr>
        <p:spPr>
          <a:xfrm>
            <a:off x="304707" y="318937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7"/>
          <p:cNvSpPr/>
          <p:nvPr/>
        </p:nvSpPr>
        <p:spPr>
          <a:xfrm>
            <a:off x="605521" y="31486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7"/>
          <p:cNvSpPr/>
          <p:nvPr/>
        </p:nvSpPr>
        <p:spPr>
          <a:xfrm>
            <a:off x="282216" y="311910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3"/>
                  <a:pt x="10095" y="189"/>
                  <a:pt x="10095" y="302"/>
                </a:cubicBezTo>
                <a:cubicBezTo>
                  <a:pt x="10095" y="1021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48"/>
                </a:cubicBezTo>
                <a:lnTo>
                  <a:pt x="0" y="1248"/>
                </a:lnTo>
                <a:cubicBezTo>
                  <a:pt x="76" y="1739"/>
                  <a:pt x="340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7"/>
          <p:cNvSpPr/>
          <p:nvPr/>
        </p:nvSpPr>
        <p:spPr>
          <a:xfrm>
            <a:off x="546317" y="343964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42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42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7"/>
          <p:cNvSpPr/>
          <p:nvPr/>
        </p:nvSpPr>
        <p:spPr>
          <a:xfrm>
            <a:off x="281025" y="3465498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30"/>
                  <a:pt x="0" y="1249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9"/>
                </a:cubicBezTo>
                <a:cubicBezTo>
                  <a:pt x="10360" y="530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7"/>
          <p:cNvSpPr/>
          <p:nvPr/>
        </p:nvSpPr>
        <p:spPr>
          <a:xfrm>
            <a:off x="304707" y="35468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7"/>
          <p:cNvSpPr/>
          <p:nvPr/>
        </p:nvSpPr>
        <p:spPr>
          <a:xfrm>
            <a:off x="605521" y="350495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7"/>
          <p:cNvSpPr/>
          <p:nvPr/>
        </p:nvSpPr>
        <p:spPr>
          <a:xfrm>
            <a:off x="282216" y="347537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lnTo>
                  <a:pt x="10057" y="0"/>
                </a:ln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7"/>
          <p:cNvSpPr/>
          <p:nvPr/>
        </p:nvSpPr>
        <p:spPr>
          <a:xfrm>
            <a:off x="546317" y="3795909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4"/>
                  <a:pt x="1286" y="4084"/>
                </a:cubicBezTo>
                <a:cubicBezTo>
                  <a:pt x="1966" y="4084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7"/>
          <p:cNvSpPr/>
          <p:nvPr/>
        </p:nvSpPr>
        <p:spPr>
          <a:xfrm>
            <a:off x="281025" y="382180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7"/>
          <p:cNvSpPr/>
          <p:nvPr/>
        </p:nvSpPr>
        <p:spPr>
          <a:xfrm>
            <a:off x="304707" y="390315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7"/>
          <p:cNvSpPr/>
          <p:nvPr/>
        </p:nvSpPr>
        <p:spPr>
          <a:xfrm>
            <a:off x="605521" y="38624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7"/>
          <p:cNvSpPr/>
          <p:nvPr/>
        </p:nvSpPr>
        <p:spPr>
          <a:xfrm>
            <a:off x="282216" y="3832886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1"/>
                </a:moveTo>
                <a:lnTo>
                  <a:pt x="10057" y="1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4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40" y="2118"/>
                  <a:pt x="719" y="2156"/>
                </a:cubicBezTo>
                <a:lnTo>
                  <a:pt x="9528" y="2156"/>
                </a:lnTo>
                <a:cubicBezTo>
                  <a:pt x="9981" y="2156"/>
                  <a:pt x="10322" y="1589"/>
                  <a:pt x="10322" y="908"/>
                </a:cubicBezTo>
                <a:cubicBezTo>
                  <a:pt x="10322" y="530"/>
                  <a:pt x="10208" y="227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7"/>
          <p:cNvSpPr/>
          <p:nvPr/>
        </p:nvSpPr>
        <p:spPr>
          <a:xfrm>
            <a:off x="546317" y="415341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7"/>
          <p:cNvSpPr/>
          <p:nvPr/>
        </p:nvSpPr>
        <p:spPr>
          <a:xfrm>
            <a:off x="281025" y="4178069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7"/>
          <p:cNvSpPr/>
          <p:nvPr/>
        </p:nvSpPr>
        <p:spPr>
          <a:xfrm>
            <a:off x="304707" y="4260664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7"/>
          <p:cNvSpPr/>
          <p:nvPr/>
        </p:nvSpPr>
        <p:spPr>
          <a:xfrm>
            <a:off x="605521" y="421876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7"/>
          <p:cNvSpPr/>
          <p:nvPr/>
        </p:nvSpPr>
        <p:spPr>
          <a:xfrm>
            <a:off x="282216" y="4189188"/>
            <a:ext cx="323337" cy="71508"/>
          </a:xfrm>
          <a:custGeom>
            <a:avLst/>
            <a:gdLst/>
            <a:ahLst/>
            <a:cxnLst/>
            <a:rect l="l" t="t" r="r" b="b"/>
            <a:pathLst>
              <a:path w="10322" h="2193" extrusionOk="0">
                <a:moveTo>
                  <a:pt x="10057" y="0"/>
                </a:moveTo>
                <a:lnTo>
                  <a:pt x="10057" y="0"/>
                </a:lnTo>
                <a:cubicBezTo>
                  <a:pt x="10095" y="113"/>
                  <a:pt x="10095" y="227"/>
                  <a:pt x="10095" y="340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7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7"/>
          <p:cNvSpPr/>
          <p:nvPr/>
        </p:nvSpPr>
        <p:spPr>
          <a:xfrm>
            <a:off x="282216" y="97770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8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5" name="Google Shape;575;p8"/>
          <p:cNvGrpSpPr/>
          <p:nvPr/>
        </p:nvGrpSpPr>
        <p:grpSpPr>
          <a:xfrm>
            <a:off x="395894" y="219519"/>
            <a:ext cx="8518865" cy="4788281"/>
            <a:chOff x="395894" y="219519"/>
            <a:chExt cx="8518865" cy="4788281"/>
          </a:xfrm>
        </p:grpSpPr>
        <p:sp>
          <p:nvSpPr>
            <p:cNvPr id="576" name="Google Shape;576;p8"/>
            <p:cNvSpPr/>
            <p:nvPr/>
          </p:nvSpPr>
          <p:spPr>
            <a:xfrm>
              <a:off x="661185" y="219519"/>
              <a:ext cx="8068819" cy="4788281"/>
            </a:xfrm>
            <a:custGeom>
              <a:avLst/>
              <a:gdLst/>
              <a:ahLst/>
              <a:cxnLst/>
              <a:rect l="l" t="t" r="r" b="b"/>
              <a:pathLst>
                <a:path w="257584" h="146846" extrusionOk="0">
                  <a:moveTo>
                    <a:pt x="7146" y="1"/>
                  </a:moveTo>
                  <a:cubicBezTo>
                    <a:pt x="3214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214" y="146845"/>
                    <a:pt x="7146" y="146845"/>
                  </a:cubicBezTo>
                  <a:lnTo>
                    <a:pt x="250438" y="146845"/>
                  </a:lnTo>
                  <a:cubicBezTo>
                    <a:pt x="254408" y="146845"/>
                    <a:pt x="257584" y="143632"/>
                    <a:pt x="257584" y="139700"/>
                  </a:cubicBezTo>
                  <a:lnTo>
                    <a:pt x="257584" y="7146"/>
                  </a:lnTo>
                  <a:cubicBezTo>
                    <a:pt x="257584" y="3214"/>
                    <a:pt x="254408" y="1"/>
                    <a:pt x="250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" name="Google Shape;577;p8"/>
            <p:cNvGrpSpPr/>
            <p:nvPr/>
          </p:nvGrpSpPr>
          <p:grpSpPr>
            <a:xfrm>
              <a:off x="8341543" y="2282008"/>
              <a:ext cx="569676" cy="380612"/>
              <a:chOff x="8341543" y="2282008"/>
              <a:chExt cx="569676" cy="380612"/>
            </a:xfrm>
          </p:grpSpPr>
          <p:sp>
            <p:nvSpPr>
              <p:cNvPr id="578" name="Google Shape;578;p8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8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0" name="Google Shape;580;p8"/>
            <p:cNvSpPr/>
            <p:nvPr/>
          </p:nvSpPr>
          <p:spPr>
            <a:xfrm>
              <a:off x="8341543" y="4447718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1" name="Google Shape;581;p8"/>
            <p:cNvGrpSpPr/>
            <p:nvPr/>
          </p:nvGrpSpPr>
          <p:grpSpPr>
            <a:xfrm>
              <a:off x="8341543" y="1721094"/>
              <a:ext cx="569676" cy="380612"/>
              <a:chOff x="8341543" y="1721094"/>
              <a:chExt cx="569676" cy="380612"/>
            </a:xfrm>
          </p:grpSpPr>
          <p:sp>
            <p:nvSpPr>
              <p:cNvPr id="582" name="Google Shape;582;p8"/>
              <p:cNvSpPr/>
              <p:nvPr/>
            </p:nvSpPr>
            <p:spPr>
              <a:xfrm>
                <a:off x="8341543" y="1800869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8"/>
              <p:cNvSpPr/>
              <p:nvPr/>
            </p:nvSpPr>
            <p:spPr>
              <a:xfrm>
                <a:off x="8341543" y="1721094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4" name="Google Shape;584;p8"/>
            <p:cNvGrpSpPr/>
            <p:nvPr/>
          </p:nvGrpSpPr>
          <p:grpSpPr>
            <a:xfrm>
              <a:off x="8346273" y="1183592"/>
              <a:ext cx="568486" cy="388014"/>
              <a:chOff x="8346273" y="1183592"/>
              <a:chExt cx="568486" cy="388014"/>
            </a:xfrm>
          </p:grpSpPr>
          <p:sp>
            <p:nvSpPr>
              <p:cNvPr id="585" name="Google Shape;585;p8"/>
              <p:cNvSpPr/>
              <p:nvPr/>
            </p:nvSpPr>
            <p:spPr>
              <a:xfrm>
                <a:off x="8346273" y="1263367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8"/>
              <p:cNvSpPr/>
              <p:nvPr/>
            </p:nvSpPr>
            <p:spPr>
              <a:xfrm>
                <a:off x="8346273" y="1183592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7" name="Google Shape;587;p8"/>
            <p:cNvGrpSpPr/>
            <p:nvPr/>
          </p:nvGrpSpPr>
          <p:grpSpPr>
            <a:xfrm>
              <a:off x="8341543" y="606635"/>
              <a:ext cx="569676" cy="388014"/>
              <a:chOff x="8341543" y="606635"/>
              <a:chExt cx="569676" cy="388014"/>
            </a:xfrm>
          </p:grpSpPr>
          <p:sp>
            <p:nvSpPr>
              <p:cNvPr id="588" name="Google Shape;588;p8"/>
              <p:cNvSpPr/>
              <p:nvPr/>
            </p:nvSpPr>
            <p:spPr>
              <a:xfrm>
                <a:off x="8341543" y="686410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8"/>
              <p:cNvSpPr/>
              <p:nvPr/>
            </p:nvSpPr>
            <p:spPr>
              <a:xfrm>
                <a:off x="8341543" y="606635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0" name="Google Shape;590;p8"/>
            <p:cNvGrpSpPr/>
            <p:nvPr/>
          </p:nvGrpSpPr>
          <p:grpSpPr>
            <a:xfrm>
              <a:off x="8341543" y="2842933"/>
              <a:ext cx="569676" cy="380612"/>
              <a:chOff x="8341543" y="2282008"/>
              <a:chExt cx="569676" cy="380612"/>
            </a:xfrm>
          </p:grpSpPr>
          <p:sp>
            <p:nvSpPr>
              <p:cNvPr id="591" name="Google Shape;591;p8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8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3" name="Google Shape;593;p8"/>
            <p:cNvGrpSpPr/>
            <p:nvPr/>
          </p:nvGrpSpPr>
          <p:grpSpPr>
            <a:xfrm>
              <a:off x="8341543" y="3403858"/>
              <a:ext cx="569676" cy="380612"/>
              <a:chOff x="8341543" y="2282008"/>
              <a:chExt cx="569676" cy="380612"/>
            </a:xfrm>
          </p:grpSpPr>
          <p:sp>
            <p:nvSpPr>
              <p:cNvPr id="594" name="Google Shape;594;p8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8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96" name="Google Shape;596;p8"/>
            <p:cNvSpPr/>
            <p:nvPr/>
          </p:nvSpPr>
          <p:spPr>
            <a:xfrm>
              <a:off x="8341543" y="4367943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8"/>
            <p:cNvSpPr/>
            <p:nvPr/>
          </p:nvSpPr>
          <p:spPr>
            <a:xfrm>
              <a:off x="395894" y="219519"/>
              <a:ext cx="8053438" cy="4788281"/>
            </a:xfrm>
            <a:custGeom>
              <a:avLst/>
              <a:gdLst/>
              <a:ahLst/>
              <a:cxnLst/>
              <a:rect l="l" t="t" r="r" b="b"/>
              <a:pathLst>
                <a:path w="257093" h="146846" extrusionOk="0">
                  <a:moveTo>
                    <a:pt x="7146" y="1"/>
                  </a:moveTo>
                  <a:cubicBezTo>
                    <a:pt x="3177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177" y="146845"/>
                    <a:pt x="7146" y="146845"/>
                  </a:cubicBezTo>
                  <a:lnTo>
                    <a:pt x="249947" y="146845"/>
                  </a:lnTo>
                  <a:cubicBezTo>
                    <a:pt x="253879" y="146845"/>
                    <a:pt x="257093" y="143632"/>
                    <a:pt x="257093" y="139700"/>
                  </a:cubicBezTo>
                  <a:lnTo>
                    <a:pt x="257093" y="7146"/>
                  </a:lnTo>
                  <a:cubicBezTo>
                    <a:pt x="257093" y="3214"/>
                    <a:pt x="253879" y="1"/>
                    <a:pt x="2499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8" name="Google Shape;598;p8"/>
          <p:cNvSpPr txBox="1">
            <a:spLocks noGrp="1"/>
          </p:cNvSpPr>
          <p:nvPr>
            <p:ph type="title"/>
          </p:nvPr>
        </p:nvSpPr>
        <p:spPr>
          <a:xfrm>
            <a:off x="1529550" y="1682550"/>
            <a:ext cx="6084900" cy="72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9" name="Google Shape;599;p8"/>
          <p:cNvSpPr txBox="1">
            <a:spLocks noGrp="1"/>
          </p:cNvSpPr>
          <p:nvPr>
            <p:ph type="subTitle" idx="1"/>
          </p:nvPr>
        </p:nvSpPr>
        <p:spPr>
          <a:xfrm>
            <a:off x="1534825" y="2405250"/>
            <a:ext cx="6084900" cy="105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00" name="Google Shape;600;p8"/>
          <p:cNvSpPr/>
          <p:nvPr/>
        </p:nvSpPr>
        <p:spPr>
          <a:xfrm>
            <a:off x="546317" y="9419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8"/>
          <p:cNvSpPr/>
          <p:nvPr/>
        </p:nvSpPr>
        <p:spPr>
          <a:xfrm>
            <a:off x="281025" y="966589"/>
            <a:ext cx="324527" cy="82660"/>
          </a:xfrm>
          <a:custGeom>
            <a:avLst/>
            <a:gdLst/>
            <a:ahLst/>
            <a:cxnLst/>
            <a:rect l="l" t="t" r="r" b="b"/>
            <a:pathLst>
              <a:path w="10360" h="2535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8"/>
          <p:cNvSpPr/>
          <p:nvPr/>
        </p:nvSpPr>
        <p:spPr>
          <a:xfrm>
            <a:off x="304707" y="104921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8"/>
          <p:cNvSpPr/>
          <p:nvPr/>
        </p:nvSpPr>
        <p:spPr>
          <a:xfrm>
            <a:off x="605521" y="10072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8"/>
          <p:cNvSpPr/>
          <p:nvPr/>
        </p:nvSpPr>
        <p:spPr>
          <a:xfrm>
            <a:off x="546317" y="1298240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3"/>
                  <a:pt x="1286" y="4083"/>
                </a:cubicBezTo>
                <a:cubicBezTo>
                  <a:pt x="1966" y="4083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8"/>
          <p:cNvSpPr/>
          <p:nvPr/>
        </p:nvSpPr>
        <p:spPr>
          <a:xfrm>
            <a:off x="281025" y="132413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8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28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8"/>
          <p:cNvSpPr/>
          <p:nvPr/>
        </p:nvSpPr>
        <p:spPr>
          <a:xfrm>
            <a:off x="304707" y="14054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"/>
          <p:cNvSpPr/>
          <p:nvPr/>
        </p:nvSpPr>
        <p:spPr>
          <a:xfrm>
            <a:off x="605521" y="136479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8"/>
          <p:cNvSpPr/>
          <p:nvPr/>
        </p:nvSpPr>
        <p:spPr>
          <a:xfrm>
            <a:off x="282216" y="133521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lnTo>
                  <a:pt x="10057" y="0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3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78" y="2118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8"/>
          <p:cNvSpPr/>
          <p:nvPr/>
        </p:nvSpPr>
        <p:spPr>
          <a:xfrm>
            <a:off x="546317" y="165574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04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04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8"/>
          <p:cNvSpPr/>
          <p:nvPr/>
        </p:nvSpPr>
        <p:spPr>
          <a:xfrm>
            <a:off x="281025" y="1680400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8"/>
          <p:cNvSpPr/>
          <p:nvPr/>
        </p:nvSpPr>
        <p:spPr>
          <a:xfrm>
            <a:off x="304707" y="1761756"/>
            <a:ext cx="32014" cy="1272"/>
          </a:xfrm>
          <a:custGeom>
            <a:avLst/>
            <a:gdLst/>
            <a:ahLst/>
            <a:cxnLst/>
            <a:rect l="l" t="t" r="r" b="b"/>
            <a:pathLst>
              <a:path w="1022" h="39" extrusionOk="0">
                <a:moveTo>
                  <a:pt x="1021" y="39"/>
                </a:moveTo>
                <a:lnTo>
                  <a:pt x="38" y="39"/>
                </a:lnTo>
                <a:cubicBezTo>
                  <a:pt x="38" y="39"/>
                  <a:pt x="38" y="39"/>
                  <a:pt x="38" y="39"/>
                </a:cubicBezTo>
                <a:cubicBezTo>
                  <a:pt x="38" y="39"/>
                  <a:pt x="38" y="39"/>
                  <a:pt x="38" y="39"/>
                </a:cubicBezTo>
                <a:lnTo>
                  <a:pt x="1021" y="39"/>
                </a:lnTo>
                <a:lnTo>
                  <a:pt x="102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cubicBezTo>
                  <a:pt x="1" y="39"/>
                  <a:pt x="1" y="39"/>
                  <a:pt x="1" y="1"/>
                </a:cubicBezTo>
                <a:cubicBezTo>
                  <a:pt x="1" y="39"/>
                  <a:pt x="1" y="39"/>
                  <a:pt x="1" y="39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8"/>
          <p:cNvSpPr/>
          <p:nvPr/>
        </p:nvSpPr>
        <p:spPr>
          <a:xfrm>
            <a:off x="605521" y="17210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8"/>
          <p:cNvSpPr/>
          <p:nvPr/>
        </p:nvSpPr>
        <p:spPr>
          <a:xfrm>
            <a:off x="282216" y="169148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03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38"/>
                  <a:pt x="0" y="1249"/>
                </a:cubicBezTo>
                <a:lnTo>
                  <a:pt x="0" y="1249"/>
                </a:lnTo>
                <a:cubicBezTo>
                  <a:pt x="76" y="1740"/>
                  <a:pt x="340" y="2156"/>
                  <a:pt x="719" y="2156"/>
                </a:cubicBezTo>
                <a:cubicBezTo>
                  <a:pt x="719" y="2194"/>
                  <a:pt x="719" y="2194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08"/>
                </a:cubicBez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8"/>
          <p:cNvSpPr/>
          <p:nvPr/>
        </p:nvSpPr>
        <p:spPr>
          <a:xfrm>
            <a:off x="546317" y="2012018"/>
            <a:ext cx="79378" cy="133202"/>
          </a:xfrm>
          <a:custGeom>
            <a:avLst/>
            <a:gdLst/>
            <a:ahLst/>
            <a:cxnLst/>
            <a:rect l="l" t="t" r="r" b="b"/>
            <a:pathLst>
              <a:path w="2534" h="4085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77"/>
                  <a:pt x="567" y="4084"/>
                  <a:pt x="1286" y="4084"/>
                </a:cubicBezTo>
                <a:cubicBezTo>
                  <a:pt x="1966" y="4084"/>
                  <a:pt x="2533" y="3177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8"/>
          <p:cNvSpPr/>
          <p:nvPr/>
        </p:nvSpPr>
        <p:spPr>
          <a:xfrm>
            <a:off x="281025" y="203790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8"/>
          <p:cNvSpPr/>
          <p:nvPr/>
        </p:nvSpPr>
        <p:spPr>
          <a:xfrm>
            <a:off x="304707" y="211929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8"/>
          <p:cNvSpPr/>
          <p:nvPr/>
        </p:nvSpPr>
        <p:spPr>
          <a:xfrm>
            <a:off x="605521" y="207736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8"/>
          <p:cNvSpPr/>
          <p:nvPr/>
        </p:nvSpPr>
        <p:spPr>
          <a:xfrm>
            <a:off x="282216" y="204902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76"/>
                  <a:pt x="10095" y="189"/>
                  <a:pt x="10095" y="303"/>
                </a:cubicBezTo>
                <a:cubicBezTo>
                  <a:pt x="10095" y="983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10"/>
                </a:cubicBezTo>
                <a:lnTo>
                  <a:pt x="0" y="1210"/>
                </a:lnTo>
                <a:cubicBezTo>
                  <a:pt x="76" y="1739"/>
                  <a:pt x="340" y="2117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lnTo>
                  <a:pt x="10322" y="870"/>
                </a:ln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8"/>
          <p:cNvSpPr/>
          <p:nvPr/>
        </p:nvSpPr>
        <p:spPr>
          <a:xfrm>
            <a:off x="546317" y="236956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04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04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8"/>
          <p:cNvSpPr/>
          <p:nvPr/>
        </p:nvSpPr>
        <p:spPr>
          <a:xfrm>
            <a:off x="281025" y="2394211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66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66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8"/>
          <p:cNvSpPr/>
          <p:nvPr/>
        </p:nvSpPr>
        <p:spPr>
          <a:xfrm>
            <a:off x="304707" y="247556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8"/>
          <p:cNvSpPr/>
          <p:nvPr/>
        </p:nvSpPr>
        <p:spPr>
          <a:xfrm>
            <a:off x="605521" y="243487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8"/>
          <p:cNvSpPr/>
          <p:nvPr/>
        </p:nvSpPr>
        <p:spPr>
          <a:xfrm>
            <a:off x="282216" y="240529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4"/>
                  <a:pt x="10095" y="189"/>
                  <a:pt x="10095" y="303"/>
                </a:cubicBezTo>
                <a:cubicBezTo>
                  <a:pt x="10095" y="1021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626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8"/>
          <p:cNvSpPr/>
          <p:nvPr/>
        </p:nvSpPr>
        <p:spPr>
          <a:xfrm>
            <a:off x="546317" y="272582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8"/>
          <p:cNvSpPr/>
          <p:nvPr/>
        </p:nvSpPr>
        <p:spPr>
          <a:xfrm>
            <a:off x="281025" y="2751719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30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30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8"/>
          <p:cNvSpPr/>
          <p:nvPr/>
        </p:nvSpPr>
        <p:spPr>
          <a:xfrm>
            <a:off x="304707" y="283307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8"/>
          <p:cNvSpPr/>
          <p:nvPr/>
        </p:nvSpPr>
        <p:spPr>
          <a:xfrm>
            <a:off x="605521" y="279117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8"/>
          <p:cNvSpPr/>
          <p:nvPr/>
        </p:nvSpPr>
        <p:spPr>
          <a:xfrm>
            <a:off x="282216" y="276156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41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75"/>
                  <a:pt x="0" y="1248"/>
                </a:cubicBezTo>
                <a:lnTo>
                  <a:pt x="0" y="1248"/>
                </a:lnTo>
                <a:cubicBezTo>
                  <a:pt x="76" y="1778"/>
                  <a:pt x="340" y="2156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8"/>
          <p:cNvSpPr/>
          <p:nvPr/>
        </p:nvSpPr>
        <p:spPr>
          <a:xfrm>
            <a:off x="546317" y="30833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04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04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8"/>
          <p:cNvSpPr/>
          <p:nvPr/>
        </p:nvSpPr>
        <p:spPr>
          <a:xfrm>
            <a:off x="281025" y="310798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8"/>
          <p:cNvSpPr/>
          <p:nvPr/>
        </p:nvSpPr>
        <p:spPr>
          <a:xfrm>
            <a:off x="304707" y="318937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8"/>
          <p:cNvSpPr/>
          <p:nvPr/>
        </p:nvSpPr>
        <p:spPr>
          <a:xfrm>
            <a:off x="605521" y="31486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8"/>
          <p:cNvSpPr/>
          <p:nvPr/>
        </p:nvSpPr>
        <p:spPr>
          <a:xfrm>
            <a:off x="282216" y="311910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3"/>
                  <a:pt x="10095" y="189"/>
                  <a:pt x="10095" y="302"/>
                </a:cubicBezTo>
                <a:cubicBezTo>
                  <a:pt x="10095" y="1021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48"/>
                </a:cubicBezTo>
                <a:lnTo>
                  <a:pt x="0" y="1248"/>
                </a:lnTo>
                <a:cubicBezTo>
                  <a:pt x="76" y="1739"/>
                  <a:pt x="340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8"/>
          <p:cNvSpPr/>
          <p:nvPr/>
        </p:nvSpPr>
        <p:spPr>
          <a:xfrm>
            <a:off x="546317" y="343964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42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42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8"/>
          <p:cNvSpPr/>
          <p:nvPr/>
        </p:nvSpPr>
        <p:spPr>
          <a:xfrm>
            <a:off x="281025" y="3465498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30"/>
                  <a:pt x="0" y="1249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9"/>
                </a:cubicBezTo>
                <a:cubicBezTo>
                  <a:pt x="10360" y="530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8"/>
          <p:cNvSpPr/>
          <p:nvPr/>
        </p:nvSpPr>
        <p:spPr>
          <a:xfrm>
            <a:off x="304707" y="35468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8"/>
          <p:cNvSpPr/>
          <p:nvPr/>
        </p:nvSpPr>
        <p:spPr>
          <a:xfrm>
            <a:off x="605521" y="350495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8"/>
          <p:cNvSpPr/>
          <p:nvPr/>
        </p:nvSpPr>
        <p:spPr>
          <a:xfrm>
            <a:off x="282216" y="347537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lnTo>
                  <a:pt x="10057" y="0"/>
                </a:ln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8"/>
          <p:cNvSpPr/>
          <p:nvPr/>
        </p:nvSpPr>
        <p:spPr>
          <a:xfrm>
            <a:off x="546317" y="3795909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4"/>
                  <a:pt x="1286" y="4084"/>
                </a:cubicBezTo>
                <a:cubicBezTo>
                  <a:pt x="1966" y="4084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8"/>
          <p:cNvSpPr/>
          <p:nvPr/>
        </p:nvSpPr>
        <p:spPr>
          <a:xfrm>
            <a:off x="281025" y="382180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8"/>
          <p:cNvSpPr/>
          <p:nvPr/>
        </p:nvSpPr>
        <p:spPr>
          <a:xfrm>
            <a:off x="304707" y="390315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8"/>
          <p:cNvSpPr/>
          <p:nvPr/>
        </p:nvSpPr>
        <p:spPr>
          <a:xfrm>
            <a:off x="605521" y="38624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8"/>
          <p:cNvSpPr/>
          <p:nvPr/>
        </p:nvSpPr>
        <p:spPr>
          <a:xfrm>
            <a:off x="282216" y="3832886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1"/>
                </a:moveTo>
                <a:lnTo>
                  <a:pt x="10057" y="1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4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40" y="2118"/>
                  <a:pt x="719" y="2156"/>
                </a:cubicBezTo>
                <a:lnTo>
                  <a:pt x="9528" y="2156"/>
                </a:lnTo>
                <a:cubicBezTo>
                  <a:pt x="9981" y="2156"/>
                  <a:pt x="10322" y="1589"/>
                  <a:pt x="10322" y="908"/>
                </a:cubicBezTo>
                <a:cubicBezTo>
                  <a:pt x="10322" y="530"/>
                  <a:pt x="10208" y="227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8"/>
          <p:cNvSpPr/>
          <p:nvPr/>
        </p:nvSpPr>
        <p:spPr>
          <a:xfrm>
            <a:off x="546317" y="415341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8"/>
          <p:cNvSpPr/>
          <p:nvPr/>
        </p:nvSpPr>
        <p:spPr>
          <a:xfrm>
            <a:off x="281025" y="4178069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8"/>
          <p:cNvSpPr/>
          <p:nvPr/>
        </p:nvSpPr>
        <p:spPr>
          <a:xfrm>
            <a:off x="304707" y="4260664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8"/>
          <p:cNvSpPr/>
          <p:nvPr/>
        </p:nvSpPr>
        <p:spPr>
          <a:xfrm>
            <a:off x="605521" y="421876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8"/>
          <p:cNvSpPr/>
          <p:nvPr/>
        </p:nvSpPr>
        <p:spPr>
          <a:xfrm>
            <a:off x="282216" y="4189188"/>
            <a:ext cx="323337" cy="71508"/>
          </a:xfrm>
          <a:custGeom>
            <a:avLst/>
            <a:gdLst/>
            <a:ahLst/>
            <a:cxnLst/>
            <a:rect l="l" t="t" r="r" b="b"/>
            <a:pathLst>
              <a:path w="10322" h="2193" extrusionOk="0">
                <a:moveTo>
                  <a:pt x="10057" y="0"/>
                </a:moveTo>
                <a:lnTo>
                  <a:pt x="10057" y="0"/>
                </a:lnTo>
                <a:cubicBezTo>
                  <a:pt x="10095" y="113"/>
                  <a:pt x="10095" y="227"/>
                  <a:pt x="10095" y="340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7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8"/>
          <p:cNvSpPr/>
          <p:nvPr/>
        </p:nvSpPr>
        <p:spPr>
          <a:xfrm>
            <a:off x="282216" y="97770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8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1" name="Google Shape;651;p9"/>
          <p:cNvGrpSpPr/>
          <p:nvPr/>
        </p:nvGrpSpPr>
        <p:grpSpPr>
          <a:xfrm>
            <a:off x="395894" y="219519"/>
            <a:ext cx="8518865" cy="4788281"/>
            <a:chOff x="395894" y="219519"/>
            <a:chExt cx="8518865" cy="4788281"/>
          </a:xfrm>
        </p:grpSpPr>
        <p:sp>
          <p:nvSpPr>
            <p:cNvPr id="652" name="Google Shape;652;p9"/>
            <p:cNvSpPr/>
            <p:nvPr/>
          </p:nvSpPr>
          <p:spPr>
            <a:xfrm>
              <a:off x="661185" y="219519"/>
              <a:ext cx="8068819" cy="4788281"/>
            </a:xfrm>
            <a:custGeom>
              <a:avLst/>
              <a:gdLst/>
              <a:ahLst/>
              <a:cxnLst/>
              <a:rect l="l" t="t" r="r" b="b"/>
              <a:pathLst>
                <a:path w="257584" h="146846" extrusionOk="0">
                  <a:moveTo>
                    <a:pt x="7146" y="1"/>
                  </a:moveTo>
                  <a:cubicBezTo>
                    <a:pt x="3214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214" y="146845"/>
                    <a:pt x="7146" y="146845"/>
                  </a:cubicBezTo>
                  <a:lnTo>
                    <a:pt x="250438" y="146845"/>
                  </a:lnTo>
                  <a:cubicBezTo>
                    <a:pt x="254408" y="146845"/>
                    <a:pt x="257584" y="143632"/>
                    <a:pt x="257584" y="139700"/>
                  </a:cubicBezTo>
                  <a:lnTo>
                    <a:pt x="257584" y="7146"/>
                  </a:lnTo>
                  <a:cubicBezTo>
                    <a:pt x="257584" y="3214"/>
                    <a:pt x="254408" y="1"/>
                    <a:pt x="250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53" name="Google Shape;653;p9"/>
            <p:cNvGrpSpPr/>
            <p:nvPr/>
          </p:nvGrpSpPr>
          <p:grpSpPr>
            <a:xfrm>
              <a:off x="8341543" y="2282008"/>
              <a:ext cx="569676" cy="380612"/>
              <a:chOff x="8341543" y="2282008"/>
              <a:chExt cx="569676" cy="380612"/>
            </a:xfrm>
          </p:grpSpPr>
          <p:sp>
            <p:nvSpPr>
              <p:cNvPr id="654" name="Google Shape;654;p9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9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56" name="Google Shape;656;p9"/>
            <p:cNvSpPr/>
            <p:nvPr/>
          </p:nvSpPr>
          <p:spPr>
            <a:xfrm>
              <a:off x="8341543" y="4447718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57" name="Google Shape;657;p9"/>
            <p:cNvGrpSpPr/>
            <p:nvPr/>
          </p:nvGrpSpPr>
          <p:grpSpPr>
            <a:xfrm>
              <a:off x="8341543" y="1721094"/>
              <a:ext cx="569676" cy="380612"/>
              <a:chOff x="8341543" y="1721094"/>
              <a:chExt cx="569676" cy="380612"/>
            </a:xfrm>
          </p:grpSpPr>
          <p:sp>
            <p:nvSpPr>
              <p:cNvPr id="658" name="Google Shape;658;p9"/>
              <p:cNvSpPr/>
              <p:nvPr/>
            </p:nvSpPr>
            <p:spPr>
              <a:xfrm>
                <a:off x="8341543" y="1800869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9"/>
              <p:cNvSpPr/>
              <p:nvPr/>
            </p:nvSpPr>
            <p:spPr>
              <a:xfrm>
                <a:off x="8341543" y="1721094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0" name="Google Shape;660;p9"/>
            <p:cNvGrpSpPr/>
            <p:nvPr/>
          </p:nvGrpSpPr>
          <p:grpSpPr>
            <a:xfrm>
              <a:off x="8346273" y="1183592"/>
              <a:ext cx="568486" cy="388014"/>
              <a:chOff x="8346273" y="1183592"/>
              <a:chExt cx="568486" cy="388014"/>
            </a:xfrm>
          </p:grpSpPr>
          <p:sp>
            <p:nvSpPr>
              <p:cNvPr id="661" name="Google Shape;661;p9"/>
              <p:cNvSpPr/>
              <p:nvPr/>
            </p:nvSpPr>
            <p:spPr>
              <a:xfrm>
                <a:off x="8346273" y="1263367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9"/>
              <p:cNvSpPr/>
              <p:nvPr/>
            </p:nvSpPr>
            <p:spPr>
              <a:xfrm>
                <a:off x="8346273" y="1183592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3" name="Google Shape;663;p9"/>
            <p:cNvGrpSpPr/>
            <p:nvPr/>
          </p:nvGrpSpPr>
          <p:grpSpPr>
            <a:xfrm>
              <a:off x="8341543" y="606635"/>
              <a:ext cx="569676" cy="388014"/>
              <a:chOff x="8341543" y="606635"/>
              <a:chExt cx="569676" cy="388014"/>
            </a:xfrm>
          </p:grpSpPr>
          <p:sp>
            <p:nvSpPr>
              <p:cNvPr id="664" name="Google Shape;664;p9"/>
              <p:cNvSpPr/>
              <p:nvPr/>
            </p:nvSpPr>
            <p:spPr>
              <a:xfrm>
                <a:off x="8341543" y="686410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9"/>
              <p:cNvSpPr/>
              <p:nvPr/>
            </p:nvSpPr>
            <p:spPr>
              <a:xfrm>
                <a:off x="8341543" y="606635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6" name="Google Shape;666;p9"/>
            <p:cNvGrpSpPr/>
            <p:nvPr/>
          </p:nvGrpSpPr>
          <p:grpSpPr>
            <a:xfrm>
              <a:off x="8341543" y="2842933"/>
              <a:ext cx="569676" cy="380612"/>
              <a:chOff x="8341543" y="2282008"/>
              <a:chExt cx="569676" cy="380612"/>
            </a:xfrm>
          </p:grpSpPr>
          <p:sp>
            <p:nvSpPr>
              <p:cNvPr id="667" name="Google Shape;667;p9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9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9" name="Google Shape;669;p9"/>
            <p:cNvGrpSpPr/>
            <p:nvPr/>
          </p:nvGrpSpPr>
          <p:grpSpPr>
            <a:xfrm>
              <a:off x="8341543" y="3403858"/>
              <a:ext cx="569676" cy="380612"/>
              <a:chOff x="8341543" y="2282008"/>
              <a:chExt cx="569676" cy="380612"/>
            </a:xfrm>
          </p:grpSpPr>
          <p:sp>
            <p:nvSpPr>
              <p:cNvPr id="670" name="Google Shape;670;p9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9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72" name="Google Shape;672;p9"/>
            <p:cNvSpPr/>
            <p:nvPr/>
          </p:nvSpPr>
          <p:spPr>
            <a:xfrm>
              <a:off x="8341543" y="4367943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9"/>
            <p:cNvSpPr/>
            <p:nvPr/>
          </p:nvSpPr>
          <p:spPr>
            <a:xfrm>
              <a:off x="395894" y="219519"/>
              <a:ext cx="8053438" cy="4788281"/>
            </a:xfrm>
            <a:custGeom>
              <a:avLst/>
              <a:gdLst/>
              <a:ahLst/>
              <a:cxnLst/>
              <a:rect l="l" t="t" r="r" b="b"/>
              <a:pathLst>
                <a:path w="257093" h="146846" extrusionOk="0">
                  <a:moveTo>
                    <a:pt x="7146" y="1"/>
                  </a:moveTo>
                  <a:cubicBezTo>
                    <a:pt x="3177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177" y="146845"/>
                    <a:pt x="7146" y="146845"/>
                  </a:cubicBezTo>
                  <a:lnTo>
                    <a:pt x="249947" y="146845"/>
                  </a:lnTo>
                  <a:cubicBezTo>
                    <a:pt x="253879" y="146845"/>
                    <a:pt x="257093" y="143632"/>
                    <a:pt x="257093" y="139700"/>
                  </a:cubicBezTo>
                  <a:lnTo>
                    <a:pt x="257093" y="7146"/>
                  </a:lnTo>
                  <a:cubicBezTo>
                    <a:pt x="257093" y="3214"/>
                    <a:pt x="253879" y="1"/>
                    <a:pt x="2499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4" name="Google Shape;674;p9"/>
          <p:cNvSpPr txBox="1">
            <a:spLocks noGrp="1"/>
          </p:cNvSpPr>
          <p:nvPr>
            <p:ph type="title"/>
          </p:nvPr>
        </p:nvSpPr>
        <p:spPr>
          <a:xfrm>
            <a:off x="2014800" y="1482700"/>
            <a:ext cx="5114400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0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75" name="Google Shape;675;p9"/>
          <p:cNvSpPr txBox="1">
            <a:spLocks noGrp="1"/>
          </p:cNvSpPr>
          <p:nvPr>
            <p:ph type="subTitle" idx="1"/>
          </p:nvPr>
        </p:nvSpPr>
        <p:spPr>
          <a:xfrm>
            <a:off x="2594250" y="2750800"/>
            <a:ext cx="3955500" cy="99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76" name="Google Shape;676;p9"/>
          <p:cNvSpPr/>
          <p:nvPr/>
        </p:nvSpPr>
        <p:spPr>
          <a:xfrm>
            <a:off x="546317" y="9419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9"/>
          <p:cNvSpPr/>
          <p:nvPr/>
        </p:nvSpPr>
        <p:spPr>
          <a:xfrm>
            <a:off x="281025" y="966589"/>
            <a:ext cx="324527" cy="82660"/>
          </a:xfrm>
          <a:custGeom>
            <a:avLst/>
            <a:gdLst/>
            <a:ahLst/>
            <a:cxnLst/>
            <a:rect l="l" t="t" r="r" b="b"/>
            <a:pathLst>
              <a:path w="10360" h="2535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9"/>
          <p:cNvSpPr/>
          <p:nvPr/>
        </p:nvSpPr>
        <p:spPr>
          <a:xfrm>
            <a:off x="304707" y="104921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9"/>
          <p:cNvSpPr/>
          <p:nvPr/>
        </p:nvSpPr>
        <p:spPr>
          <a:xfrm>
            <a:off x="605521" y="10072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9"/>
          <p:cNvSpPr/>
          <p:nvPr/>
        </p:nvSpPr>
        <p:spPr>
          <a:xfrm>
            <a:off x="546317" y="1298240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3"/>
                  <a:pt x="1286" y="4083"/>
                </a:cubicBezTo>
                <a:cubicBezTo>
                  <a:pt x="1966" y="4083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9"/>
          <p:cNvSpPr/>
          <p:nvPr/>
        </p:nvSpPr>
        <p:spPr>
          <a:xfrm>
            <a:off x="281025" y="132413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8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28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9"/>
          <p:cNvSpPr/>
          <p:nvPr/>
        </p:nvSpPr>
        <p:spPr>
          <a:xfrm>
            <a:off x="304707" y="14054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9"/>
          <p:cNvSpPr/>
          <p:nvPr/>
        </p:nvSpPr>
        <p:spPr>
          <a:xfrm>
            <a:off x="605521" y="136479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9"/>
          <p:cNvSpPr/>
          <p:nvPr/>
        </p:nvSpPr>
        <p:spPr>
          <a:xfrm>
            <a:off x="282216" y="133521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lnTo>
                  <a:pt x="10057" y="0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3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78" y="2118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9"/>
          <p:cNvSpPr/>
          <p:nvPr/>
        </p:nvSpPr>
        <p:spPr>
          <a:xfrm>
            <a:off x="546317" y="165574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04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04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9"/>
          <p:cNvSpPr/>
          <p:nvPr/>
        </p:nvSpPr>
        <p:spPr>
          <a:xfrm>
            <a:off x="281025" y="1680400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9"/>
          <p:cNvSpPr/>
          <p:nvPr/>
        </p:nvSpPr>
        <p:spPr>
          <a:xfrm>
            <a:off x="304707" y="1761756"/>
            <a:ext cx="32014" cy="1272"/>
          </a:xfrm>
          <a:custGeom>
            <a:avLst/>
            <a:gdLst/>
            <a:ahLst/>
            <a:cxnLst/>
            <a:rect l="l" t="t" r="r" b="b"/>
            <a:pathLst>
              <a:path w="1022" h="39" extrusionOk="0">
                <a:moveTo>
                  <a:pt x="1021" y="39"/>
                </a:moveTo>
                <a:lnTo>
                  <a:pt x="38" y="39"/>
                </a:lnTo>
                <a:cubicBezTo>
                  <a:pt x="38" y="39"/>
                  <a:pt x="38" y="39"/>
                  <a:pt x="38" y="39"/>
                </a:cubicBezTo>
                <a:cubicBezTo>
                  <a:pt x="38" y="39"/>
                  <a:pt x="38" y="39"/>
                  <a:pt x="38" y="39"/>
                </a:cubicBezTo>
                <a:lnTo>
                  <a:pt x="1021" y="39"/>
                </a:lnTo>
                <a:lnTo>
                  <a:pt x="102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cubicBezTo>
                  <a:pt x="1" y="39"/>
                  <a:pt x="1" y="39"/>
                  <a:pt x="1" y="1"/>
                </a:cubicBezTo>
                <a:cubicBezTo>
                  <a:pt x="1" y="39"/>
                  <a:pt x="1" y="39"/>
                  <a:pt x="1" y="39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9"/>
          <p:cNvSpPr/>
          <p:nvPr/>
        </p:nvSpPr>
        <p:spPr>
          <a:xfrm>
            <a:off x="605521" y="17210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9"/>
          <p:cNvSpPr/>
          <p:nvPr/>
        </p:nvSpPr>
        <p:spPr>
          <a:xfrm>
            <a:off x="282216" y="169148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03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38"/>
                  <a:pt x="0" y="1249"/>
                </a:cubicBezTo>
                <a:lnTo>
                  <a:pt x="0" y="1249"/>
                </a:lnTo>
                <a:cubicBezTo>
                  <a:pt x="76" y="1740"/>
                  <a:pt x="340" y="2156"/>
                  <a:pt x="719" y="2156"/>
                </a:cubicBezTo>
                <a:cubicBezTo>
                  <a:pt x="719" y="2194"/>
                  <a:pt x="719" y="2194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08"/>
                </a:cubicBez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9"/>
          <p:cNvSpPr/>
          <p:nvPr/>
        </p:nvSpPr>
        <p:spPr>
          <a:xfrm>
            <a:off x="546317" y="2012018"/>
            <a:ext cx="79378" cy="133202"/>
          </a:xfrm>
          <a:custGeom>
            <a:avLst/>
            <a:gdLst/>
            <a:ahLst/>
            <a:cxnLst/>
            <a:rect l="l" t="t" r="r" b="b"/>
            <a:pathLst>
              <a:path w="2534" h="4085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77"/>
                  <a:pt x="567" y="4084"/>
                  <a:pt x="1286" y="4084"/>
                </a:cubicBezTo>
                <a:cubicBezTo>
                  <a:pt x="1966" y="4084"/>
                  <a:pt x="2533" y="3177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9"/>
          <p:cNvSpPr/>
          <p:nvPr/>
        </p:nvSpPr>
        <p:spPr>
          <a:xfrm>
            <a:off x="281025" y="203790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9"/>
          <p:cNvSpPr/>
          <p:nvPr/>
        </p:nvSpPr>
        <p:spPr>
          <a:xfrm>
            <a:off x="304707" y="211929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9"/>
          <p:cNvSpPr/>
          <p:nvPr/>
        </p:nvSpPr>
        <p:spPr>
          <a:xfrm>
            <a:off x="605521" y="207736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9"/>
          <p:cNvSpPr/>
          <p:nvPr/>
        </p:nvSpPr>
        <p:spPr>
          <a:xfrm>
            <a:off x="282216" y="204902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76"/>
                  <a:pt x="10095" y="189"/>
                  <a:pt x="10095" y="303"/>
                </a:cubicBezTo>
                <a:cubicBezTo>
                  <a:pt x="10095" y="983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10"/>
                </a:cubicBezTo>
                <a:lnTo>
                  <a:pt x="0" y="1210"/>
                </a:lnTo>
                <a:cubicBezTo>
                  <a:pt x="76" y="1739"/>
                  <a:pt x="340" y="2117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lnTo>
                  <a:pt x="10322" y="870"/>
                </a:ln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9"/>
          <p:cNvSpPr/>
          <p:nvPr/>
        </p:nvSpPr>
        <p:spPr>
          <a:xfrm>
            <a:off x="546317" y="236956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04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04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9"/>
          <p:cNvSpPr/>
          <p:nvPr/>
        </p:nvSpPr>
        <p:spPr>
          <a:xfrm>
            <a:off x="281025" y="2394211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66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66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9"/>
          <p:cNvSpPr/>
          <p:nvPr/>
        </p:nvSpPr>
        <p:spPr>
          <a:xfrm>
            <a:off x="304707" y="247556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9"/>
          <p:cNvSpPr/>
          <p:nvPr/>
        </p:nvSpPr>
        <p:spPr>
          <a:xfrm>
            <a:off x="605521" y="243487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9"/>
          <p:cNvSpPr/>
          <p:nvPr/>
        </p:nvSpPr>
        <p:spPr>
          <a:xfrm>
            <a:off x="282216" y="240529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4"/>
                  <a:pt x="10095" y="189"/>
                  <a:pt x="10095" y="303"/>
                </a:cubicBezTo>
                <a:cubicBezTo>
                  <a:pt x="10095" y="1021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626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9"/>
          <p:cNvSpPr/>
          <p:nvPr/>
        </p:nvSpPr>
        <p:spPr>
          <a:xfrm>
            <a:off x="546317" y="272582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9"/>
          <p:cNvSpPr/>
          <p:nvPr/>
        </p:nvSpPr>
        <p:spPr>
          <a:xfrm>
            <a:off x="281025" y="2751719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30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30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9"/>
          <p:cNvSpPr/>
          <p:nvPr/>
        </p:nvSpPr>
        <p:spPr>
          <a:xfrm>
            <a:off x="304707" y="283307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9"/>
          <p:cNvSpPr/>
          <p:nvPr/>
        </p:nvSpPr>
        <p:spPr>
          <a:xfrm>
            <a:off x="605521" y="279117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9"/>
          <p:cNvSpPr/>
          <p:nvPr/>
        </p:nvSpPr>
        <p:spPr>
          <a:xfrm>
            <a:off x="282216" y="276156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41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75"/>
                  <a:pt x="0" y="1248"/>
                </a:cubicBezTo>
                <a:lnTo>
                  <a:pt x="0" y="1248"/>
                </a:lnTo>
                <a:cubicBezTo>
                  <a:pt x="76" y="1778"/>
                  <a:pt x="340" y="2156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9"/>
          <p:cNvSpPr/>
          <p:nvPr/>
        </p:nvSpPr>
        <p:spPr>
          <a:xfrm>
            <a:off x="546317" y="30833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04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04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9"/>
          <p:cNvSpPr/>
          <p:nvPr/>
        </p:nvSpPr>
        <p:spPr>
          <a:xfrm>
            <a:off x="281025" y="310798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9"/>
          <p:cNvSpPr/>
          <p:nvPr/>
        </p:nvSpPr>
        <p:spPr>
          <a:xfrm>
            <a:off x="304707" y="318937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9"/>
          <p:cNvSpPr/>
          <p:nvPr/>
        </p:nvSpPr>
        <p:spPr>
          <a:xfrm>
            <a:off x="605521" y="31486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9"/>
          <p:cNvSpPr/>
          <p:nvPr/>
        </p:nvSpPr>
        <p:spPr>
          <a:xfrm>
            <a:off x="282216" y="311910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3"/>
                  <a:pt x="10095" y="189"/>
                  <a:pt x="10095" y="302"/>
                </a:cubicBezTo>
                <a:cubicBezTo>
                  <a:pt x="10095" y="1021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48"/>
                </a:cubicBezTo>
                <a:lnTo>
                  <a:pt x="0" y="1248"/>
                </a:lnTo>
                <a:cubicBezTo>
                  <a:pt x="76" y="1739"/>
                  <a:pt x="340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9"/>
          <p:cNvSpPr/>
          <p:nvPr/>
        </p:nvSpPr>
        <p:spPr>
          <a:xfrm>
            <a:off x="546317" y="343964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42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42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9"/>
          <p:cNvSpPr/>
          <p:nvPr/>
        </p:nvSpPr>
        <p:spPr>
          <a:xfrm>
            <a:off x="281025" y="3465498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30"/>
                  <a:pt x="0" y="1249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9"/>
                </a:cubicBezTo>
                <a:cubicBezTo>
                  <a:pt x="10360" y="530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9"/>
          <p:cNvSpPr/>
          <p:nvPr/>
        </p:nvSpPr>
        <p:spPr>
          <a:xfrm>
            <a:off x="304707" y="35468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9"/>
          <p:cNvSpPr/>
          <p:nvPr/>
        </p:nvSpPr>
        <p:spPr>
          <a:xfrm>
            <a:off x="605521" y="350495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9"/>
          <p:cNvSpPr/>
          <p:nvPr/>
        </p:nvSpPr>
        <p:spPr>
          <a:xfrm>
            <a:off x="282216" y="347537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lnTo>
                  <a:pt x="10057" y="0"/>
                </a:ln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9"/>
          <p:cNvSpPr/>
          <p:nvPr/>
        </p:nvSpPr>
        <p:spPr>
          <a:xfrm>
            <a:off x="546317" y="3795909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4"/>
                  <a:pt x="1286" y="4084"/>
                </a:cubicBezTo>
                <a:cubicBezTo>
                  <a:pt x="1966" y="4084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9"/>
          <p:cNvSpPr/>
          <p:nvPr/>
        </p:nvSpPr>
        <p:spPr>
          <a:xfrm>
            <a:off x="281025" y="382180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9"/>
          <p:cNvSpPr/>
          <p:nvPr/>
        </p:nvSpPr>
        <p:spPr>
          <a:xfrm>
            <a:off x="304707" y="390315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9"/>
          <p:cNvSpPr/>
          <p:nvPr/>
        </p:nvSpPr>
        <p:spPr>
          <a:xfrm>
            <a:off x="605521" y="38624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9"/>
          <p:cNvSpPr/>
          <p:nvPr/>
        </p:nvSpPr>
        <p:spPr>
          <a:xfrm>
            <a:off x="282216" y="3832886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1"/>
                </a:moveTo>
                <a:lnTo>
                  <a:pt x="10057" y="1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4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40" y="2118"/>
                  <a:pt x="719" y="2156"/>
                </a:cubicBezTo>
                <a:lnTo>
                  <a:pt x="9528" y="2156"/>
                </a:lnTo>
                <a:cubicBezTo>
                  <a:pt x="9981" y="2156"/>
                  <a:pt x="10322" y="1589"/>
                  <a:pt x="10322" y="908"/>
                </a:cubicBezTo>
                <a:cubicBezTo>
                  <a:pt x="10322" y="530"/>
                  <a:pt x="10208" y="227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9"/>
          <p:cNvSpPr/>
          <p:nvPr/>
        </p:nvSpPr>
        <p:spPr>
          <a:xfrm>
            <a:off x="546317" y="415341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9"/>
          <p:cNvSpPr/>
          <p:nvPr/>
        </p:nvSpPr>
        <p:spPr>
          <a:xfrm>
            <a:off x="281025" y="4178069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9"/>
          <p:cNvSpPr/>
          <p:nvPr/>
        </p:nvSpPr>
        <p:spPr>
          <a:xfrm>
            <a:off x="304707" y="4260664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9"/>
          <p:cNvSpPr/>
          <p:nvPr/>
        </p:nvSpPr>
        <p:spPr>
          <a:xfrm>
            <a:off x="605521" y="421876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9"/>
          <p:cNvSpPr/>
          <p:nvPr/>
        </p:nvSpPr>
        <p:spPr>
          <a:xfrm>
            <a:off x="282216" y="4189188"/>
            <a:ext cx="323337" cy="71508"/>
          </a:xfrm>
          <a:custGeom>
            <a:avLst/>
            <a:gdLst/>
            <a:ahLst/>
            <a:cxnLst/>
            <a:rect l="l" t="t" r="r" b="b"/>
            <a:pathLst>
              <a:path w="10322" h="2193" extrusionOk="0">
                <a:moveTo>
                  <a:pt x="10057" y="0"/>
                </a:moveTo>
                <a:lnTo>
                  <a:pt x="10057" y="0"/>
                </a:lnTo>
                <a:cubicBezTo>
                  <a:pt x="10095" y="113"/>
                  <a:pt x="10095" y="227"/>
                  <a:pt x="10095" y="340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7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9"/>
          <p:cNvSpPr/>
          <p:nvPr/>
        </p:nvSpPr>
        <p:spPr>
          <a:xfrm>
            <a:off x="282216" y="97770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8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" name="Google Shape;727;p10"/>
          <p:cNvGrpSpPr/>
          <p:nvPr/>
        </p:nvGrpSpPr>
        <p:grpSpPr>
          <a:xfrm>
            <a:off x="395894" y="219519"/>
            <a:ext cx="8518865" cy="4788281"/>
            <a:chOff x="395894" y="219519"/>
            <a:chExt cx="8518865" cy="4788281"/>
          </a:xfrm>
        </p:grpSpPr>
        <p:sp>
          <p:nvSpPr>
            <p:cNvPr id="728" name="Google Shape;728;p10"/>
            <p:cNvSpPr/>
            <p:nvPr/>
          </p:nvSpPr>
          <p:spPr>
            <a:xfrm>
              <a:off x="661185" y="219519"/>
              <a:ext cx="8068819" cy="4788281"/>
            </a:xfrm>
            <a:custGeom>
              <a:avLst/>
              <a:gdLst/>
              <a:ahLst/>
              <a:cxnLst/>
              <a:rect l="l" t="t" r="r" b="b"/>
              <a:pathLst>
                <a:path w="257584" h="146846" extrusionOk="0">
                  <a:moveTo>
                    <a:pt x="7146" y="1"/>
                  </a:moveTo>
                  <a:cubicBezTo>
                    <a:pt x="3214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214" y="146845"/>
                    <a:pt x="7146" y="146845"/>
                  </a:cubicBezTo>
                  <a:lnTo>
                    <a:pt x="250438" y="146845"/>
                  </a:lnTo>
                  <a:cubicBezTo>
                    <a:pt x="254408" y="146845"/>
                    <a:pt x="257584" y="143632"/>
                    <a:pt x="257584" y="139700"/>
                  </a:cubicBezTo>
                  <a:lnTo>
                    <a:pt x="257584" y="7146"/>
                  </a:lnTo>
                  <a:cubicBezTo>
                    <a:pt x="257584" y="3214"/>
                    <a:pt x="254408" y="1"/>
                    <a:pt x="250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29" name="Google Shape;729;p10"/>
            <p:cNvGrpSpPr/>
            <p:nvPr/>
          </p:nvGrpSpPr>
          <p:grpSpPr>
            <a:xfrm>
              <a:off x="8341543" y="2282008"/>
              <a:ext cx="569676" cy="380612"/>
              <a:chOff x="8341543" y="2282008"/>
              <a:chExt cx="569676" cy="380612"/>
            </a:xfrm>
          </p:grpSpPr>
          <p:sp>
            <p:nvSpPr>
              <p:cNvPr id="730" name="Google Shape;730;p10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10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32" name="Google Shape;732;p10"/>
            <p:cNvSpPr/>
            <p:nvPr/>
          </p:nvSpPr>
          <p:spPr>
            <a:xfrm>
              <a:off x="8341543" y="4447718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33" name="Google Shape;733;p10"/>
            <p:cNvGrpSpPr/>
            <p:nvPr/>
          </p:nvGrpSpPr>
          <p:grpSpPr>
            <a:xfrm>
              <a:off x="8341543" y="1721094"/>
              <a:ext cx="569676" cy="380612"/>
              <a:chOff x="8341543" y="1721094"/>
              <a:chExt cx="569676" cy="380612"/>
            </a:xfrm>
          </p:grpSpPr>
          <p:sp>
            <p:nvSpPr>
              <p:cNvPr id="734" name="Google Shape;734;p10"/>
              <p:cNvSpPr/>
              <p:nvPr/>
            </p:nvSpPr>
            <p:spPr>
              <a:xfrm>
                <a:off x="8341543" y="1800869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10"/>
              <p:cNvSpPr/>
              <p:nvPr/>
            </p:nvSpPr>
            <p:spPr>
              <a:xfrm>
                <a:off x="8341543" y="1721094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6" name="Google Shape;736;p10"/>
            <p:cNvGrpSpPr/>
            <p:nvPr/>
          </p:nvGrpSpPr>
          <p:grpSpPr>
            <a:xfrm>
              <a:off x="8346273" y="1183592"/>
              <a:ext cx="568486" cy="388014"/>
              <a:chOff x="8346273" y="1183592"/>
              <a:chExt cx="568486" cy="388014"/>
            </a:xfrm>
          </p:grpSpPr>
          <p:sp>
            <p:nvSpPr>
              <p:cNvPr id="737" name="Google Shape;737;p10"/>
              <p:cNvSpPr/>
              <p:nvPr/>
            </p:nvSpPr>
            <p:spPr>
              <a:xfrm>
                <a:off x="8346273" y="1263367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10"/>
              <p:cNvSpPr/>
              <p:nvPr/>
            </p:nvSpPr>
            <p:spPr>
              <a:xfrm>
                <a:off x="8346273" y="1183592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9" name="Google Shape;739;p10"/>
            <p:cNvGrpSpPr/>
            <p:nvPr/>
          </p:nvGrpSpPr>
          <p:grpSpPr>
            <a:xfrm>
              <a:off x="8341543" y="606635"/>
              <a:ext cx="569676" cy="388014"/>
              <a:chOff x="8341543" y="606635"/>
              <a:chExt cx="569676" cy="388014"/>
            </a:xfrm>
          </p:grpSpPr>
          <p:sp>
            <p:nvSpPr>
              <p:cNvPr id="740" name="Google Shape;740;p10"/>
              <p:cNvSpPr/>
              <p:nvPr/>
            </p:nvSpPr>
            <p:spPr>
              <a:xfrm>
                <a:off x="8341543" y="686410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10"/>
              <p:cNvSpPr/>
              <p:nvPr/>
            </p:nvSpPr>
            <p:spPr>
              <a:xfrm>
                <a:off x="8341543" y="606635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2" name="Google Shape;742;p10"/>
            <p:cNvGrpSpPr/>
            <p:nvPr/>
          </p:nvGrpSpPr>
          <p:grpSpPr>
            <a:xfrm>
              <a:off x="8341543" y="2842933"/>
              <a:ext cx="569676" cy="380612"/>
              <a:chOff x="8341543" y="2282008"/>
              <a:chExt cx="569676" cy="380612"/>
            </a:xfrm>
          </p:grpSpPr>
          <p:sp>
            <p:nvSpPr>
              <p:cNvPr id="743" name="Google Shape;743;p10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10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5" name="Google Shape;745;p10"/>
            <p:cNvGrpSpPr/>
            <p:nvPr/>
          </p:nvGrpSpPr>
          <p:grpSpPr>
            <a:xfrm>
              <a:off x="8341543" y="3403858"/>
              <a:ext cx="569676" cy="380612"/>
              <a:chOff x="8341543" y="2282008"/>
              <a:chExt cx="569676" cy="380612"/>
            </a:xfrm>
          </p:grpSpPr>
          <p:sp>
            <p:nvSpPr>
              <p:cNvPr id="746" name="Google Shape;746;p10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10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48" name="Google Shape;748;p10"/>
            <p:cNvSpPr/>
            <p:nvPr/>
          </p:nvSpPr>
          <p:spPr>
            <a:xfrm>
              <a:off x="8341543" y="4367943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0"/>
            <p:cNvSpPr/>
            <p:nvPr/>
          </p:nvSpPr>
          <p:spPr>
            <a:xfrm>
              <a:off x="395894" y="219519"/>
              <a:ext cx="8053438" cy="4788281"/>
            </a:xfrm>
            <a:custGeom>
              <a:avLst/>
              <a:gdLst/>
              <a:ahLst/>
              <a:cxnLst/>
              <a:rect l="l" t="t" r="r" b="b"/>
              <a:pathLst>
                <a:path w="257093" h="146846" extrusionOk="0">
                  <a:moveTo>
                    <a:pt x="7146" y="1"/>
                  </a:moveTo>
                  <a:cubicBezTo>
                    <a:pt x="3177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177" y="146845"/>
                    <a:pt x="7146" y="146845"/>
                  </a:cubicBezTo>
                  <a:lnTo>
                    <a:pt x="249947" y="146845"/>
                  </a:lnTo>
                  <a:cubicBezTo>
                    <a:pt x="253879" y="146845"/>
                    <a:pt x="257093" y="143632"/>
                    <a:pt x="257093" y="139700"/>
                  </a:cubicBezTo>
                  <a:lnTo>
                    <a:pt x="257093" y="7146"/>
                  </a:lnTo>
                  <a:cubicBezTo>
                    <a:pt x="257093" y="3214"/>
                    <a:pt x="253879" y="1"/>
                    <a:pt x="2499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0" name="Google Shape;750;p10"/>
          <p:cNvSpPr txBox="1">
            <a:spLocks noGrp="1"/>
          </p:cNvSpPr>
          <p:nvPr>
            <p:ph type="title"/>
          </p:nvPr>
        </p:nvSpPr>
        <p:spPr>
          <a:xfrm>
            <a:off x="3438550" y="2009550"/>
            <a:ext cx="4979400" cy="11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51" name="Google Shape;751;p10"/>
          <p:cNvSpPr/>
          <p:nvPr/>
        </p:nvSpPr>
        <p:spPr>
          <a:xfrm>
            <a:off x="546317" y="9419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10"/>
          <p:cNvSpPr/>
          <p:nvPr/>
        </p:nvSpPr>
        <p:spPr>
          <a:xfrm>
            <a:off x="281025" y="966589"/>
            <a:ext cx="324527" cy="82660"/>
          </a:xfrm>
          <a:custGeom>
            <a:avLst/>
            <a:gdLst/>
            <a:ahLst/>
            <a:cxnLst/>
            <a:rect l="l" t="t" r="r" b="b"/>
            <a:pathLst>
              <a:path w="10360" h="2535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10"/>
          <p:cNvSpPr/>
          <p:nvPr/>
        </p:nvSpPr>
        <p:spPr>
          <a:xfrm>
            <a:off x="304707" y="104921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10"/>
          <p:cNvSpPr/>
          <p:nvPr/>
        </p:nvSpPr>
        <p:spPr>
          <a:xfrm>
            <a:off x="605521" y="10072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10"/>
          <p:cNvSpPr/>
          <p:nvPr/>
        </p:nvSpPr>
        <p:spPr>
          <a:xfrm>
            <a:off x="546317" y="1298240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3"/>
                  <a:pt x="1286" y="4083"/>
                </a:cubicBezTo>
                <a:cubicBezTo>
                  <a:pt x="1966" y="4083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10"/>
          <p:cNvSpPr/>
          <p:nvPr/>
        </p:nvSpPr>
        <p:spPr>
          <a:xfrm>
            <a:off x="281025" y="132413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8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28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10"/>
          <p:cNvSpPr/>
          <p:nvPr/>
        </p:nvSpPr>
        <p:spPr>
          <a:xfrm>
            <a:off x="304707" y="14054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10"/>
          <p:cNvSpPr/>
          <p:nvPr/>
        </p:nvSpPr>
        <p:spPr>
          <a:xfrm>
            <a:off x="605521" y="136479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10"/>
          <p:cNvSpPr/>
          <p:nvPr/>
        </p:nvSpPr>
        <p:spPr>
          <a:xfrm>
            <a:off x="282216" y="133521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lnTo>
                  <a:pt x="10057" y="0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3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78" y="2118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10"/>
          <p:cNvSpPr/>
          <p:nvPr/>
        </p:nvSpPr>
        <p:spPr>
          <a:xfrm>
            <a:off x="546317" y="165574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04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04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0"/>
          <p:cNvSpPr/>
          <p:nvPr/>
        </p:nvSpPr>
        <p:spPr>
          <a:xfrm>
            <a:off x="281025" y="1680400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10"/>
          <p:cNvSpPr/>
          <p:nvPr/>
        </p:nvSpPr>
        <p:spPr>
          <a:xfrm>
            <a:off x="304707" y="1761756"/>
            <a:ext cx="32014" cy="1272"/>
          </a:xfrm>
          <a:custGeom>
            <a:avLst/>
            <a:gdLst/>
            <a:ahLst/>
            <a:cxnLst/>
            <a:rect l="l" t="t" r="r" b="b"/>
            <a:pathLst>
              <a:path w="1022" h="39" extrusionOk="0">
                <a:moveTo>
                  <a:pt x="1021" y="39"/>
                </a:moveTo>
                <a:lnTo>
                  <a:pt x="38" y="39"/>
                </a:lnTo>
                <a:cubicBezTo>
                  <a:pt x="38" y="39"/>
                  <a:pt x="38" y="39"/>
                  <a:pt x="38" y="39"/>
                </a:cubicBezTo>
                <a:cubicBezTo>
                  <a:pt x="38" y="39"/>
                  <a:pt x="38" y="39"/>
                  <a:pt x="38" y="39"/>
                </a:cubicBezTo>
                <a:lnTo>
                  <a:pt x="1021" y="39"/>
                </a:lnTo>
                <a:lnTo>
                  <a:pt x="102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cubicBezTo>
                  <a:pt x="1" y="39"/>
                  <a:pt x="1" y="39"/>
                  <a:pt x="1" y="1"/>
                </a:cubicBezTo>
                <a:cubicBezTo>
                  <a:pt x="1" y="39"/>
                  <a:pt x="1" y="39"/>
                  <a:pt x="1" y="39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10"/>
          <p:cNvSpPr/>
          <p:nvPr/>
        </p:nvSpPr>
        <p:spPr>
          <a:xfrm>
            <a:off x="605521" y="17210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10"/>
          <p:cNvSpPr/>
          <p:nvPr/>
        </p:nvSpPr>
        <p:spPr>
          <a:xfrm>
            <a:off x="282216" y="169148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03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38"/>
                  <a:pt x="0" y="1249"/>
                </a:cubicBezTo>
                <a:lnTo>
                  <a:pt x="0" y="1249"/>
                </a:lnTo>
                <a:cubicBezTo>
                  <a:pt x="76" y="1740"/>
                  <a:pt x="340" y="2156"/>
                  <a:pt x="719" y="2156"/>
                </a:cubicBezTo>
                <a:cubicBezTo>
                  <a:pt x="719" y="2194"/>
                  <a:pt x="719" y="2194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08"/>
                </a:cubicBez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10"/>
          <p:cNvSpPr/>
          <p:nvPr/>
        </p:nvSpPr>
        <p:spPr>
          <a:xfrm>
            <a:off x="546317" y="2012018"/>
            <a:ext cx="79378" cy="133202"/>
          </a:xfrm>
          <a:custGeom>
            <a:avLst/>
            <a:gdLst/>
            <a:ahLst/>
            <a:cxnLst/>
            <a:rect l="l" t="t" r="r" b="b"/>
            <a:pathLst>
              <a:path w="2534" h="4085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77"/>
                  <a:pt x="567" y="4084"/>
                  <a:pt x="1286" y="4084"/>
                </a:cubicBezTo>
                <a:cubicBezTo>
                  <a:pt x="1966" y="4084"/>
                  <a:pt x="2533" y="3177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10"/>
          <p:cNvSpPr/>
          <p:nvPr/>
        </p:nvSpPr>
        <p:spPr>
          <a:xfrm>
            <a:off x="281025" y="203790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10"/>
          <p:cNvSpPr/>
          <p:nvPr/>
        </p:nvSpPr>
        <p:spPr>
          <a:xfrm>
            <a:off x="304707" y="211929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10"/>
          <p:cNvSpPr/>
          <p:nvPr/>
        </p:nvSpPr>
        <p:spPr>
          <a:xfrm>
            <a:off x="605521" y="207736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10"/>
          <p:cNvSpPr/>
          <p:nvPr/>
        </p:nvSpPr>
        <p:spPr>
          <a:xfrm>
            <a:off x="282216" y="204902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76"/>
                  <a:pt x="10095" y="189"/>
                  <a:pt x="10095" y="303"/>
                </a:cubicBezTo>
                <a:cubicBezTo>
                  <a:pt x="10095" y="983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10"/>
                </a:cubicBezTo>
                <a:lnTo>
                  <a:pt x="0" y="1210"/>
                </a:lnTo>
                <a:cubicBezTo>
                  <a:pt x="76" y="1739"/>
                  <a:pt x="340" y="2117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lnTo>
                  <a:pt x="10322" y="870"/>
                </a:ln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10"/>
          <p:cNvSpPr/>
          <p:nvPr/>
        </p:nvSpPr>
        <p:spPr>
          <a:xfrm>
            <a:off x="546317" y="236956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04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04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10"/>
          <p:cNvSpPr/>
          <p:nvPr/>
        </p:nvSpPr>
        <p:spPr>
          <a:xfrm>
            <a:off x="281025" y="2394211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66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66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10"/>
          <p:cNvSpPr/>
          <p:nvPr/>
        </p:nvSpPr>
        <p:spPr>
          <a:xfrm>
            <a:off x="304707" y="247556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10"/>
          <p:cNvSpPr/>
          <p:nvPr/>
        </p:nvSpPr>
        <p:spPr>
          <a:xfrm>
            <a:off x="605521" y="243487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10"/>
          <p:cNvSpPr/>
          <p:nvPr/>
        </p:nvSpPr>
        <p:spPr>
          <a:xfrm>
            <a:off x="282216" y="240529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4"/>
                  <a:pt x="10095" y="189"/>
                  <a:pt x="10095" y="303"/>
                </a:cubicBezTo>
                <a:cubicBezTo>
                  <a:pt x="10095" y="1021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626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10"/>
          <p:cNvSpPr/>
          <p:nvPr/>
        </p:nvSpPr>
        <p:spPr>
          <a:xfrm>
            <a:off x="546317" y="272582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10"/>
          <p:cNvSpPr/>
          <p:nvPr/>
        </p:nvSpPr>
        <p:spPr>
          <a:xfrm>
            <a:off x="281025" y="2751719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30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30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10"/>
          <p:cNvSpPr/>
          <p:nvPr/>
        </p:nvSpPr>
        <p:spPr>
          <a:xfrm>
            <a:off x="304707" y="283307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10"/>
          <p:cNvSpPr/>
          <p:nvPr/>
        </p:nvSpPr>
        <p:spPr>
          <a:xfrm>
            <a:off x="605521" y="279117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10"/>
          <p:cNvSpPr/>
          <p:nvPr/>
        </p:nvSpPr>
        <p:spPr>
          <a:xfrm>
            <a:off x="282216" y="276156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41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75"/>
                  <a:pt x="0" y="1248"/>
                </a:cubicBezTo>
                <a:lnTo>
                  <a:pt x="0" y="1248"/>
                </a:lnTo>
                <a:cubicBezTo>
                  <a:pt x="76" y="1778"/>
                  <a:pt x="340" y="2156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10"/>
          <p:cNvSpPr/>
          <p:nvPr/>
        </p:nvSpPr>
        <p:spPr>
          <a:xfrm>
            <a:off x="546317" y="30833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04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04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10"/>
          <p:cNvSpPr/>
          <p:nvPr/>
        </p:nvSpPr>
        <p:spPr>
          <a:xfrm>
            <a:off x="281025" y="310798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10"/>
          <p:cNvSpPr/>
          <p:nvPr/>
        </p:nvSpPr>
        <p:spPr>
          <a:xfrm>
            <a:off x="304707" y="318937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10"/>
          <p:cNvSpPr/>
          <p:nvPr/>
        </p:nvSpPr>
        <p:spPr>
          <a:xfrm>
            <a:off x="605521" y="31486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10"/>
          <p:cNvSpPr/>
          <p:nvPr/>
        </p:nvSpPr>
        <p:spPr>
          <a:xfrm>
            <a:off x="282216" y="311910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3"/>
                  <a:pt x="10095" y="189"/>
                  <a:pt x="10095" y="302"/>
                </a:cubicBezTo>
                <a:cubicBezTo>
                  <a:pt x="10095" y="1021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48"/>
                </a:cubicBezTo>
                <a:lnTo>
                  <a:pt x="0" y="1248"/>
                </a:lnTo>
                <a:cubicBezTo>
                  <a:pt x="76" y="1739"/>
                  <a:pt x="340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10"/>
          <p:cNvSpPr/>
          <p:nvPr/>
        </p:nvSpPr>
        <p:spPr>
          <a:xfrm>
            <a:off x="546317" y="343964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42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42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10"/>
          <p:cNvSpPr/>
          <p:nvPr/>
        </p:nvSpPr>
        <p:spPr>
          <a:xfrm>
            <a:off x="281025" y="3465498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30"/>
                  <a:pt x="0" y="1249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9"/>
                </a:cubicBezTo>
                <a:cubicBezTo>
                  <a:pt x="10360" y="530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10"/>
          <p:cNvSpPr/>
          <p:nvPr/>
        </p:nvSpPr>
        <p:spPr>
          <a:xfrm>
            <a:off x="304707" y="35468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10"/>
          <p:cNvSpPr/>
          <p:nvPr/>
        </p:nvSpPr>
        <p:spPr>
          <a:xfrm>
            <a:off x="605521" y="350495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10"/>
          <p:cNvSpPr/>
          <p:nvPr/>
        </p:nvSpPr>
        <p:spPr>
          <a:xfrm>
            <a:off x="282216" y="347537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lnTo>
                  <a:pt x="10057" y="0"/>
                </a:ln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10"/>
          <p:cNvSpPr/>
          <p:nvPr/>
        </p:nvSpPr>
        <p:spPr>
          <a:xfrm>
            <a:off x="546317" y="3795909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4"/>
                  <a:pt x="1286" y="4084"/>
                </a:cubicBezTo>
                <a:cubicBezTo>
                  <a:pt x="1966" y="4084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1" name="Google Shape;791;p10"/>
          <p:cNvSpPr/>
          <p:nvPr/>
        </p:nvSpPr>
        <p:spPr>
          <a:xfrm>
            <a:off x="281025" y="382180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10"/>
          <p:cNvSpPr/>
          <p:nvPr/>
        </p:nvSpPr>
        <p:spPr>
          <a:xfrm>
            <a:off x="304707" y="390315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10"/>
          <p:cNvSpPr/>
          <p:nvPr/>
        </p:nvSpPr>
        <p:spPr>
          <a:xfrm>
            <a:off x="605521" y="38624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10"/>
          <p:cNvSpPr/>
          <p:nvPr/>
        </p:nvSpPr>
        <p:spPr>
          <a:xfrm>
            <a:off x="282216" y="3832886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1"/>
                </a:moveTo>
                <a:lnTo>
                  <a:pt x="10057" y="1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4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40" y="2118"/>
                  <a:pt x="719" y="2156"/>
                </a:cubicBezTo>
                <a:lnTo>
                  <a:pt x="9528" y="2156"/>
                </a:lnTo>
                <a:cubicBezTo>
                  <a:pt x="9981" y="2156"/>
                  <a:pt x="10322" y="1589"/>
                  <a:pt x="10322" y="908"/>
                </a:cubicBezTo>
                <a:cubicBezTo>
                  <a:pt x="10322" y="530"/>
                  <a:pt x="10208" y="227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10"/>
          <p:cNvSpPr/>
          <p:nvPr/>
        </p:nvSpPr>
        <p:spPr>
          <a:xfrm>
            <a:off x="546317" y="415341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10"/>
          <p:cNvSpPr/>
          <p:nvPr/>
        </p:nvSpPr>
        <p:spPr>
          <a:xfrm>
            <a:off x="281025" y="4178069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10"/>
          <p:cNvSpPr/>
          <p:nvPr/>
        </p:nvSpPr>
        <p:spPr>
          <a:xfrm>
            <a:off x="304707" y="4260664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10"/>
          <p:cNvSpPr/>
          <p:nvPr/>
        </p:nvSpPr>
        <p:spPr>
          <a:xfrm>
            <a:off x="605521" y="421876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10"/>
          <p:cNvSpPr/>
          <p:nvPr/>
        </p:nvSpPr>
        <p:spPr>
          <a:xfrm>
            <a:off x="282216" y="4189188"/>
            <a:ext cx="323337" cy="71508"/>
          </a:xfrm>
          <a:custGeom>
            <a:avLst/>
            <a:gdLst/>
            <a:ahLst/>
            <a:cxnLst/>
            <a:rect l="l" t="t" r="r" b="b"/>
            <a:pathLst>
              <a:path w="10322" h="2193" extrusionOk="0">
                <a:moveTo>
                  <a:pt x="10057" y="0"/>
                </a:moveTo>
                <a:lnTo>
                  <a:pt x="10057" y="0"/>
                </a:lnTo>
                <a:cubicBezTo>
                  <a:pt x="10095" y="113"/>
                  <a:pt x="10095" y="227"/>
                  <a:pt x="10095" y="340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7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10"/>
          <p:cNvSpPr/>
          <p:nvPr/>
        </p:nvSpPr>
        <p:spPr>
          <a:xfrm>
            <a:off x="282216" y="97770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8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2" name="Google Shape;802;p11"/>
          <p:cNvGrpSpPr/>
          <p:nvPr/>
        </p:nvGrpSpPr>
        <p:grpSpPr>
          <a:xfrm>
            <a:off x="395894" y="219519"/>
            <a:ext cx="8518865" cy="4788281"/>
            <a:chOff x="395894" y="219519"/>
            <a:chExt cx="8518865" cy="4788281"/>
          </a:xfrm>
        </p:grpSpPr>
        <p:sp>
          <p:nvSpPr>
            <p:cNvPr id="803" name="Google Shape;803;p11"/>
            <p:cNvSpPr/>
            <p:nvPr/>
          </p:nvSpPr>
          <p:spPr>
            <a:xfrm>
              <a:off x="661185" y="219519"/>
              <a:ext cx="8068819" cy="4788281"/>
            </a:xfrm>
            <a:custGeom>
              <a:avLst/>
              <a:gdLst/>
              <a:ahLst/>
              <a:cxnLst/>
              <a:rect l="l" t="t" r="r" b="b"/>
              <a:pathLst>
                <a:path w="257584" h="146846" extrusionOk="0">
                  <a:moveTo>
                    <a:pt x="7146" y="1"/>
                  </a:moveTo>
                  <a:cubicBezTo>
                    <a:pt x="3214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214" y="146845"/>
                    <a:pt x="7146" y="146845"/>
                  </a:cubicBezTo>
                  <a:lnTo>
                    <a:pt x="250438" y="146845"/>
                  </a:lnTo>
                  <a:cubicBezTo>
                    <a:pt x="254408" y="146845"/>
                    <a:pt x="257584" y="143632"/>
                    <a:pt x="257584" y="139700"/>
                  </a:cubicBezTo>
                  <a:lnTo>
                    <a:pt x="257584" y="7146"/>
                  </a:lnTo>
                  <a:cubicBezTo>
                    <a:pt x="257584" y="3214"/>
                    <a:pt x="254408" y="1"/>
                    <a:pt x="250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04" name="Google Shape;804;p11"/>
            <p:cNvGrpSpPr/>
            <p:nvPr/>
          </p:nvGrpSpPr>
          <p:grpSpPr>
            <a:xfrm>
              <a:off x="8341543" y="2282008"/>
              <a:ext cx="569676" cy="380612"/>
              <a:chOff x="8341543" y="2282008"/>
              <a:chExt cx="569676" cy="380612"/>
            </a:xfrm>
          </p:grpSpPr>
          <p:sp>
            <p:nvSpPr>
              <p:cNvPr id="805" name="Google Shape;805;p11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11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07" name="Google Shape;807;p11"/>
            <p:cNvSpPr/>
            <p:nvPr/>
          </p:nvSpPr>
          <p:spPr>
            <a:xfrm>
              <a:off x="8341543" y="4447718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08" name="Google Shape;808;p11"/>
            <p:cNvGrpSpPr/>
            <p:nvPr/>
          </p:nvGrpSpPr>
          <p:grpSpPr>
            <a:xfrm>
              <a:off x="8341543" y="1721094"/>
              <a:ext cx="569676" cy="380612"/>
              <a:chOff x="8341543" y="1721094"/>
              <a:chExt cx="569676" cy="380612"/>
            </a:xfrm>
          </p:grpSpPr>
          <p:sp>
            <p:nvSpPr>
              <p:cNvPr id="809" name="Google Shape;809;p11"/>
              <p:cNvSpPr/>
              <p:nvPr/>
            </p:nvSpPr>
            <p:spPr>
              <a:xfrm>
                <a:off x="8341543" y="1800869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11"/>
              <p:cNvSpPr/>
              <p:nvPr/>
            </p:nvSpPr>
            <p:spPr>
              <a:xfrm>
                <a:off x="8341543" y="1721094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1" name="Google Shape;811;p11"/>
            <p:cNvGrpSpPr/>
            <p:nvPr/>
          </p:nvGrpSpPr>
          <p:grpSpPr>
            <a:xfrm>
              <a:off x="8346273" y="1183592"/>
              <a:ext cx="568486" cy="388014"/>
              <a:chOff x="8346273" y="1183592"/>
              <a:chExt cx="568486" cy="388014"/>
            </a:xfrm>
          </p:grpSpPr>
          <p:sp>
            <p:nvSpPr>
              <p:cNvPr id="812" name="Google Shape;812;p11"/>
              <p:cNvSpPr/>
              <p:nvPr/>
            </p:nvSpPr>
            <p:spPr>
              <a:xfrm>
                <a:off x="8346273" y="1263367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11"/>
              <p:cNvSpPr/>
              <p:nvPr/>
            </p:nvSpPr>
            <p:spPr>
              <a:xfrm>
                <a:off x="8346273" y="1183592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4" name="Google Shape;814;p11"/>
            <p:cNvGrpSpPr/>
            <p:nvPr/>
          </p:nvGrpSpPr>
          <p:grpSpPr>
            <a:xfrm>
              <a:off x="8341543" y="606635"/>
              <a:ext cx="569676" cy="388014"/>
              <a:chOff x="8341543" y="606635"/>
              <a:chExt cx="569676" cy="388014"/>
            </a:xfrm>
          </p:grpSpPr>
          <p:sp>
            <p:nvSpPr>
              <p:cNvPr id="815" name="Google Shape;815;p11"/>
              <p:cNvSpPr/>
              <p:nvPr/>
            </p:nvSpPr>
            <p:spPr>
              <a:xfrm>
                <a:off x="8341543" y="686410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11"/>
              <p:cNvSpPr/>
              <p:nvPr/>
            </p:nvSpPr>
            <p:spPr>
              <a:xfrm>
                <a:off x="8341543" y="606635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7" name="Google Shape;817;p11"/>
            <p:cNvGrpSpPr/>
            <p:nvPr/>
          </p:nvGrpSpPr>
          <p:grpSpPr>
            <a:xfrm>
              <a:off x="8341543" y="2842933"/>
              <a:ext cx="569676" cy="380612"/>
              <a:chOff x="8341543" y="2282008"/>
              <a:chExt cx="569676" cy="380612"/>
            </a:xfrm>
          </p:grpSpPr>
          <p:sp>
            <p:nvSpPr>
              <p:cNvPr id="818" name="Google Shape;818;p11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11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0" name="Google Shape;820;p11"/>
            <p:cNvGrpSpPr/>
            <p:nvPr/>
          </p:nvGrpSpPr>
          <p:grpSpPr>
            <a:xfrm>
              <a:off x="8341543" y="3403858"/>
              <a:ext cx="569676" cy="380612"/>
              <a:chOff x="8341543" y="2282008"/>
              <a:chExt cx="569676" cy="380612"/>
            </a:xfrm>
          </p:grpSpPr>
          <p:sp>
            <p:nvSpPr>
              <p:cNvPr id="821" name="Google Shape;821;p11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11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23" name="Google Shape;823;p11"/>
            <p:cNvSpPr/>
            <p:nvPr/>
          </p:nvSpPr>
          <p:spPr>
            <a:xfrm>
              <a:off x="8341543" y="4367943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1"/>
            <p:cNvSpPr/>
            <p:nvPr/>
          </p:nvSpPr>
          <p:spPr>
            <a:xfrm>
              <a:off x="395894" y="219519"/>
              <a:ext cx="8053438" cy="4788281"/>
            </a:xfrm>
            <a:custGeom>
              <a:avLst/>
              <a:gdLst/>
              <a:ahLst/>
              <a:cxnLst/>
              <a:rect l="l" t="t" r="r" b="b"/>
              <a:pathLst>
                <a:path w="257093" h="146846" extrusionOk="0">
                  <a:moveTo>
                    <a:pt x="7146" y="1"/>
                  </a:moveTo>
                  <a:cubicBezTo>
                    <a:pt x="3177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177" y="146845"/>
                    <a:pt x="7146" y="146845"/>
                  </a:cubicBezTo>
                  <a:lnTo>
                    <a:pt x="249947" y="146845"/>
                  </a:lnTo>
                  <a:cubicBezTo>
                    <a:pt x="253879" y="146845"/>
                    <a:pt x="257093" y="143632"/>
                    <a:pt x="257093" y="139700"/>
                  </a:cubicBezTo>
                  <a:lnTo>
                    <a:pt x="257093" y="7146"/>
                  </a:lnTo>
                  <a:cubicBezTo>
                    <a:pt x="257093" y="3214"/>
                    <a:pt x="253879" y="1"/>
                    <a:pt x="2499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5" name="Google Shape;825;p11"/>
          <p:cNvSpPr txBox="1">
            <a:spLocks noGrp="1"/>
          </p:cNvSpPr>
          <p:nvPr>
            <p:ph type="title" hasCustomPrompt="1"/>
          </p:nvPr>
        </p:nvSpPr>
        <p:spPr>
          <a:xfrm>
            <a:off x="1816863" y="1707588"/>
            <a:ext cx="5511600" cy="14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9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None/>
              <a:defRPr sz="72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26" name="Google Shape;826;p11"/>
          <p:cNvSpPr txBox="1">
            <a:spLocks noGrp="1"/>
          </p:cNvSpPr>
          <p:nvPr>
            <p:ph type="subTitle" idx="1"/>
          </p:nvPr>
        </p:nvSpPr>
        <p:spPr>
          <a:xfrm>
            <a:off x="1815538" y="2971813"/>
            <a:ext cx="5511600" cy="4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27" name="Google Shape;827;p11"/>
          <p:cNvSpPr/>
          <p:nvPr/>
        </p:nvSpPr>
        <p:spPr>
          <a:xfrm>
            <a:off x="546317" y="9419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11"/>
          <p:cNvSpPr/>
          <p:nvPr/>
        </p:nvSpPr>
        <p:spPr>
          <a:xfrm>
            <a:off x="281025" y="966589"/>
            <a:ext cx="324527" cy="82660"/>
          </a:xfrm>
          <a:custGeom>
            <a:avLst/>
            <a:gdLst/>
            <a:ahLst/>
            <a:cxnLst/>
            <a:rect l="l" t="t" r="r" b="b"/>
            <a:pathLst>
              <a:path w="10360" h="2535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11"/>
          <p:cNvSpPr/>
          <p:nvPr/>
        </p:nvSpPr>
        <p:spPr>
          <a:xfrm>
            <a:off x="304707" y="104921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11"/>
          <p:cNvSpPr/>
          <p:nvPr/>
        </p:nvSpPr>
        <p:spPr>
          <a:xfrm>
            <a:off x="605521" y="10072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11"/>
          <p:cNvSpPr/>
          <p:nvPr/>
        </p:nvSpPr>
        <p:spPr>
          <a:xfrm>
            <a:off x="546317" y="1298240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3"/>
                  <a:pt x="1286" y="4083"/>
                </a:cubicBezTo>
                <a:cubicBezTo>
                  <a:pt x="1966" y="4083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11"/>
          <p:cNvSpPr/>
          <p:nvPr/>
        </p:nvSpPr>
        <p:spPr>
          <a:xfrm>
            <a:off x="281025" y="132413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8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28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11"/>
          <p:cNvSpPr/>
          <p:nvPr/>
        </p:nvSpPr>
        <p:spPr>
          <a:xfrm>
            <a:off x="304707" y="14054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11"/>
          <p:cNvSpPr/>
          <p:nvPr/>
        </p:nvSpPr>
        <p:spPr>
          <a:xfrm>
            <a:off x="605521" y="136479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11"/>
          <p:cNvSpPr/>
          <p:nvPr/>
        </p:nvSpPr>
        <p:spPr>
          <a:xfrm>
            <a:off x="282216" y="133521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lnTo>
                  <a:pt x="10057" y="0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3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78" y="2118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11"/>
          <p:cNvSpPr/>
          <p:nvPr/>
        </p:nvSpPr>
        <p:spPr>
          <a:xfrm>
            <a:off x="546317" y="165574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04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04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11"/>
          <p:cNvSpPr/>
          <p:nvPr/>
        </p:nvSpPr>
        <p:spPr>
          <a:xfrm>
            <a:off x="281025" y="1680400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11"/>
          <p:cNvSpPr/>
          <p:nvPr/>
        </p:nvSpPr>
        <p:spPr>
          <a:xfrm>
            <a:off x="304707" y="1761756"/>
            <a:ext cx="32014" cy="1272"/>
          </a:xfrm>
          <a:custGeom>
            <a:avLst/>
            <a:gdLst/>
            <a:ahLst/>
            <a:cxnLst/>
            <a:rect l="l" t="t" r="r" b="b"/>
            <a:pathLst>
              <a:path w="1022" h="39" extrusionOk="0">
                <a:moveTo>
                  <a:pt x="1021" y="39"/>
                </a:moveTo>
                <a:lnTo>
                  <a:pt x="38" y="39"/>
                </a:lnTo>
                <a:cubicBezTo>
                  <a:pt x="38" y="39"/>
                  <a:pt x="38" y="39"/>
                  <a:pt x="38" y="39"/>
                </a:cubicBezTo>
                <a:cubicBezTo>
                  <a:pt x="38" y="39"/>
                  <a:pt x="38" y="39"/>
                  <a:pt x="38" y="39"/>
                </a:cubicBezTo>
                <a:lnTo>
                  <a:pt x="1021" y="39"/>
                </a:lnTo>
                <a:lnTo>
                  <a:pt x="102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cubicBezTo>
                  <a:pt x="1" y="39"/>
                  <a:pt x="1" y="39"/>
                  <a:pt x="1" y="1"/>
                </a:cubicBezTo>
                <a:cubicBezTo>
                  <a:pt x="1" y="39"/>
                  <a:pt x="1" y="39"/>
                  <a:pt x="1" y="39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11"/>
          <p:cNvSpPr/>
          <p:nvPr/>
        </p:nvSpPr>
        <p:spPr>
          <a:xfrm>
            <a:off x="605521" y="17210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11"/>
          <p:cNvSpPr/>
          <p:nvPr/>
        </p:nvSpPr>
        <p:spPr>
          <a:xfrm>
            <a:off x="282216" y="169148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03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38"/>
                  <a:pt x="0" y="1249"/>
                </a:cubicBezTo>
                <a:lnTo>
                  <a:pt x="0" y="1249"/>
                </a:lnTo>
                <a:cubicBezTo>
                  <a:pt x="76" y="1740"/>
                  <a:pt x="340" y="2156"/>
                  <a:pt x="719" y="2156"/>
                </a:cubicBezTo>
                <a:cubicBezTo>
                  <a:pt x="719" y="2194"/>
                  <a:pt x="719" y="2194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08"/>
                </a:cubicBez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11"/>
          <p:cNvSpPr/>
          <p:nvPr/>
        </p:nvSpPr>
        <p:spPr>
          <a:xfrm>
            <a:off x="546317" y="2012018"/>
            <a:ext cx="79378" cy="133202"/>
          </a:xfrm>
          <a:custGeom>
            <a:avLst/>
            <a:gdLst/>
            <a:ahLst/>
            <a:cxnLst/>
            <a:rect l="l" t="t" r="r" b="b"/>
            <a:pathLst>
              <a:path w="2534" h="4085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77"/>
                  <a:pt x="567" y="4084"/>
                  <a:pt x="1286" y="4084"/>
                </a:cubicBezTo>
                <a:cubicBezTo>
                  <a:pt x="1966" y="4084"/>
                  <a:pt x="2533" y="3177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11"/>
          <p:cNvSpPr/>
          <p:nvPr/>
        </p:nvSpPr>
        <p:spPr>
          <a:xfrm>
            <a:off x="281025" y="203790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11"/>
          <p:cNvSpPr/>
          <p:nvPr/>
        </p:nvSpPr>
        <p:spPr>
          <a:xfrm>
            <a:off x="304707" y="211929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4" name="Google Shape;844;p11"/>
          <p:cNvSpPr/>
          <p:nvPr/>
        </p:nvSpPr>
        <p:spPr>
          <a:xfrm>
            <a:off x="605521" y="207736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p11"/>
          <p:cNvSpPr/>
          <p:nvPr/>
        </p:nvSpPr>
        <p:spPr>
          <a:xfrm>
            <a:off x="282216" y="204902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76"/>
                  <a:pt x="10095" y="189"/>
                  <a:pt x="10095" y="303"/>
                </a:cubicBezTo>
                <a:cubicBezTo>
                  <a:pt x="10095" y="983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10"/>
                </a:cubicBezTo>
                <a:lnTo>
                  <a:pt x="0" y="1210"/>
                </a:lnTo>
                <a:cubicBezTo>
                  <a:pt x="76" y="1739"/>
                  <a:pt x="340" y="2117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lnTo>
                  <a:pt x="10322" y="870"/>
                </a:ln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11"/>
          <p:cNvSpPr/>
          <p:nvPr/>
        </p:nvSpPr>
        <p:spPr>
          <a:xfrm>
            <a:off x="546317" y="236956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04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04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11"/>
          <p:cNvSpPr/>
          <p:nvPr/>
        </p:nvSpPr>
        <p:spPr>
          <a:xfrm>
            <a:off x="281025" y="2394211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66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66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11"/>
          <p:cNvSpPr/>
          <p:nvPr/>
        </p:nvSpPr>
        <p:spPr>
          <a:xfrm>
            <a:off x="304707" y="247556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9" name="Google Shape;849;p11"/>
          <p:cNvSpPr/>
          <p:nvPr/>
        </p:nvSpPr>
        <p:spPr>
          <a:xfrm>
            <a:off x="605521" y="243487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0" name="Google Shape;850;p11"/>
          <p:cNvSpPr/>
          <p:nvPr/>
        </p:nvSpPr>
        <p:spPr>
          <a:xfrm>
            <a:off x="282216" y="240529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4"/>
                  <a:pt x="10095" y="189"/>
                  <a:pt x="10095" y="303"/>
                </a:cubicBezTo>
                <a:cubicBezTo>
                  <a:pt x="10095" y="1021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626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11"/>
          <p:cNvSpPr/>
          <p:nvPr/>
        </p:nvSpPr>
        <p:spPr>
          <a:xfrm>
            <a:off x="546317" y="272582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11"/>
          <p:cNvSpPr/>
          <p:nvPr/>
        </p:nvSpPr>
        <p:spPr>
          <a:xfrm>
            <a:off x="281025" y="2751719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30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30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11"/>
          <p:cNvSpPr/>
          <p:nvPr/>
        </p:nvSpPr>
        <p:spPr>
          <a:xfrm>
            <a:off x="304707" y="283307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11"/>
          <p:cNvSpPr/>
          <p:nvPr/>
        </p:nvSpPr>
        <p:spPr>
          <a:xfrm>
            <a:off x="605521" y="279117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11"/>
          <p:cNvSpPr/>
          <p:nvPr/>
        </p:nvSpPr>
        <p:spPr>
          <a:xfrm>
            <a:off x="282216" y="276156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41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75"/>
                  <a:pt x="0" y="1248"/>
                </a:cubicBezTo>
                <a:lnTo>
                  <a:pt x="0" y="1248"/>
                </a:lnTo>
                <a:cubicBezTo>
                  <a:pt x="76" y="1778"/>
                  <a:pt x="340" y="2156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6" name="Google Shape;856;p11"/>
          <p:cNvSpPr/>
          <p:nvPr/>
        </p:nvSpPr>
        <p:spPr>
          <a:xfrm>
            <a:off x="546317" y="30833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04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04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7" name="Google Shape;857;p11"/>
          <p:cNvSpPr/>
          <p:nvPr/>
        </p:nvSpPr>
        <p:spPr>
          <a:xfrm>
            <a:off x="281025" y="310798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8" name="Google Shape;858;p11"/>
          <p:cNvSpPr/>
          <p:nvPr/>
        </p:nvSpPr>
        <p:spPr>
          <a:xfrm>
            <a:off x="304707" y="318937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9" name="Google Shape;859;p11"/>
          <p:cNvSpPr/>
          <p:nvPr/>
        </p:nvSpPr>
        <p:spPr>
          <a:xfrm>
            <a:off x="605521" y="31486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p11"/>
          <p:cNvSpPr/>
          <p:nvPr/>
        </p:nvSpPr>
        <p:spPr>
          <a:xfrm>
            <a:off x="282216" y="311910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3"/>
                  <a:pt x="10095" y="189"/>
                  <a:pt x="10095" y="302"/>
                </a:cubicBezTo>
                <a:cubicBezTo>
                  <a:pt x="10095" y="1021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48"/>
                </a:cubicBezTo>
                <a:lnTo>
                  <a:pt x="0" y="1248"/>
                </a:lnTo>
                <a:cubicBezTo>
                  <a:pt x="76" y="1739"/>
                  <a:pt x="340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p11"/>
          <p:cNvSpPr/>
          <p:nvPr/>
        </p:nvSpPr>
        <p:spPr>
          <a:xfrm>
            <a:off x="546317" y="343964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42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42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11"/>
          <p:cNvSpPr/>
          <p:nvPr/>
        </p:nvSpPr>
        <p:spPr>
          <a:xfrm>
            <a:off x="281025" y="3465498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30"/>
                  <a:pt x="0" y="1249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9"/>
                </a:cubicBezTo>
                <a:cubicBezTo>
                  <a:pt x="10360" y="530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11"/>
          <p:cNvSpPr/>
          <p:nvPr/>
        </p:nvSpPr>
        <p:spPr>
          <a:xfrm>
            <a:off x="304707" y="35468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11"/>
          <p:cNvSpPr/>
          <p:nvPr/>
        </p:nvSpPr>
        <p:spPr>
          <a:xfrm>
            <a:off x="605521" y="350495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11"/>
          <p:cNvSpPr/>
          <p:nvPr/>
        </p:nvSpPr>
        <p:spPr>
          <a:xfrm>
            <a:off x="282216" y="347537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lnTo>
                  <a:pt x="10057" y="0"/>
                </a:ln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11"/>
          <p:cNvSpPr/>
          <p:nvPr/>
        </p:nvSpPr>
        <p:spPr>
          <a:xfrm>
            <a:off x="546317" y="3795909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4"/>
                  <a:pt x="1286" y="4084"/>
                </a:cubicBezTo>
                <a:cubicBezTo>
                  <a:pt x="1966" y="4084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11"/>
          <p:cNvSpPr/>
          <p:nvPr/>
        </p:nvSpPr>
        <p:spPr>
          <a:xfrm>
            <a:off x="281025" y="382180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8" name="Google Shape;868;p11"/>
          <p:cNvSpPr/>
          <p:nvPr/>
        </p:nvSpPr>
        <p:spPr>
          <a:xfrm>
            <a:off x="304707" y="390315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11"/>
          <p:cNvSpPr/>
          <p:nvPr/>
        </p:nvSpPr>
        <p:spPr>
          <a:xfrm>
            <a:off x="605521" y="38624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11"/>
          <p:cNvSpPr/>
          <p:nvPr/>
        </p:nvSpPr>
        <p:spPr>
          <a:xfrm>
            <a:off x="282216" y="3832886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1"/>
                </a:moveTo>
                <a:lnTo>
                  <a:pt x="10057" y="1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4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40" y="2118"/>
                  <a:pt x="719" y="2156"/>
                </a:cubicBezTo>
                <a:lnTo>
                  <a:pt x="9528" y="2156"/>
                </a:lnTo>
                <a:cubicBezTo>
                  <a:pt x="9981" y="2156"/>
                  <a:pt x="10322" y="1589"/>
                  <a:pt x="10322" y="908"/>
                </a:cubicBezTo>
                <a:cubicBezTo>
                  <a:pt x="10322" y="530"/>
                  <a:pt x="10208" y="227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p11"/>
          <p:cNvSpPr/>
          <p:nvPr/>
        </p:nvSpPr>
        <p:spPr>
          <a:xfrm>
            <a:off x="546317" y="415341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2" name="Google Shape;872;p11"/>
          <p:cNvSpPr/>
          <p:nvPr/>
        </p:nvSpPr>
        <p:spPr>
          <a:xfrm>
            <a:off x="281025" y="4178069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11"/>
          <p:cNvSpPr/>
          <p:nvPr/>
        </p:nvSpPr>
        <p:spPr>
          <a:xfrm>
            <a:off x="304707" y="4260664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11"/>
          <p:cNvSpPr/>
          <p:nvPr/>
        </p:nvSpPr>
        <p:spPr>
          <a:xfrm>
            <a:off x="605521" y="421876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5" name="Google Shape;875;p11"/>
          <p:cNvSpPr/>
          <p:nvPr/>
        </p:nvSpPr>
        <p:spPr>
          <a:xfrm>
            <a:off x="282216" y="4189188"/>
            <a:ext cx="323337" cy="71508"/>
          </a:xfrm>
          <a:custGeom>
            <a:avLst/>
            <a:gdLst/>
            <a:ahLst/>
            <a:cxnLst/>
            <a:rect l="l" t="t" r="r" b="b"/>
            <a:pathLst>
              <a:path w="10322" h="2193" extrusionOk="0">
                <a:moveTo>
                  <a:pt x="10057" y="0"/>
                </a:moveTo>
                <a:lnTo>
                  <a:pt x="10057" y="0"/>
                </a:lnTo>
                <a:cubicBezTo>
                  <a:pt x="10095" y="113"/>
                  <a:pt x="10095" y="227"/>
                  <a:pt x="10095" y="340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7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11"/>
          <p:cNvSpPr/>
          <p:nvPr/>
        </p:nvSpPr>
        <p:spPr>
          <a:xfrm>
            <a:off x="282216" y="97770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8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_1_1"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6" name="Google Shape;1186;p16"/>
          <p:cNvGrpSpPr/>
          <p:nvPr/>
        </p:nvGrpSpPr>
        <p:grpSpPr>
          <a:xfrm>
            <a:off x="395894" y="219519"/>
            <a:ext cx="8518865" cy="4788281"/>
            <a:chOff x="395894" y="219519"/>
            <a:chExt cx="8518865" cy="4788281"/>
          </a:xfrm>
        </p:grpSpPr>
        <p:sp>
          <p:nvSpPr>
            <p:cNvPr id="1187" name="Google Shape;1187;p16"/>
            <p:cNvSpPr/>
            <p:nvPr/>
          </p:nvSpPr>
          <p:spPr>
            <a:xfrm>
              <a:off x="661185" y="219519"/>
              <a:ext cx="8068819" cy="4788281"/>
            </a:xfrm>
            <a:custGeom>
              <a:avLst/>
              <a:gdLst/>
              <a:ahLst/>
              <a:cxnLst/>
              <a:rect l="l" t="t" r="r" b="b"/>
              <a:pathLst>
                <a:path w="257584" h="146846" extrusionOk="0">
                  <a:moveTo>
                    <a:pt x="7146" y="1"/>
                  </a:moveTo>
                  <a:cubicBezTo>
                    <a:pt x="3214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214" y="146845"/>
                    <a:pt x="7146" y="146845"/>
                  </a:cubicBezTo>
                  <a:lnTo>
                    <a:pt x="250438" y="146845"/>
                  </a:lnTo>
                  <a:cubicBezTo>
                    <a:pt x="254408" y="146845"/>
                    <a:pt x="257584" y="143632"/>
                    <a:pt x="257584" y="139700"/>
                  </a:cubicBezTo>
                  <a:lnTo>
                    <a:pt x="257584" y="7146"/>
                  </a:lnTo>
                  <a:cubicBezTo>
                    <a:pt x="257584" y="3214"/>
                    <a:pt x="254408" y="1"/>
                    <a:pt x="250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88" name="Google Shape;1188;p16"/>
            <p:cNvGrpSpPr/>
            <p:nvPr/>
          </p:nvGrpSpPr>
          <p:grpSpPr>
            <a:xfrm>
              <a:off x="8341543" y="2282008"/>
              <a:ext cx="569676" cy="380612"/>
              <a:chOff x="8341543" y="2282008"/>
              <a:chExt cx="569676" cy="380612"/>
            </a:xfrm>
          </p:grpSpPr>
          <p:sp>
            <p:nvSpPr>
              <p:cNvPr id="1189" name="Google Shape;1189;p16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16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91" name="Google Shape;1191;p16"/>
            <p:cNvSpPr/>
            <p:nvPr/>
          </p:nvSpPr>
          <p:spPr>
            <a:xfrm>
              <a:off x="8341543" y="4447718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92" name="Google Shape;1192;p16"/>
            <p:cNvGrpSpPr/>
            <p:nvPr/>
          </p:nvGrpSpPr>
          <p:grpSpPr>
            <a:xfrm>
              <a:off x="8341543" y="1721094"/>
              <a:ext cx="569676" cy="380612"/>
              <a:chOff x="8341543" y="1721094"/>
              <a:chExt cx="569676" cy="380612"/>
            </a:xfrm>
          </p:grpSpPr>
          <p:sp>
            <p:nvSpPr>
              <p:cNvPr id="1193" name="Google Shape;1193;p16"/>
              <p:cNvSpPr/>
              <p:nvPr/>
            </p:nvSpPr>
            <p:spPr>
              <a:xfrm>
                <a:off x="8341543" y="1800869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16"/>
              <p:cNvSpPr/>
              <p:nvPr/>
            </p:nvSpPr>
            <p:spPr>
              <a:xfrm>
                <a:off x="8341543" y="1721094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95" name="Google Shape;1195;p16"/>
            <p:cNvGrpSpPr/>
            <p:nvPr/>
          </p:nvGrpSpPr>
          <p:grpSpPr>
            <a:xfrm>
              <a:off x="8346273" y="1183592"/>
              <a:ext cx="568486" cy="388014"/>
              <a:chOff x="8346273" y="1183592"/>
              <a:chExt cx="568486" cy="388014"/>
            </a:xfrm>
          </p:grpSpPr>
          <p:sp>
            <p:nvSpPr>
              <p:cNvPr id="1196" name="Google Shape;1196;p16"/>
              <p:cNvSpPr/>
              <p:nvPr/>
            </p:nvSpPr>
            <p:spPr>
              <a:xfrm>
                <a:off x="8346273" y="1263367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16"/>
              <p:cNvSpPr/>
              <p:nvPr/>
            </p:nvSpPr>
            <p:spPr>
              <a:xfrm>
                <a:off x="8346273" y="1183592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98" name="Google Shape;1198;p16"/>
            <p:cNvGrpSpPr/>
            <p:nvPr/>
          </p:nvGrpSpPr>
          <p:grpSpPr>
            <a:xfrm>
              <a:off x="8341543" y="606635"/>
              <a:ext cx="569676" cy="388014"/>
              <a:chOff x="8341543" y="606635"/>
              <a:chExt cx="569676" cy="388014"/>
            </a:xfrm>
          </p:grpSpPr>
          <p:sp>
            <p:nvSpPr>
              <p:cNvPr id="1199" name="Google Shape;1199;p16"/>
              <p:cNvSpPr/>
              <p:nvPr/>
            </p:nvSpPr>
            <p:spPr>
              <a:xfrm>
                <a:off x="8341543" y="686410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16"/>
              <p:cNvSpPr/>
              <p:nvPr/>
            </p:nvSpPr>
            <p:spPr>
              <a:xfrm>
                <a:off x="8341543" y="606635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1" name="Google Shape;1201;p16"/>
            <p:cNvGrpSpPr/>
            <p:nvPr/>
          </p:nvGrpSpPr>
          <p:grpSpPr>
            <a:xfrm>
              <a:off x="8341543" y="2842933"/>
              <a:ext cx="569676" cy="380612"/>
              <a:chOff x="8341543" y="2282008"/>
              <a:chExt cx="569676" cy="380612"/>
            </a:xfrm>
          </p:grpSpPr>
          <p:sp>
            <p:nvSpPr>
              <p:cNvPr id="1202" name="Google Shape;1202;p16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16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4" name="Google Shape;1204;p16"/>
            <p:cNvGrpSpPr/>
            <p:nvPr/>
          </p:nvGrpSpPr>
          <p:grpSpPr>
            <a:xfrm>
              <a:off x="8341543" y="3403858"/>
              <a:ext cx="569676" cy="380612"/>
              <a:chOff x="8341543" y="2282008"/>
              <a:chExt cx="569676" cy="380612"/>
            </a:xfrm>
          </p:grpSpPr>
          <p:sp>
            <p:nvSpPr>
              <p:cNvPr id="1205" name="Google Shape;1205;p16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16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07" name="Google Shape;1207;p16"/>
            <p:cNvSpPr/>
            <p:nvPr/>
          </p:nvSpPr>
          <p:spPr>
            <a:xfrm>
              <a:off x="8341543" y="4367943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16"/>
            <p:cNvSpPr/>
            <p:nvPr/>
          </p:nvSpPr>
          <p:spPr>
            <a:xfrm>
              <a:off x="395894" y="219519"/>
              <a:ext cx="8053438" cy="4788281"/>
            </a:xfrm>
            <a:custGeom>
              <a:avLst/>
              <a:gdLst/>
              <a:ahLst/>
              <a:cxnLst/>
              <a:rect l="l" t="t" r="r" b="b"/>
              <a:pathLst>
                <a:path w="257093" h="146846" extrusionOk="0">
                  <a:moveTo>
                    <a:pt x="7146" y="1"/>
                  </a:moveTo>
                  <a:cubicBezTo>
                    <a:pt x="3177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177" y="146845"/>
                    <a:pt x="7146" y="146845"/>
                  </a:cubicBezTo>
                  <a:lnTo>
                    <a:pt x="249947" y="146845"/>
                  </a:lnTo>
                  <a:cubicBezTo>
                    <a:pt x="253879" y="146845"/>
                    <a:pt x="257093" y="143632"/>
                    <a:pt x="257093" y="139700"/>
                  </a:cubicBezTo>
                  <a:lnTo>
                    <a:pt x="257093" y="7146"/>
                  </a:lnTo>
                  <a:cubicBezTo>
                    <a:pt x="257093" y="3214"/>
                    <a:pt x="253879" y="1"/>
                    <a:pt x="2499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09" name="Google Shape;1209;p16"/>
          <p:cNvSpPr/>
          <p:nvPr/>
        </p:nvSpPr>
        <p:spPr>
          <a:xfrm>
            <a:off x="546317" y="9419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0" name="Google Shape;1210;p16"/>
          <p:cNvSpPr/>
          <p:nvPr/>
        </p:nvSpPr>
        <p:spPr>
          <a:xfrm>
            <a:off x="281025" y="966589"/>
            <a:ext cx="324527" cy="82660"/>
          </a:xfrm>
          <a:custGeom>
            <a:avLst/>
            <a:gdLst/>
            <a:ahLst/>
            <a:cxnLst/>
            <a:rect l="l" t="t" r="r" b="b"/>
            <a:pathLst>
              <a:path w="10360" h="2535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1" name="Google Shape;1211;p16"/>
          <p:cNvSpPr/>
          <p:nvPr/>
        </p:nvSpPr>
        <p:spPr>
          <a:xfrm>
            <a:off x="304707" y="104921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2" name="Google Shape;1212;p16"/>
          <p:cNvSpPr/>
          <p:nvPr/>
        </p:nvSpPr>
        <p:spPr>
          <a:xfrm>
            <a:off x="605521" y="10072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3" name="Google Shape;1213;p16"/>
          <p:cNvSpPr/>
          <p:nvPr/>
        </p:nvSpPr>
        <p:spPr>
          <a:xfrm>
            <a:off x="546317" y="1298240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3"/>
                  <a:pt x="1286" y="4083"/>
                </a:cubicBezTo>
                <a:cubicBezTo>
                  <a:pt x="1966" y="4083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4" name="Google Shape;1214;p16"/>
          <p:cNvSpPr/>
          <p:nvPr/>
        </p:nvSpPr>
        <p:spPr>
          <a:xfrm>
            <a:off x="281025" y="132413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8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28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5" name="Google Shape;1215;p16"/>
          <p:cNvSpPr/>
          <p:nvPr/>
        </p:nvSpPr>
        <p:spPr>
          <a:xfrm>
            <a:off x="304707" y="14054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6" name="Google Shape;1216;p16"/>
          <p:cNvSpPr/>
          <p:nvPr/>
        </p:nvSpPr>
        <p:spPr>
          <a:xfrm>
            <a:off x="605521" y="136479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7" name="Google Shape;1217;p16"/>
          <p:cNvSpPr/>
          <p:nvPr/>
        </p:nvSpPr>
        <p:spPr>
          <a:xfrm>
            <a:off x="282216" y="133521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lnTo>
                  <a:pt x="10057" y="0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3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78" y="2118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8" name="Google Shape;1218;p16"/>
          <p:cNvSpPr/>
          <p:nvPr/>
        </p:nvSpPr>
        <p:spPr>
          <a:xfrm>
            <a:off x="546317" y="165574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04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04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9" name="Google Shape;1219;p16"/>
          <p:cNvSpPr/>
          <p:nvPr/>
        </p:nvSpPr>
        <p:spPr>
          <a:xfrm>
            <a:off x="281025" y="1680400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0" name="Google Shape;1220;p16"/>
          <p:cNvSpPr/>
          <p:nvPr/>
        </p:nvSpPr>
        <p:spPr>
          <a:xfrm>
            <a:off x="304707" y="1761756"/>
            <a:ext cx="32014" cy="1272"/>
          </a:xfrm>
          <a:custGeom>
            <a:avLst/>
            <a:gdLst/>
            <a:ahLst/>
            <a:cxnLst/>
            <a:rect l="l" t="t" r="r" b="b"/>
            <a:pathLst>
              <a:path w="1022" h="39" extrusionOk="0">
                <a:moveTo>
                  <a:pt x="1021" y="39"/>
                </a:moveTo>
                <a:lnTo>
                  <a:pt x="38" y="39"/>
                </a:lnTo>
                <a:cubicBezTo>
                  <a:pt x="38" y="39"/>
                  <a:pt x="38" y="39"/>
                  <a:pt x="38" y="39"/>
                </a:cubicBezTo>
                <a:cubicBezTo>
                  <a:pt x="38" y="39"/>
                  <a:pt x="38" y="39"/>
                  <a:pt x="38" y="39"/>
                </a:cubicBezTo>
                <a:lnTo>
                  <a:pt x="1021" y="39"/>
                </a:lnTo>
                <a:lnTo>
                  <a:pt x="102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cubicBezTo>
                  <a:pt x="1" y="39"/>
                  <a:pt x="1" y="39"/>
                  <a:pt x="1" y="1"/>
                </a:cubicBezTo>
                <a:cubicBezTo>
                  <a:pt x="1" y="39"/>
                  <a:pt x="1" y="39"/>
                  <a:pt x="1" y="39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1" name="Google Shape;1221;p16"/>
          <p:cNvSpPr/>
          <p:nvPr/>
        </p:nvSpPr>
        <p:spPr>
          <a:xfrm>
            <a:off x="605521" y="17210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2" name="Google Shape;1222;p16"/>
          <p:cNvSpPr/>
          <p:nvPr/>
        </p:nvSpPr>
        <p:spPr>
          <a:xfrm>
            <a:off x="282216" y="169148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03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38"/>
                  <a:pt x="0" y="1249"/>
                </a:cubicBezTo>
                <a:lnTo>
                  <a:pt x="0" y="1249"/>
                </a:lnTo>
                <a:cubicBezTo>
                  <a:pt x="76" y="1740"/>
                  <a:pt x="340" y="2156"/>
                  <a:pt x="719" y="2156"/>
                </a:cubicBezTo>
                <a:cubicBezTo>
                  <a:pt x="719" y="2194"/>
                  <a:pt x="719" y="2194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08"/>
                </a:cubicBez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3" name="Google Shape;1223;p16"/>
          <p:cNvSpPr/>
          <p:nvPr/>
        </p:nvSpPr>
        <p:spPr>
          <a:xfrm>
            <a:off x="546317" y="2012018"/>
            <a:ext cx="79378" cy="133202"/>
          </a:xfrm>
          <a:custGeom>
            <a:avLst/>
            <a:gdLst/>
            <a:ahLst/>
            <a:cxnLst/>
            <a:rect l="l" t="t" r="r" b="b"/>
            <a:pathLst>
              <a:path w="2534" h="4085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77"/>
                  <a:pt x="567" y="4084"/>
                  <a:pt x="1286" y="4084"/>
                </a:cubicBezTo>
                <a:cubicBezTo>
                  <a:pt x="1966" y="4084"/>
                  <a:pt x="2533" y="3177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4" name="Google Shape;1224;p16"/>
          <p:cNvSpPr/>
          <p:nvPr/>
        </p:nvSpPr>
        <p:spPr>
          <a:xfrm>
            <a:off x="281025" y="203790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5" name="Google Shape;1225;p16"/>
          <p:cNvSpPr/>
          <p:nvPr/>
        </p:nvSpPr>
        <p:spPr>
          <a:xfrm>
            <a:off x="304707" y="211929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6" name="Google Shape;1226;p16"/>
          <p:cNvSpPr/>
          <p:nvPr/>
        </p:nvSpPr>
        <p:spPr>
          <a:xfrm>
            <a:off x="605521" y="207736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7" name="Google Shape;1227;p16"/>
          <p:cNvSpPr/>
          <p:nvPr/>
        </p:nvSpPr>
        <p:spPr>
          <a:xfrm>
            <a:off x="282216" y="204902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76"/>
                  <a:pt x="10095" y="189"/>
                  <a:pt x="10095" y="303"/>
                </a:cubicBezTo>
                <a:cubicBezTo>
                  <a:pt x="10095" y="983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10"/>
                </a:cubicBezTo>
                <a:lnTo>
                  <a:pt x="0" y="1210"/>
                </a:lnTo>
                <a:cubicBezTo>
                  <a:pt x="76" y="1739"/>
                  <a:pt x="340" y="2117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lnTo>
                  <a:pt x="10322" y="870"/>
                </a:ln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8" name="Google Shape;1228;p16"/>
          <p:cNvSpPr/>
          <p:nvPr/>
        </p:nvSpPr>
        <p:spPr>
          <a:xfrm>
            <a:off x="546317" y="236956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04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04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9" name="Google Shape;1229;p16"/>
          <p:cNvSpPr/>
          <p:nvPr/>
        </p:nvSpPr>
        <p:spPr>
          <a:xfrm>
            <a:off x="281025" y="2394211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66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66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0" name="Google Shape;1230;p16"/>
          <p:cNvSpPr/>
          <p:nvPr/>
        </p:nvSpPr>
        <p:spPr>
          <a:xfrm>
            <a:off x="304707" y="247556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1" name="Google Shape;1231;p16"/>
          <p:cNvSpPr/>
          <p:nvPr/>
        </p:nvSpPr>
        <p:spPr>
          <a:xfrm>
            <a:off x="605521" y="243487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2" name="Google Shape;1232;p16"/>
          <p:cNvSpPr/>
          <p:nvPr/>
        </p:nvSpPr>
        <p:spPr>
          <a:xfrm>
            <a:off x="282216" y="240529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4"/>
                  <a:pt x="10095" y="189"/>
                  <a:pt x="10095" y="303"/>
                </a:cubicBezTo>
                <a:cubicBezTo>
                  <a:pt x="10095" y="1021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626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3" name="Google Shape;1233;p16"/>
          <p:cNvSpPr/>
          <p:nvPr/>
        </p:nvSpPr>
        <p:spPr>
          <a:xfrm>
            <a:off x="546317" y="272582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4" name="Google Shape;1234;p16"/>
          <p:cNvSpPr/>
          <p:nvPr/>
        </p:nvSpPr>
        <p:spPr>
          <a:xfrm>
            <a:off x="281025" y="2751719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30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30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5" name="Google Shape;1235;p16"/>
          <p:cNvSpPr/>
          <p:nvPr/>
        </p:nvSpPr>
        <p:spPr>
          <a:xfrm>
            <a:off x="304707" y="283307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6" name="Google Shape;1236;p16"/>
          <p:cNvSpPr/>
          <p:nvPr/>
        </p:nvSpPr>
        <p:spPr>
          <a:xfrm>
            <a:off x="605521" y="279117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7" name="Google Shape;1237;p16"/>
          <p:cNvSpPr/>
          <p:nvPr/>
        </p:nvSpPr>
        <p:spPr>
          <a:xfrm>
            <a:off x="282216" y="276156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41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75"/>
                  <a:pt x="0" y="1248"/>
                </a:cubicBezTo>
                <a:lnTo>
                  <a:pt x="0" y="1248"/>
                </a:lnTo>
                <a:cubicBezTo>
                  <a:pt x="76" y="1778"/>
                  <a:pt x="340" y="2156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8" name="Google Shape;1238;p16"/>
          <p:cNvSpPr/>
          <p:nvPr/>
        </p:nvSpPr>
        <p:spPr>
          <a:xfrm>
            <a:off x="546317" y="30833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04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04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9" name="Google Shape;1239;p16"/>
          <p:cNvSpPr/>
          <p:nvPr/>
        </p:nvSpPr>
        <p:spPr>
          <a:xfrm>
            <a:off x="281025" y="310798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0" name="Google Shape;1240;p16"/>
          <p:cNvSpPr/>
          <p:nvPr/>
        </p:nvSpPr>
        <p:spPr>
          <a:xfrm>
            <a:off x="304707" y="318937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1" name="Google Shape;1241;p16"/>
          <p:cNvSpPr/>
          <p:nvPr/>
        </p:nvSpPr>
        <p:spPr>
          <a:xfrm>
            <a:off x="605521" y="31486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2" name="Google Shape;1242;p16"/>
          <p:cNvSpPr/>
          <p:nvPr/>
        </p:nvSpPr>
        <p:spPr>
          <a:xfrm>
            <a:off x="282216" y="311910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3"/>
                  <a:pt x="10095" y="189"/>
                  <a:pt x="10095" y="302"/>
                </a:cubicBezTo>
                <a:cubicBezTo>
                  <a:pt x="10095" y="1021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48"/>
                </a:cubicBezTo>
                <a:lnTo>
                  <a:pt x="0" y="1248"/>
                </a:lnTo>
                <a:cubicBezTo>
                  <a:pt x="76" y="1739"/>
                  <a:pt x="340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3" name="Google Shape;1243;p16"/>
          <p:cNvSpPr/>
          <p:nvPr/>
        </p:nvSpPr>
        <p:spPr>
          <a:xfrm>
            <a:off x="546317" y="343964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42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42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4" name="Google Shape;1244;p16"/>
          <p:cNvSpPr/>
          <p:nvPr/>
        </p:nvSpPr>
        <p:spPr>
          <a:xfrm>
            <a:off x="281025" y="3465498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30"/>
                  <a:pt x="0" y="1249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9"/>
                </a:cubicBezTo>
                <a:cubicBezTo>
                  <a:pt x="10360" y="530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5" name="Google Shape;1245;p16"/>
          <p:cNvSpPr/>
          <p:nvPr/>
        </p:nvSpPr>
        <p:spPr>
          <a:xfrm>
            <a:off x="304707" y="35468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6" name="Google Shape;1246;p16"/>
          <p:cNvSpPr/>
          <p:nvPr/>
        </p:nvSpPr>
        <p:spPr>
          <a:xfrm>
            <a:off x="605521" y="350495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7" name="Google Shape;1247;p16"/>
          <p:cNvSpPr/>
          <p:nvPr/>
        </p:nvSpPr>
        <p:spPr>
          <a:xfrm>
            <a:off x="282216" y="347537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lnTo>
                  <a:pt x="10057" y="0"/>
                </a:ln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8" name="Google Shape;1248;p16"/>
          <p:cNvSpPr/>
          <p:nvPr/>
        </p:nvSpPr>
        <p:spPr>
          <a:xfrm>
            <a:off x="546317" y="3795909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4"/>
                  <a:pt x="1286" y="4084"/>
                </a:cubicBezTo>
                <a:cubicBezTo>
                  <a:pt x="1966" y="4084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9" name="Google Shape;1249;p16"/>
          <p:cNvSpPr/>
          <p:nvPr/>
        </p:nvSpPr>
        <p:spPr>
          <a:xfrm>
            <a:off x="281025" y="382180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0" name="Google Shape;1250;p16"/>
          <p:cNvSpPr/>
          <p:nvPr/>
        </p:nvSpPr>
        <p:spPr>
          <a:xfrm>
            <a:off x="304707" y="390315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1" name="Google Shape;1251;p16"/>
          <p:cNvSpPr/>
          <p:nvPr/>
        </p:nvSpPr>
        <p:spPr>
          <a:xfrm>
            <a:off x="605521" y="38624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2" name="Google Shape;1252;p16"/>
          <p:cNvSpPr/>
          <p:nvPr/>
        </p:nvSpPr>
        <p:spPr>
          <a:xfrm>
            <a:off x="282216" y="3832886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1"/>
                </a:moveTo>
                <a:lnTo>
                  <a:pt x="10057" y="1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4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40" y="2118"/>
                  <a:pt x="719" y="2156"/>
                </a:cubicBezTo>
                <a:lnTo>
                  <a:pt x="9528" y="2156"/>
                </a:lnTo>
                <a:cubicBezTo>
                  <a:pt x="9981" y="2156"/>
                  <a:pt x="10322" y="1589"/>
                  <a:pt x="10322" y="908"/>
                </a:cubicBezTo>
                <a:cubicBezTo>
                  <a:pt x="10322" y="530"/>
                  <a:pt x="10208" y="227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3" name="Google Shape;1253;p16"/>
          <p:cNvSpPr/>
          <p:nvPr/>
        </p:nvSpPr>
        <p:spPr>
          <a:xfrm>
            <a:off x="546317" y="415341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4" name="Google Shape;1254;p16"/>
          <p:cNvSpPr/>
          <p:nvPr/>
        </p:nvSpPr>
        <p:spPr>
          <a:xfrm>
            <a:off x="281025" y="4178069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6"/>
          <p:cNvSpPr/>
          <p:nvPr/>
        </p:nvSpPr>
        <p:spPr>
          <a:xfrm>
            <a:off x="304707" y="4260664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6" name="Google Shape;1256;p16"/>
          <p:cNvSpPr/>
          <p:nvPr/>
        </p:nvSpPr>
        <p:spPr>
          <a:xfrm>
            <a:off x="605521" y="421876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7" name="Google Shape;1257;p16"/>
          <p:cNvSpPr/>
          <p:nvPr/>
        </p:nvSpPr>
        <p:spPr>
          <a:xfrm>
            <a:off x="282216" y="4189188"/>
            <a:ext cx="323337" cy="71508"/>
          </a:xfrm>
          <a:custGeom>
            <a:avLst/>
            <a:gdLst/>
            <a:ahLst/>
            <a:cxnLst/>
            <a:rect l="l" t="t" r="r" b="b"/>
            <a:pathLst>
              <a:path w="10322" h="2193" extrusionOk="0">
                <a:moveTo>
                  <a:pt x="10057" y="0"/>
                </a:moveTo>
                <a:lnTo>
                  <a:pt x="10057" y="0"/>
                </a:lnTo>
                <a:cubicBezTo>
                  <a:pt x="10095" y="113"/>
                  <a:pt x="10095" y="227"/>
                  <a:pt x="10095" y="340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7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8" name="Google Shape;1258;p16"/>
          <p:cNvSpPr/>
          <p:nvPr/>
        </p:nvSpPr>
        <p:spPr>
          <a:xfrm>
            <a:off x="282216" y="97770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8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59" name="Google Shape;1259;p16"/>
          <p:cNvGrpSpPr/>
          <p:nvPr/>
        </p:nvGrpSpPr>
        <p:grpSpPr>
          <a:xfrm>
            <a:off x="726213" y="4500425"/>
            <a:ext cx="291375" cy="281375"/>
            <a:chOff x="3243875" y="2372825"/>
            <a:chExt cx="291375" cy="281375"/>
          </a:xfrm>
        </p:grpSpPr>
        <p:sp>
          <p:nvSpPr>
            <p:cNvPr id="1260" name="Google Shape;1260;p16"/>
            <p:cNvSpPr/>
            <p:nvPr/>
          </p:nvSpPr>
          <p:spPr>
            <a:xfrm>
              <a:off x="3287125" y="2403550"/>
              <a:ext cx="205525" cy="200525"/>
            </a:xfrm>
            <a:custGeom>
              <a:avLst/>
              <a:gdLst/>
              <a:ahLst/>
              <a:cxnLst/>
              <a:rect l="l" t="t" r="r" b="b"/>
              <a:pathLst>
                <a:path w="8221" h="8021" fill="none" extrusionOk="0">
                  <a:moveTo>
                    <a:pt x="8221" y="0"/>
                  </a:moveTo>
                  <a:cubicBezTo>
                    <a:pt x="5765" y="2982"/>
                    <a:pt x="2807" y="5338"/>
                    <a:pt x="0" y="802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3304025" y="2403550"/>
              <a:ext cx="191125" cy="210550"/>
            </a:xfrm>
            <a:custGeom>
              <a:avLst/>
              <a:gdLst/>
              <a:ahLst/>
              <a:cxnLst/>
              <a:rect l="l" t="t" r="r" b="b"/>
              <a:pathLst>
                <a:path w="7645" h="8422" fill="none" extrusionOk="0">
                  <a:moveTo>
                    <a:pt x="1" y="0"/>
                  </a:moveTo>
                  <a:cubicBezTo>
                    <a:pt x="1404" y="1830"/>
                    <a:pt x="3159" y="3409"/>
                    <a:pt x="4738" y="5088"/>
                  </a:cubicBezTo>
                  <a:cubicBezTo>
                    <a:pt x="6066" y="6491"/>
                    <a:pt x="6292" y="6993"/>
                    <a:pt x="7645" y="842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3396775" y="2372825"/>
              <a:ext cx="10675" cy="281375"/>
            </a:xfrm>
            <a:custGeom>
              <a:avLst/>
              <a:gdLst/>
              <a:ahLst/>
              <a:cxnLst/>
              <a:rect l="l" t="t" r="r" b="b"/>
              <a:pathLst>
                <a:path w="427" h="11255" fill="none" extrusionOk="0">
                  <a:moveTo>
                    <a:pt x="150" y="1"/>
                  </a:moveTo>
                  <a:cubicBezTo>
                    <a:pt x="75" y="2507"/>
                    <a:pt x="426" y="5013"/>
                    <a:pt x="150" y="7470"/>
                  </a:cubicBezTo>
                  <a:cubicBezTo>
                    <a:pt x="25" y="8798"/>
                    <a:pt x="0" y="9951"/>
                    <a:pt x="0" y="11254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16"/>
            <p:cNvSpPr/>
            <p:nvPr/>
          </p:nvSpPr>
          <p:spPr>
            <a:xfrm>
              <a:off x="3243875" y="2495650"/>
              <a:ext cx="285125" cy="10675"/>
            </a:xfrm>
            <a:custGeom>
              <a:avLst/>
              <a:gdLst/>
              <a:ahLst/>
              <a:cxnLst/>
              <a:rect l="l" t="t" r="r" b="b"/>
              <a:pathLst>
                <a:path w="11405" h="427" fill="none" extrusionOk="0">
                  <a:moveTo>
                    <a:pt x="11404" y="426"/>
                  </a:moveTo>
                  <a:cubicBezTo>
                    <a:pt x="7495" y="0"/>
                    <a:pt x="3886" y="201"/>
                    <a:pt x="1" y="5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16"/>
            <p:cNvSpPr/>
            <p:nvPr/>
          </p:nvSpPr>
          <p:spPr>
            <a:xfrm>
              <a:off x="3340375" y="2379100"/>
              <a:ext cx="104650" cy="267575"/>
            </a:xfrm>
            <a:custGeom>
              <a:avLst/>
              <a:gdLst/>
              <a:ahLst/>
              <a:cxnLst/>
              <a:rect l="l" t="t" r="r" b="b"/>
              <a:pathLst>
                <a:path w="4186" h="10703" fill="none" extrusionOk="0">
                  <a:moveTo>
                    <a:pt x="0" y="1"/>
                  </a:moveTo>
                  <a:cubicBezTo>
                    <a:pt x="1780" y="3409"/>
                    <a:pt x="2833" y="7043"/>
                    <a:pt x="4186" y="1070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16"/>
            <p:cNvSpPr/>
            <p:nvPr/>
          </p:nvSpPr>
          <p:spPr>
            <a:xfrm>
              <a:off x="3267075" y="2458675"/>
              <a:ext cx="268175" cy="94000"/>
            </a:xfrm>
            <a:custGeom>
              <a:avLst/>
              <a:gdLst/>
              <a:ahLst/>
              <a:cxnLst/>
              <a:rect l="l" t="t" r="r" b="b"/>
              <a:pathLst>
                <a:path w="10727" h="3760" fill="none" extrusionOk="0">
                  <a:moveTo>
                    <a:pt x="0" y="3760"/>
                  </a:moveTo>
                  <a:cubicBezTo>
                    <a:pt x="2231" y="3184"/>
                    <a:pt x="4361" y="2181"/>
                    <a:pt x="6516" y="1379"/>
                  </a:cubicBezTo>
                  <a:cubicBezTo>
                    <a:pt x="8346" y="702"/>
                    <a:pt x="8897" y="677"/>
                    <a:pt x="10727" y="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16"/>
            <p:cNvSpPr/>
            <p:nvPr/>
          </p:nvSpPr>
          <p:spPr>
            <a:xfrm>
              <a:off x="3276475" y="2451775"/>
              <a:ext cx="257525" cy="112825"/>
            </a:xfrm>
            <a:custGeom>
              <a:avLst/>
              <a:gdLst/>
              <a:ahLst/>
              <a:cxnLst/>
              <a:rect l="l" t="t" r="r" b="b"/>
              <a:pathLst>
                <a:path w="10301" h="4513" fill="none" extrusionOk="0">
                  <a:moveTo>
                    <a:pt x="0" y="1"/>
                  </a:moveTo>
                  <a:cubicBezTo>
                    <a:pt x="2281" y="1028"/>
                    <a:pt x="4712" y="1680"/>
                    <a:pt x="6867" y="2908"/>
                  </a:cubicBezTo>
                  <a:cubicBezTo>
                    <a:pt x="8045" y="3535"/>
                    <a:pt x="9098" y="4011"/>
                    <a:pt x="10301" y="451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16"/>
            <p:cNvSpPr/>
            <p:nvPr/>
          </p:nvSpPr>
          <p:spPr>
            <a:xfrm>
              <a:off x="3329100" y="2385375"/>
              <a:ext cx="120325" cy="258800"/>
            </a:xfrm>
            <a:custGeom>
              <a:avLst/>
              <a:gdLst/>
              <a:ahLst/>
              <a:cxnLst/>
              <a:rect l="l" t="t" r="r" b="b"/>
              <a:pathLst>
                <a:path w="4813" h="10352" fill="none" extrusionOk="0">
                  <a:moveTo>
                    <a:pt x="4812" y="0"/>
                  </a:moveTo>
                  <a:cubicBezTo>
                    <a:pt x="2883" y="3434"/>
                    <a:pt x="1654" y="6842"/>
                    <a:pt x="0" y="1035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16"/>
            <p:cNvSpPr/>
            <p:nvPr/>
          </p:nvSpPr>
          <p:spPr>
            <a:xfrm>
              <a:off x="3327850" y="2438625"/>
              <a:ext cx="133475" cy="132850"/>
            </a:xfrm>
            <a:custGeom>
              <a:avLst/>
              <a:gdLst/>
              <a:ahLst/>
              <a:cxnLst/>
              <a:rect l="l" t="t" r="r" b="b"/>
              <a:pathLst>
                <a:path w="5339" h="5314" extrusionOk="0">
                  <a:moveTo>
                    <a:pt x="4887" y="1830"/>
                  </a:moveTo>
                  <a:cubicBezTo>
                    <a:pt x="5339" y="3058"/>
                    <a:pt x="4712" y="4412"/>
                    <a:pt x="3484" y="4863"/>
                  </a:cubicBezTo>
                  <a:cubicBezTo>
                    <a:pt x="2281" y="5314"/>
                    <a:pt x="928" y="4687"/>
                    <a:pt x="451" y="3484"/>
                  </a:cubicBezTo>
                  <a:cubicBezTo>
                    <a:pt x="0" y="2256"/>
                    <a:pt x="627" y="903"/>
                    <a:pt x="1855" y="452"/>
                  </a:cubicBezTo>
                  <a:cubicBezTo>
                    <a:pt x="3058" y="1"/>
                    <a:pt x="4411" y="602"/>
                    <a:pt x="4887" y="183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16"/>
            <p:cNvSpPr/>
            <p:nvPr/>
          </p:nvSpPr>
          <p:spPr>
            <a:xfrm>
              <a:off x="3358550" y="2469325"/>
              <a:ext cx="72075" cy="71450"/>
            </a:xfrm>
            <a:custGeom>
              <a:avLst/>
              <a:gdLst/>
              <a:ahLst/>
              <a:cxnLst/>
              <a:rect l="l" t="t" r="r" b="b"/>
              <a:pathLst>
                <a:path w="2883" h="2858" extrusionOk="0">
                  <a:moveTo>
                    <a:pt x="2632" y="978"/>
                  </a:moveTo>
                  <a:cubicBezTo>
                    <a:pt x="2882" y="1630"/>
                    <a:pt x="2532" y="2382"/>
                    <a:pt x="1880" y="2607"/>
                  </a:cubicBezTo>
                  <a:cubicBezTo>
                    <a:pt x="1228" y="2858"/>
                    <a:pt x="502" y="2532"/>
                    <a:pt x="251" y="1880"/>
                  </a:cubicBezTo>
                  <a:cubicBezTo>
                    <a:pt x="0" y="1204"/>
                    <a:pt x="326" y="477"/>
                    <a:pt x="1003" y="226"/>
                  </a:cubicBezTo>
                  <a:cubicBezTo>
                    <a:pt x="1654" y="1"/>
                    <a:pt x="2381" y="326"/>
                    <a:pt x="2632" y="9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70" name="Google Shape;1270;p16"/>
          <p:cNvSpPr/>
          <p:nvPr/>
        </p:nvSpPr>
        <p:spPr>
          <a:xfrm>
            <a:off x="7335600" y="508075"/>
            <a:ext cx="87000" cy="61925"/>
          </a:xfrm>
          <a:custGeom>
            <a:avLst/>
            <a:gdLst/>
            <a:ahLst/>
            <a:cxnLst/>
            <a:rect l="l" t="t" r="r" b="b"/>
            <a:pathLst>
              <a:path w="3480" h="2477" extrusionOk="0">
                <a:moveTo>
                  <a:pt x="2112" y="1"/>
                </a:moveTo>
                <a:cubicBezTo>
                  <a:pt x="1992" y="1"/>
                  <a:pt x="1862" y="18"/>
                  <a:pt x="1722" y="57"/>
                </a:cubicBezTo>
                <a:cubicBezTo>
                  <a:pt x="1690" y="55"/>
                  <a:pt x="1659" y="54"/>
                  <a:pt x="1628" y="54"/>
                </a:cubicBezTo>
                <a:cubicBezTo>
                  <a:pt x="35" y="54"/>
                  <a:pt x="1" y="2476"/>
                  <a:pt x="1610" y="2476"/>
                </a:cubicBezTo>
                <a:cubicBezTo>
                  <a:pt x="1678" y="2476"/>
                  <a:pt x="1748" y="2472"/>
                  <a:pt x="1822" y="2463"/>
                </a:cubicBezTo>
                <a:cubicBezTo>
                  <a:pt x="3480" y="2279"/>
                  <a:pt x="3466" y="1"/>
                  <a:pt x="21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71" name="Google Shape;1271;p16"/>
          <p:cNvGrpSpPr/>
          <p:nvPr/>
        </p:nvGrpSpPr>
        <p:grpSpPr>
          <a:xfrm>
            <a:off x="1514950" y="454750"/>
            <a:ext cx="166675" cy="168575"/>
            <a:chOff x="4954425" y="2036375"/>
            <a:chExt cx="166675" cy="168575"/>
          </a:xfrm>
        </p:grpSpPr>
        <p:sp>
          <p:nvSpPr>
            <p:cNvPr id="1272" name="Google Shape;1272;p16"/>
            <p:cNvSpPr/>
            <p:nvPr/>
          </p:nvSpPr>
          <p:spPr>
            <a:xfrm>
              <a:off x="4954425" y="2036375"/>
              <a:ext cx="166675" cy="168575"/>
            </a:xfrm>
            <a:custGeom>
              <a:avLst/>
              <a:gdLst/>
              <a:ahLst/>
              <a:cxnLst/>
              <a:rect l="l" t="t" r="r" b="b"/>
              <a:pathLst>
                <a:path w="6667" h="6743" extrusionOk="0">
                  <a:moveTo>
                    <a:pt x="1930" y="3584"/>
                  </a:moveTo>
                  <a:cubicBezTo>
                    <a:pt x="0" y="2882"/>
                    <a:pt x="1529" y="1178"/>
                    <a:pt x="2607" y="2306"/>
                  </a:cubicBezTo>
                  <a:cubicBezTo>
                    <a:pt x="2231" y="0"/>
                    <a:pt x="4712" y="802"/>
                    <a:pt x="3935" y="2406"/>
                  </a:cubicBezTo>
                  <a:cubicBezTo>
                    <a:pt x="5088" y="877"/>
                    <a:pt x="6667" y="2506"/>
                    <a:pt x="4812" y="3384"/>
                  </a:cubicBezTo>
                  <a:cubicBezTo>
                    <a:pt x="6617" y="3885"/>
                    <a:pt x="5940" y="5464"/>
                    <a:pt x="4386" y="4837"/>
                  </a:cubicBezTo>
                  <a:cubicBezTo>
                    <a:pt x="4386" y="6742"/>
                    <a:pt x="2431" y="6517"/>
                    <a:pt x="2757" y="4787"/>
                  </a:cubicBezTo>
                  <a:cubicBezTo>
                    <a:pt x="1203" y="6141"/>
                    <a:pt x="151" y="4311"/>
                    <a:pt x="1930" y="3584"/>
                  </a:cubicBezTo>
                  <a:cubicBezTo>
                    <a:pt x="1755" y="3509"/>
                    <a:pt x="1830" y="3634"/>
                    <a:pt x="1930" y="358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5008925" y="2104675"/>
              <a:ext cx="52650" cy="40750"/>
            </a:xfrm>
            <a:custGeom>
              <a:avLst/>
              <a:gdLst/>
              <a:ahLst/>
              <a:cxnLst/>
              <a:rect l="l" t="t" r="r" b="b"/>
              <a:pathLst>
                <a:path w="2106" h="1630" extrusionOk="0">
                  <a:moveTo>
                    <a:pt x="1053" y="0"/>
                  </a:moveTo>
                  <a:cubicBezTo>
                    <a:pt x="1" y="0"/>
                    <a:pt x="1" y="1629"/>
                    <a:pt x="1053" y="1629"/>
                  </a:cubicBezTo>
                  <a:cubicBezTo>
                    <a:pt x="2106" y="1629"/>
                    <a:pt x="2106" y="0"/>
                    <a:pt x="10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74" name="Google Shape;1274;p16"/>
          <p:cNvSpPr/>
          <p:nvPr/>
        </p:nvSpPr>
        <p:spPr>
          <a:xfrm>
            <a:off x="1427950" y="4781788"/>
            <a:ext cx="87000" cy="61925"/>
          </a:xfrm>
          <a:custGeom>
            <a:avLst/>
            <a:gdLst/>
            <a:ahLst/>
            <a:cxnLst/>
            <a:rect l="l" t="t" r="r" b="b"/>
            <a:pathLst>
              <a:path w="3480" h="2477" extrusionOk="0">
                <a:moveTo>
                  <a:pt x="2112" y="1"/>
                </a:moveTo>
                <a:cubicBezTo>
                  <a:pt x="1992" y="1"/>
                  <a:pt x="1862" y="18"/>
                  <a:pt x="1722" y="57"/>
                </a:cubicBezTo>
                <a:cubicBezTo>
                  <a:pt x="1690" y="55"/>
                  <a:pt x="1659" y="54"/>
                  <a:pt x="1628" y="54"/>
                </a:cubicBezTo>
                <a:cubicBezTo>
                  <a:pt x="35" y="54"/>
                  <a:pt x="1" y="2476"/>
                  <a:pt x="1610" y="2476"/>
                </a:cubicBezTo>
                <a:cubicBezTo>
                  <a:pt x="1678" y="2476"/>
                  <a:pt x="1748" y="2472"/>
                  <a:pt x="1822" y="2463"/>
                </a:cubicBezTo>
                <a:cubicBezTo>
                  <a:pt x="3480" y="2279"/>
                  <a:pt x="3466" y="1"/>
                  <a:pt x="211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_1_1">
    <p:spTree>
      <p:nvGrpSpPr>
        <p:cNvPr id="1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6" name="Google Shape;1276;p17"/>
          <p:cNvGrpSpPr/>
          <p:nvPr/>
        </p:nvGrpSpPr>
        <p:grpSpPr>
          <a:xfrm>
            <a:off x="395894" y="219519"/>
            <a:ext cx="8518865" cy="4788281"/>
            <a:chOff x="395894" y="219519"/>
            <a:chExt cx="8518865" cy="4788281"/>
          </a:xfrm>
        </p:grpSpPr>
        <p:sp>
          <p:nvSpPr>
            <p:cNvPr id="1277" name="Google Shape;1277;p17"/>
            <p:cNvSpPr/>
            <p:nvPr/>
          </p:nvSpPr>
          <p:spPr>
            <a:xfrm>
              <a:off x="661185" y="219519"/>
              <a:ext cx="8068819" cy="4788281"/>
            </a:xfrm>
            <a:custGeom>
              <a:avLst/>
              <a:gdLst/>
              <a:ahLst/>
              <a:cxnLst/>
              <a:rect l="l" t="t" r="r" b="b"/>
              <a:pathLst>
                <a:path w="257584" h="146846" extrusionOk="0">
                  <a:moveTo>
                    <a:pt x="7146" y="1"/>
                  </a:moveTo>
                  <a:cubicBezTo>
                    <a:pt x="3214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214" y="146845"/>
                    <a:pt x="7146" y="146845"/>
                  </a:cubicBezTo>
                  <a:lnTo>
                    <a:pt x="250438" y="146845"/>
                  </a:lnTo>
                  <a:cubicBezTo>
                    <a:pt x="254408" y="146845"/>
                    <a:pt x="257584" y="143632"/>
                    <a:pt x="257584" y="139700"/>
                  </a:cubicBezTo>
                  <a:lnTo>
                    <a:pt x="257584" y="7146"/>
                  </a:lnTo>
                  <a:cubicBezTo>
                    <a:pt x="257584" y="3214"/>
                    <a:pt x="254408" y="1"/>
                    <a:pt x="250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78" name="Google Shape;1278;p17"/>
            <p:cNvGrpSpPr/>
            <p:nvPr/>
          </p:nvGrpSpPr>
          <p:grpSpPr>
            <a:xfrm>
              <a:off x="8341543" y="2282008"/>
              <a:ext cx="569676" cy="380612"/>
              <a:chOff x="8341543" y="2282008"/>
              <a:chExt cx="569676" cy="380612"/>
            </a:xfrm>
          </p:grpSpPr>
          <p:sp>
            <p:nvSpPr>
              <p:cNvPr id="1279" name="Google Shape;1279;p17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17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81" name="Google Shape;1281;p17"/>
            <p:cNvSpPr/>
            <p:nvPr/>
          </p:nvSpPr>
          <p:spPr>
            <a:xfrm>
              <a:off x="8341543" y="4447718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82" name="Google Shape;1282;p17"/>
            <p:cNvGrpSpPr/>
            <p:nvPr/>
          </p:nvGrpSpPr>
          <p:grpSpPr>
            <a:xfrm>
              <a:off x="8341543" y="1721094"/>
              <a:ext cx="569676" cy="380612"/>
              <a:chOff x="8341543" y="1721094"/>
              <a:chExt cx="569676" cy="380612"/>
            </a:xfrm>
          </p:grpSpPr>
          <p:sp>
            <p:nvSpPr>
              <p:cNvPr id="1283" name="Google Shape;1283;p17"/>
              <p:cNvSpPr/>
              <p:nvPr/>
            </p:nvSpPr>
            <p:spPr>
              <a:xfrm>
                <a:off x="8341543" y="1800869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17"/>
              <p:cNvSpPr/>
              <p:nvPr/>
            </p:nvSpPr>
            <p:spPr>
              <a:xfrm>
                <a:off x="8341543" y="1721094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85" name="Google Shape;1285;p17"/>
            <p:cNvGrpSpPr/>
            <p:nvPr/>
          </p:nvGrpSpPr>
          <p:grpSpPr>
            <a:xfrm>
              <a:off x="8346273" y="1183592"/>
              <a:ext cx="568486" cy="388014"/>
              <a:chOff x="8346273" y="1183592"/>
              <a:chExt cx="568486" cy="388014"/>
            </a:xfrm>
          </p:grpSpPr>
          <p:sp>
            <p:nvSpPr>
              <p:cNvPr id="1286" name="Google Shape;1286;p17"/>
              <p:cNvSpPr/>
              <p:nvPr/>
            </p:nvSpPr>
            <p:spPr>
              <a:xfrm>
                <a:off x="8346273" y="1263367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17"/>
              <p:cNvSpPr/>
              <p:nvPr/>
            </p:nvSpPr>
            <p:spPr>
              <a:xfrm>
                <a:off x="8346273" y="1183592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88" name="Google Shape;1288;p17"/>
            <p:cNvGrpSpPr/>
            <p:nvPr/>
          </p:nvGrpSpPr>
          <p:grpSpPr>
            <a:xfrm>
              <a:off x="8341543" y="606635"/>
              <a:ext cx="569676" cy="388014"/>
              <a:chOff x="8341543" y="606635"/>
              <a:chExt cx="569676" cy="388014"/>
            </a:xfrm>
          </p:grpSpPr>
          <p:sp>
            <p:nvSpPr>
              <p:cNvPr id="1289" name="Google Shape;1289;p17"/>
              <p:cNvSpPr/>
              <p:nvPr/>
            </p:nvSpPr>
            <p:spPr>
              <a:xfrm>
                <a:off x="8341543" y="686410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17"/>
              <p:cNvSpPr/>
              <p:nvPr/>
            </p:nvSpPr>
            <p:spPr>
              <a:xfrm>
                <a:off x="8341543" y="606635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1" name="Google Shape;1291;p17"/>
            <p:cNvGrpSpPr/>
            <p:nvPr/>
          </p:nvGrpSpPr>
          <p:grpSpPr>
            <a:xfrm>
              <a:off x="8341543" y="2842933"/>
              <a:ext cx="569676" cy="380612"/>
              <a:chOff x="8341543" y="2282008"/>
              <a:chExt cx="569676" cy="380612"/>
            </a:xfrm>
          </p:grpSpPr>
          <p:sp>
            <p:nvSpPr>
              <p:cNvPr id="1292" name="Google Shape;1292;p17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17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4" name="Google Shape;1294;p17"/>
            <p:cNvGrpSpPr/>
            <p:nvPr/>
          </p:nvGrpSpPr>
          <p:grpSpPr>
            <a:xfrm>
              <a:off x="8341543" y="3403858"/>
              <a:ext cx="569676" cy="380612"/>
              <a:chOff x="8341543" y="2282008"/>
              <a:chExt cx="569676" cy="380612"/>
            </a:xfrm>
          </p:grpSpPr>
          <p:sp>
            <p:nvSpPr>
              <p:cNvPr id="1295" name="Google Shape;1295;p17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17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97" name="Google Shape;1297;p17"/>
            <p:cNvSpPr/>
            <p:nvPr/>
          </p:nvSpPr>
          <p:spPr>
            <a:xfrm>
              <a:off x="8341543" y="4367943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17"/>
            <p:cNvSpPr/>
            <p:nvPr/>
          </p:nvSpPr>
          <p:spPr>
            <a:xfrm>
              <a:off x="395894" y="219519"/>
              <a:ext cx="8053438" cy="4788281"/>
            </a:xfrm>
            <a:custGeom>
              <a:avLst/>
              <a:gdLst/>
              <a:ahLst/>
              <a:cxnLst/>
              <a:rect l="l" t="t" r="r" b="b"/>
              <a:pathLst>
                <a:path w="257093" h="146846" extrusionOk="0">
                  <a:moveTo>
                    <a:pt x="7146" y="1"/>
                  </a:moveTo>
                  <a:cubicBezTo>
                    <a:pt x="3177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177" y="146845"/>
                    <a:pt x="7146" y="146845"/>
                  </a:cubicBezTo>
                  <a:lnTo>
                    <a:pt x="249947" y="146845"/>
                  </a:lnTo>
                  <a:cubicBezTo>
                    <a:pt x="253879" y="146845"/>
                    <a:pt x="257093" y="143632"/>
                    <a:pt x="257093" y="139700"/>
                  </a:cubicBezTo>
                  <a:lnTo>
                    <a:pt x="257093" y="7146"/>
                  </a:lnTo>
                  <a:cubicBezTo>
                    <a:pt x="257093" y="3214"/>
                    <a:pt x="253879" y="1"/>
                    <a:pt x="2499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9" name="Google Shape;1299;p17"/>
          <p:cNvSpPr/>
          <p:nvPr/>
        </p:nvSpPr>
        <p:spPr>
          <a:xfrm>
            <a:off x="546317" y="9419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0" name="Google Shape;1300;p17"/>
          <p:cNvSpPr/>
          <p:nvPr/>
        </p:nvSpPr>
        <p:spPr>
          <a:xfrm>
            <a:off x="281025" y="966589"/>
            <a:ext cx="324527" cy="82660"/>
          </a:xfrm>
          <a:custGeom>
            <a:avLst/>
            <a:gdLst/>
            <a:ahLst/>
            <a:cxnLst/>
            <a:rect l="l" t="t" r="r" b="b"/>
            <a:pathLst>
              <a:path w="10360" h="2535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1" name="Google Shape;1301;p17"/>
          <p:cNvSpPr/>
          <p:nvPr/>
        </p:nvSpPr>
        <p:spPr>
          <a:xfrm>
            <a:off x="304707" y="104921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2" name="Google Shape;1302;p17"/>
          <p:cNvSpPr/>
          <p:nvPr/>
        </p:nvSpPr>
        <p:spPr>
          <a:xfrm>
            <a:off x="605521" y="10072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3" name="Google Shape;1303;p17"/>
          <p:cNvSpPr/>
          <p:nvPr/>
        </p:nvSpPr>
        <p:spPr>
          <a:xfrm>
            <a:off x="546317" y="1298240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3"/>
                  <a:pt x="1286" y="4083"/>
                </a:cubicBezTo>
                <a:cubicBezTo>
                  <a:pt x="1966" y="4083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4" name="Google Shape;1304;p17"/>
          <p:cNvSpPr/>
          <p:nvPr/>
        </p:nvSpPr>
        <p:spPr>
          <a:xfrm>
            <a:off x="281025" y="132413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8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28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5" name="Google Shape;1305;p17"/>
          <p:cNvSpPr/>
          <p:nvPr/>
        </p:nvSpPr>
        <p:spPr>
          <a:xfrm>
            <a:off x="304707" y="14054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6" name="Google Shape;1306;p17"/>
          <p:cNvSpPr/>
          <p:nvPr/>
        </p:nvSpPr>
        <p:spPr>
          <a:xfrm>
            <a:off x="605521" y="136479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7" name="Google Shape;1307;p17"/>
          <p:cNvSpPr/>
          <p:nvPr/>
        </p:nvSpPr>
        <p:spPr>
          <a:xfrm>
            <a:off x="282216" y="133521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lnTo>
                  <a:pt x="10057" y="0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3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78" y="2118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8" name="Google Shape;1308;p17"/>
          <p:cNvSpPr/>
          <p:nvPr/>
        </p:nvSpPr>
        <p:spPr>
          <a:xfrm>
            <a:off x="546317" y="165574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04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04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9" name="Google Shape;1309;p17"/>
          <p:cNvSpPr/>
          <p:nvPr/>
        </p:nvSpPr>
        <p:spPr>
          <a:xfrm>
            <a:off x="281025" y="1680400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0" name="Google Shape;1310;p17"/>
          <p:cNvSpPr/>
          <p:nvPr/>
        </p:nvSpPr>
        <p:spPr>
          <a:xfrm>
            <a:off x="304707" y="1761756"/>
            <a:ext cx="32014" cy="1272"/>
          </a:xfrm>
          <a:custGeom>
            <a:avLst/>
            <a:gdLst/>
            <a:ahLst/>
            <a:cxnLst/>
            <a:rect l="l" t="t" r="r" b="b"/>
            <a:pathLst>
              <a:path w="1022" h="39" extrusionOk="0">
                <a:moveTo>
                  <a:pt x="1021" y="39"/>
                </a:moveTo>
                <a:lnTo>
                  <a:pt x="38" y="39"/>
                </a:lnTo>
                <a:cubicBezTo>
                  <a:pt x="38" y="39"/>
                  <a:pt x="38" y="39"/>
                  <a:pt x="38" y="39"/>
                </a:cubicBezTo>
                <a:cubicBezTo>
                  <a:pt x="38" y="39"/>
                  <a:pt x="38" y="39"/>
                  <a:pt x="38" y="39"/>
                </a:cubicBezTo>
                <a:lnTo>
                  <a:pt x="1021" y="39"/>
                </a:lnTo>
                <a:lnTo>
                  <a:pt x="102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cubicBezTo>
                  <a:pt x="1" y="39"/>
                  <a:pt x="1" y="39"/>
                  <a:pt x="1" y="1"/>
                </a:cubicBezTo>
                <a:cubicBezTo>
                  <a:pt x="1" y="39"/>
                  <a:pt x="1" y="39"/>
                  <a:pt x="1" y="39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1" name="Google Shape;1311;p17"/>
          <p:cNvSpPr/>
          <p:nvPr/>
        </p:nvSpPr>
        <p:spPr>
          <a:xfrm>
            <a:off x="605521" y="17210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2" name="Google Shape;1312;p17"/>
          <p:cNvSpPr/>
          <p:nvPr/>
        </p:nvSpPr>
        <p:spPr>
          <a:xfrm>
            <a:off x="282216" y="169148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03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38"/>
                  <a:pt x="0" y="1249"/>
                </a:cubicBezTo>
                <a:lnTo>
                  <a:pt x="0" y="1249"/>
                </a:lnTo>
                <a:cubicBezTo>
                  <a:pt x="76" y="1740"/>
                  <a:pt x="340" y="2156"/>
                  <a:pt x="719" y="2156"/>
                </a:cubicBezTo>
                <a:cubicBezTo>
                  <a:pt x="719" y="2194"/>
                  <a:pt x="719" y="2194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08"/>
                </a:cubicBez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3" name="Google Shape;1313;p17"/>
          <p:cNvSpPr/>
          <p:nvPr/>
        </p:nvSpPr>
        <p:spPr>
          <a:xfrm>
            <a:off x="546317" y="2012018"/>
            <a:ext cx="79378" cy="133202"/>
          </a:xfrm>
          <a:custGeom>
            <a:avLst/>
            <a:gdLst/>
            <a:ahLst/>
            <a:cxnLst/>
            <a:rect l="l" t="t" r="r" b="b"/>
            <a:pathLst>
              <a:path w="2534" h="4085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77"/>
                  <a:pt x="567" y="4084"/>
                  <a:pt x="1286" y="4084"/>
                </a:cubicBezTo>
                <a:cubicBezTo>
                  <a:pt x="1966" y="4084"/>
                  <a:pt x="2533" y="3177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4" name="Google Shape;1314;p17"/>
          <p:cNvSpPr/>
          <p:nvPr/>
        </p:nvSpPr>
        <p:spPr>
          <a:xfrm>
            <a:off x="281025" y="203790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5" name="Google Shape;1315;p17"/>
          <p:cNvSpPr/>
          <p:nvPr/>
        </p:nvSpPr>
        <p:spPr>
          <a:xfrm>
            <a:off x="304707" y="211929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6" name="Google Shape;1316;p17"/>
          <p:cNvSpPr/>
          <p:nvPr/>
        </p:nvSpPr>
        <p:spPr>
          <a:xfrm>
            <a:off x="605521" y="207736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7" name="Google Shape;1317;p17"/>
          <p:cNvSpPr/>
          <p:nvPr/>
        </p:nvSpPr>
        <p:spPr>
          <a:xfrm>
            <a:off x="282216" y="204902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76"/>
                  <a:pt x="10095" y="189"/>
                  <a:pt x="10095" y="303"/>
                </a:cubicBezTo>
                <a:cubicBezTo>
                  <a:pt x="10095" y="983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10"/>
                </a:cubicBezTo>
                <a:lnTo>
                  <a:pt x="0" y="1210"/>
                </a:lnTo>
                <a:cubicBezTo>
                  <a:pt x="76" y="1739"/>
                  <a:pt x="340" y="2117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lnTo>
                  <a:pt x="10322" y="870"/>
                </a:ln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8" name="Google Shape;1318;p17"/>
          <p:cNvSpPr/>
          <p:nvPr/>
        </p:nvSpPr>
        <p:spPr>
          <a:xfrm>
            <a:off x="546317" y="236956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04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04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9" name="Google Shape;1319;p17"/>
          <p:cNvSpPr/>
          <p:nvPr/>
        </p:nvSpPr>
        <p:spPr>
          <a:xfrm>
            <a:off x="281025" y="2394211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66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66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0" name="Google Shape;1320;p17"/>
          <p:cNvSpPr/>
          <p:nvPr/>
        </p:nvSpPr>
        <p:spPr>
          <a:xfrm>
            <a:off x="304707" y="247556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1" name="Google Shape;1321;p17"/>
          <p:cNvSpPr/>
          <p:nvPr/>
        </p:nvSpPr>
        <p:spPr>
          <a:xfrm>
            <a:off x="605521" y="243487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2" name="Google Shape;1322;p17"/>
          <p:cNvSpPr/>
          <p:nvPr/>
        </p:nvSpPr>
        <p:spPr>
          <a:xfrm>
            <a:off x="282216" y="240529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4"/>
                  <a:pt x="10095" y="189"/>
                  <a:pt x="10095" y="303"/>
                </a:cubicBezTo>
                <a:cubicBezTo>
                  <a:pt x="10095" y="1021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626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3" name="Google Shape;1323;p17"/>
          <p:cNvSpPr/>
          <p:nvPr/>
        </p:nvSpPr>
        <p:spPr>
          <a:xfrm>
            <a:off x="546317" y="272582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4" name="Google Shape;1324;p17"/>
          <p:cNvSpPr/>
          <p:nvPr/>
        </p:nvSpPr>
        <p:spPr>
          <a:xfrm>
            <a:off x="281025" y="2751719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30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30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5" name="Google Shape;1325;p17"/>
          <p:cNvSpPr/>
          <p:nvPr/>
        </p:nvSpPr>
        <p:spPr>
          <a:xfrm>
            <a:off x="304707" y="283307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6" name="Google Shape;1326;p17"/>
          <p:cNvSpPr/>
          <p:nvPr/>
        </p:nvSpPr>
        <p:spPr>
          <a:xfrm>
            <a:off x="605521" y="279117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7" name="Google Shape;1327;p17"/>
          <p:cNvSpPr/>
          <p:nvPr/>
        </p:nvSpPr>
        <p:spPr>
          <a:xfrm>
            <a:off x="282216" y="276156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41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75"/>
                  <a:pt x="0" y="1248"/>
                </a:cubicBezTo>
                <a:lnTo>
                  <a:pt x="0" y="1248"/>
                </a:lnTo>
                <a:cubicBezTo>
                  <a:pt x="76" y="1778"/>
                  <a:pt x="340" y="2156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8" name="Google Shape;1328;p17"/>
          <p:cNvSpPr/>
          <p:nvPr/>
        </p:nvSpPr>
        <p:spPr>
          <a:xfrm>
            <a:off x="546317" y="30833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04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04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9" name="Google Shape;1329;p17"/>
          <p:cNvSpPr/>
          <p:nvPr/>
        </p:nvSpPr>
        <p:spPr>
          <a:xfrm>
            <a:off x="281025" y="310798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0" name="Google Shape;1330;p17"/>
          <p:cNvSpPr/>
          <p:nvPr/>
        </p:nvSpPr>
        <p:spPr>
          <a:xfrm>
            <a:off x="304707" y="318937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1" name="Google Shape;1331;p17"/>
          <p:cNvSpPr/>
          <p:nvPr/>
        </p:nvSpPr>
        <p:spPr>
          <a:xfrm>
            <a:off x="605521" y="31486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2" name="Google Shape;1332;p17"/>
          <p:cNvSpPr/>
          <p:nvPr/>
        </p:nvSpPr>
        <p:spPr>
          <a:xfrm>
            <a:off x="282216" y="311910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3"/>
                  <a:pt x="10095" y="189"/>
                  <a:pt x="10095" y="302"/>
                </a:cubicBezTo>
                <a:cubicBezTo>
                  <a:pt x="10095" y="1021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48"/>
                </a:cubicBezTo>
                <a:lnTo>
                  <a:pt x="0" y="1248"/>
                </a:lnTo>
                <a:cubicBezTo>
                  <a:pt x="76" y="1739"/>
                  <a:pt x="340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3" name="Google Shape;1333;p17"/>
          <p:cNvSpPr/>
          <p:nvPr/>
        </p:nvSpPr>
        <p:spPr>
          <a:xfrm>
            <a:off x="546317" y="343964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42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42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4" name="Google Shape;1334;p17"/>
          <p:cNvSpPr/>
          <p:nvPr/>
        </p:nvSpPr>
        <p:spPr>
          <a:xfrm>
            <a:off x="281025" y="3465498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30"/>
                  <a:pt x="0" y="1249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9"/>
                </a:cubicBezTo>
                <a:cubicBezTo>
                  <a:pt x="10360" y="530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5" name="Google Shape;1335;p17"/>
          <p:cNvSpPr/>
          <p:nvPr/>
        </p:nvSpPr>
        <p:spPr>
          <a:xfrm>
            <a:off x="304707" y="35468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6" name="Google Shape;1336;p17"/>
          <p:cNvSpPr/>
          <p:nvPr/>
        </p:nvSpPr>
        <p:spPr>
          <a:xfrm>
            <a:off x="605521" y="350495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7" name="Google Shape;1337;p17"/>
          <p:cNvSpPr/>
          <p:nvPr/>
        </p:nvSpPr>
        <p:spPr>
          <a:xfrm>
            <a:off x="282216" y="347537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lnTo>
                  <a:pt x="10057" y="0"/>
                </a:ln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8" name="Google Shape;1338;p17"/>
          <p:cNvSpPr/>
          <p:nvPr/>
        </p:nvSpPr>
        <p:spPr>
          <a:xfrm>
            <a:off x="546317" y="3795909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4"/>
                  <a:pt x="1286" y="4084"/>
                </a:cubicBezTo>
                <a:cubicBezTo>
                  <a:pt x="1966" y="4084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9" name="Google Shape;1339;p17"/>
          <p:cNvSpPr/>
          <p:nvPr/>
        </p:nvSpPr>
        <p:spPr>
          <a:xfrm>
            <a:off x="281025" y="382180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0" name="Google Shape;1340;p17"/>
          <p:cNvSpPr/>
          <p:nvPr/>
        </p:nvSpPr>
        <p:spPr>
          <a:xfrm>
            <a:off x="304707" y="390315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1" name="Google Shape;1341;p17"/>
          <p:cNvSpPr/>
          <p:nvPr/>
        </p:nvSpPr>
        <p:spPr>
          <a:xfrm>
            <a:off x="605521" y="38624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2" name="Google Shape;1342;p17"/>
          <p:cNvSpPr/>
          <p:nvPr/>
        </p:nvSpPr>
        <p:spPr>
          <a:xfrm>
            <a:off x="282216" y="3832886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1"/>
                </a:moveTo>
                <a:lnTo>
                  <a:pt x="10057" y="1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4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40" y="2118"/>
                  <a:pt x="719" y="2156"/>
                </a:cubicBezTo>
                <a:lnTo>
                  <a:pt x="9528" y="2156"/>
                </a:lnTo>
                <a:cubicBezTo>
                  <a:pt x="9981" y="2156"/>
                  <a:pt x="10322" y="1589"/>
                  <a:pt x="10322" y="908"/>
                </a:cubicBezTo>
                <a:cubicBezTo>
                  <a:pt x="10322" y="530"/>
                  <a:pt x="10208" y="227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3" name="Google Shape;1343;p17"/>
          <p:cNvSpPr/>
          <p:nvPr/>
        </p:nvSpPr>
        <p:spPr>
          <a:xfrm>
            <a:off x="546317" y="415341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4" name="Google Shape;1344;p17"/>
          <p:cNvSpPr/>
          <p:nvPr/>
        </p:nvSpPr>
        <p:spPr>
          <a:xfrm>
            <a:off x="281025" y="4178069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5" name="Google Shape;1345;p17"/>
          <p:cNvSpPr/>
          <p:nvPr/>
        </p:nvSpPr>
        <p:spPr>
          <a:xfrm>
            <a:off x="304707" y="4260664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6" name="Google Shape;1346;p17"/>
          <p:cNvSpPr/>
          <p:nvPr/>
        </p:nvSpPr>
        <p:spPr>
          <a:xfrm>
            <a:off x="605521" y="421876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7" name="Google Shape;1347;p17"/>
          <p:cNvSpPr/>
          <p:nvPr/>
        </p:nvSpPr>
        <p:spPr>
          <a:xfrm>
            <a:off x="282216" y="4189188"/>
            <a:ext cx="323337" cy="71508"/>
          </a:xfrm>
          <a:custGeom>
            <a:avLst/>
            <a:gdLst/>
            <a:ahLst/>
            <a:cxnLst/>
            <a:rect l="l" t="t" r="r" b="b"/>
            <a:pathLst>
              <a:path w="10322" h="2193" extrusionOk="0">
                <a:moveTo>
                  <a:pt x="10057" y="0"/>
                </a:moveTo>
                <a:lnTo>
                  <a:pt x="10057" y="0"/>
                </a:lnTo>
                <a:cubicBezTo>
                  <a:pt x="10095" y="113"/>
                  <a:pt x="10095" y="227"/>
                  <a:pt x="10095" y="340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7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8" name="Google Shape;1348;p17"/>
          <p:cNvSpPr/>
          <p:nvPr/>
        </p:nvSpPr>
        <p:spPr>
          <a:xfrm>
            <a:off x="282216" y="97770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8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49" name="Google Shape;1349;p17"/>
          <p:cNvGrpSpPr/>
          <p:nvPr/>
        </p:nvGrpSpPr>
        <p:grpSpPr>
          <a:xfrm>
            <a:off x="504088" y="319075"/>
            <a:ext cx="444275" cy="398525"/>
            <a:chOff x="2495125" y="2142250"/>
            <a:chExt cx="444275" cy="398525"/>
          </a:xfrm>
        </p:grpSpPr>
        <p:sp>
          <p:nvSpPr>
            <p:cNvPr id="1350" name="Google Shape;1350;p17"/>
            <p:cNvSpPr/>
            <p:nvPr/>
          </p:nvSpPr>
          <p:spPr>
            <a:xfrm>
              <a:off x="2495125" y="2142250"/>
              <a:ext cx="444275" cy="398525"/>
            </a:xfrm>
            <a:custGeom>
              <a:avLst/>
              <a:gdLst/>
              <a:ahLst/>
              <a:cxnLst/>
              <a:rect l="l" t="t" r="r" b="b"/>
              <a:pathLst>
                <a:path w="17771" h="15941" extrusionOk="0">
                  <a:moveTo>
                    <a:pt x="6542" y="6116"/>
                  </a:moveTo>
                  <a:cubicBezTo>
                    <a:pt x="4437" y="1154"/>
                    <a:pt x="10201" y="1"/>
                    <a:pt x="9224" y="5866"/>
                  </a:cubicBezTo>
                  <a:cubicBezTo>
                    <a:pt x="11780" y="1003"/>
                    <a:pt x="16367" y="6718"/>
                    <a:pt x="10452" y="8021"/>
                  </a:cubicBezTo>
                  <a:cubicBezTo>
                    <a:pt x="17770" y="9525"/>
                    <a:pt x="12382" y="15139"/>
                    <a:pt x="9600" y="9976"/>
                  </a:cubicBezTo>
                  <a:cubicBezTo>
                    <a:pt x="11204" y="15891"/>
                    <a:pt x="5941" y="15941"/>
                    <a:pt x="7068" y="10252"/>
                  </a:cubicBezTo>
                  <a:cubicBezTo>
                    <a:pt x="4662" y="15565"/>
                    <a:pt x="1" y="11555"/>
                    <a:pt x="5414" y="8597"/>
                  </a:cubicBezTo>
                  <a:cubicBezTo>
                    <a:pt x="276" y="8597"/>
                    <a:pt x="1830" y="2031"/>
                    <a:pt x="6542" y="6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17"/>
            <p:cNvSpPr/>
            <p:nvPr/>
          </p:nvSpPr>
          <p:spPr>
            <a:xfrm>
              <a:off x="2655525" y="2307050"/>
              <a:ext cx="94650" cy="73325"/>
            </a:xfrm>
            <a:custGeom>
              <a:avLst/>
              <a:gdLst/>
              <a:ahLst/>
              <a:cxnLst/>
              <a:rect l="l" t="t" r="r" b="b"/>
              <a:pathLst>
                <a:path w="3786" h="2933" extrusionOk="0">
                  <a:moveTo>
                    <a:pt x="1906" y="0"/>
                  </a:moveTo>
                  <a:cubicBezTo>
                    <a:pt x="1" y="0"/>
                    <a:pt x="1" y="2933"/>
                    <a:pt x="1906" y="2933"/>
                  </a:cubicBezTo>
                  <a:cubicBezTo>
                    <a:pt x="3785" y="2933"/>
                    <a:pt x="3785" y="0"/>
                    <a:pt x="19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2" name="Google Shape;1352;p17"/>
          <p:cNvGrpSpPr/>
          <p:nvPr/>
        </p:nvGrpSpPr>
        <p:grpSpPr>
          <a:xfrm>
            <a:off x="7942288" y="4463763"/>
            <a:ext cx="291375" cy="281375"/>
            <a:chOff x="3243875" y="2372825"/>
            <a:chExt cx="291375" cy="281375"/>
          </a:xfrm>
        </p:grpSpPr>
        <p:sp>
          <p:nvSpPr>
            <p:cNvPr id="1353" name="Google Shape;1353;p17"/>
            <p:cNvSpPr/>
            <p:nvPr/>
          </p:nvSpPr>
          <p:spPr>
            <a:xfrm>
              <a:off x="3287125" y="2403550"/>
              <a:ext cx="205525" cy="200525"/>
            </a:xfrm>
            <a:custGeom>
              <a:avLst/>
              <a:gdLst/>
              <a:ahLst/>
              <a:cxnLst/>
              <a:rect l="l" t="t" r="r" b="b"/>
              <a:pathLst>
                <a:path w="8221" h="8021" fill="none" extrusionOk="0">
                  <a:moveTo>
                    <a:pt x="8221" y="0"/>
                  </a:moveTo>
                  <a:cubicBezTo>
                    <a:pt x="5765" y="2982"/>
                    <a:pt x="2807" y="5338"/>
                    <a:pt x="0" y="802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17"/>
            <p:cNvSpPr/>
            <p:nvPr/>
          </p:nvSpPr>
          <p:spPr>
            <a:xfrm>
              <a:off x="3304025" y="2403550"/>
              <a:ext cx="191125" cy="210550"/>
            </a:xfrm>
            <a:custGeom>
              <a:avLst/>
              <a:gdLst/>
              <a:ahLst/>
              <a:cxnLst/>
              <a:rect l="l" t="t" r="r" b="b"/>
              <a:pathLst>
                <a:path w="7645" h="8422" fill="none" extrusionOk="0">
                  <a:moveTo>
                    <a:pt x="1" y="0"/>
                  </a:moveTo>
                  <a:cubicBezTo>
                    <a:pt x="1404" y="1830"/>
                    <a:pt x="3159" y="3409"/>
                    <a:pt x="4738" y="5088"/>
                  </a:cubicBezTo>
                  <a:cubicBezTo>
                    <a:pt x="6066" y="6491"/>
                    <a:pt x="6292" y="6993"/>
                    <a:pt x="7645" y="842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17"/>
            <p:cNvSpPr/>
            <p:nvPr/>
          </p:nvSpPr>
          <p:spPr>
            <a:xfrm>
              <a:off x="3396775" y="2372825"/>
              <a:ext cx="10675" cy="281375"/>
            </a:xfrm>
            <a:custGeom>
              <a:avLst/>
              <a:gdLst/>
              <a:ahLst/>
              <a:cxnLst/>
              <a:rect l="l" t="t" r="r" b="b"/>
              <a:pathLst>
                <a:path w="427" h="11255" fill="none" extrusionOk="0">
                  <a:moveTo>
                    <a:pt x="150" y="1"/>
                  </a:moveTo>
                  <a:cubicBezTo>
                    <a:pt x="75" y="2507"/>
                    <a:pt x="426" y="5013"/>
                    <a:pt x="150" y="7470"/>
                  </a:cubicBezTo>
                  <a:cubicBezTo>
                    <a:pt x="25" y="8798"/>
                    <a:pt x="0" y="9951"/>
                    <a:pt x="0" y="11254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17"/>
            <p:cNvSpPr/>
            <p:nvPr/>
          </p:nvSpPr>
          <p:spPr>
            <a:xfrm>
              <a:off x="3243875" y="2495650"/>
              <a:ext cx="285125" cy="10675"/>
            </a:xfrm>
            <a:custGeom>
              <a:avLst/>
              <a:gdLst/>
              <a:ahLst/>
              <a:cxnLst/>
              <a:rect l="l" t="t" r="r" b="b"/>
              <a:pathLst>
                <a:path w="11405" h="427" fill="none" extrusionOk="0">
                  <a:moveTo>
                    <a:pt x="11404" y="426"/>
                  </a:moveTo>
                  <a:cubicBezTo>
                    <a:pt x="7495" y="0"/>
                    <a:pt x="3886" y="201"/>
                    <a:pt x="1" y="5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17"/>
            <p:cNvSpPr/>
            <p:nvPr/>
          </p:nvSpPr>
          <p:spPr>
            <a:xfrm>
              <a:off x="3340375" y="2379100"/>
              <a:ext cx="104650" cy="267575"/>
            </a:xfrm>
            <a:custGeom>
              <a:avLst/>
              <a:gdLst/>
              <a:ahLst/>
              <a:cxnLst/>
              <a:rect l="l" t="t" r="r" b="b"/>
              <a:pathLst>
                <a:path w="4186" h="10703" fill="none" extrusionOk="0">
                  <a:moveTo>
                    <a:pt x="0" y="1"/>
                  </a:moveTo>
                  <a:cubicBezTo>
                    <a:pt x="1780" y="3409"/>
                    <a:pt x="2833" y="7043"/>
                    <a:pt x="4186" y="1070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17"/>
            <p:cNvSpPr/>
            <p:nvPr/>
          </p:nvSpPr>
          <p:spPr>
            <a:xfrm>
              <a:off x="3267075" y="2458675"/>
              <a:ext cx="268175" cy="94000"/>
            </a:xfrm>
            <a:custGeom>
              <a:avLst/>
              <a:gdLst/>
              <a:ahLst/>
              <a:cxnLst/>
              <a:rect l="l" t="t" r="r" b="b"/>
              <a:pathLst>
                <a:path w="10727" h="3760" fill="none" extrusionOk="0">
                  <a:moveTo>
                    <a:pt x="0" y="3760"/>
                  </a:moveTo>
                  <a:cubicBezTo>
                    <a:pt x="2231" y="3184"/>
                    <a:pt x="4361" y="2181"/>
                    <a:pt x="6516" y="1379"/>
                  </a:cubicBezTo>
                  <a:cubicBezTo>
                    <a:pt x="8346" y="702"/>
                    <a:pt x="8897" y="677"/>
                    <a:pt x="10727" y="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17"/>
            <p:cNvSpPr/>
            <p:nvPr/>
          </p:nvSpPr>
          <p:spPr>
            <a:xfrm>
              <a:off x="3276475" y="2451775"/>
              <a:ext cx="257525" cy="112825"/>
            </a:xfrm>
            <a:custGeom>
              <a:avLst/>
              <a:gdLst/>
              <a:ahLst/>
              <a:cxnLst/>
              <a:rect l="l" t="t" r="r" b="b"/>
              <a:pathLst>
                <a:path w="10301" h="4513" fill="none" extrusionOk="0">
                  <a:moveTo>
                    <a:pt x="0" y="1"/>
                  </a:moveTo>
                  <a:cubicBezTo>
                    <a:pt x="2281" y="1028"/>
                    <a:pt x="4712" y="1680"/>
                    <a:pt x="6867" y="2908"/>
                  </a:cubicBezTo>
                  <a:cubicBezTo>
                    <a:pt x="8045" y="3535"/>
                    <a:pt x="9098" y="4011"/>
                    <a:pt x="10301" y="451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17"/>
            <p:cNvSpPr/>
            <p:nvPr/>
          </p:nvSpPr>
          <p:spPr>
            <a:xfrm>
              <a:off x="3329100" y="2385375"/>
              <a:ext cx="120325" cy="258800"/>
            </a:xfrm>
            <a:custGeom>
              <a:avLst/>
              <a:gdLst/>
              <a:ahLst/>
              <a:cxnLst/>
              <a:rect l="l" t="t" r="r" b="b"/>
              <a:pathLst>
                <a:path w="4813" h="10352" fill="none" extrusionOk="0">
                  <a:moveTo>
                    <a:pt x="4812" y="0"/>
                  </a:moveTo>
                  <a:cubicBezTo>
                    <a:pt x="2883" y="3434"/>
                    <a:pt x="1654" y="6842"/>
                    <a:pt x="0" y="1035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17"/>
            <p:cNvSpPr/>
            <p:nvPr/>
          </p:nvSpPr>
          <p:spPr>
            <a:xfrm>
              <a:off x="3327850" y="2438625"/>
              <a:ext cx="133475" cy="132850"/>
            </a:xfrm>
            <a:custGeom>
              <a:avLst/>
              <a:gdLst/>
              <a:ahLst/>
              <a:cxnLst/>
              <a:rect l="l" t="t" r="r" b="b"/>
              <a:pathLst>
                <a:path w="5339" h="5314" extrusionOk="0">
                  <a:moveTo>
                    <a:pt x="4887" y="1830"/>
                  </a:moveTo>
                  <a:cubicBezTo>
                    <a:pt x="5339" y="3058"/>
                    <a:pt x="4712" y="4412"/>
                    <a:pt x="3484" y="4863"/>
                  </a:cubicBezTo>
                  <a:cubicBezTo>
                    <a:pt x="2281" y="5314"/>
                    <a:pt x="928" y="4687"/>
                    <a:pt x="451" y="3484"/>
                  </a:cubicBezTo>
                  <a:cubicBezTo>
                    <a:pt x="0" y="2256"/>
                    <a:pt x="627" y="903"/>
                    <a:pt x="1855" y="452"/>
                  </a:cubicBezTo>
                  <a:cubicBezTo>
                    <a:pt x="3058" y="1"/>
                    <a:pt x="4411" y="602"/>
                    <a:pt x="4887" y="183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17"/>
            <p:cNvSpPr/>
            <p:nvPr/>
          </p:nvSpPr>
          <p:spPr>
            <a:xfrm>
              <a:off x="3358550" y="2469325"/>
              <a:ext cx="72075" cy="71450"/>
            </a:xfrm>
            <a:custGeom>
              <a:avLst/>
              <a:gdLst/>
              <a:ahLst/>
              <a:cxnLst/>
              <a:rect l="l" t="t" r="r" b="b"/>
              <a:pathLst>
                <a:path w="2883" h="2858" extrusionOk="0">
                  <a:moveTo>
                    <a:pt x="2632" y="978"/>
                  </a:moveTo>
                  <a:cubicBezTo>
                    <a:pt x="2882" y="1630"/>
                    <a:pt x="2532" y="2382"/>
                    <a:pt x="1880" y="2607"/>
                  </a:cubicBezTo>
                  <a:cubicBezTo>
                    <a:pt x="1228" y="2858"/>
                    <a:pt x="502" y="2532"/>
                    <a:pt x="251" y="1880"/>
                  </a:cubicBezTo>
                  <a:cubicBezTo>
                    <a:pt x="0" y="1204"/>
                    <a:pt x="326" y="477"/>
                    <a:pt x="1003" y="226"/>
                  </a:cubicBezTo>
                  <a:cubicBezTo>
                    <a:pt x="1654" y="1"/>
                    <a:pt x="2381" y="326"/>
                    <a:pt x="2632" y="9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3" name="Google Shape;1363;p17"/>
          <p:cNvGrpSpPr/>
          <p:nvPr/>
        </p:nvGrpSpPr>
        <p:grpSpPr>
          <a:xfrm>
            <a:off x="1236250" y="319063"/>
            <a:ext cx="166675" cy="168575"/>
            <a:chOff x="4954425" y="2036375"/>
            <a:chExt cx="166675" cy="168575"/>
          </a:xfrm>
        </p:grpSpPr>
        <p:sp>
          <p:nvSpPr>
            <p:cNvPr id="1364" name="Google Shape;1364;p17"/>
            <p:cNvSpPr/>
            <p:nvPr/>
          </p:nvSpPr>
          <p:spPr>
            <a:xfrm>
              <a:off x="4954425" y="2036375"/>
              <a:ext cx="166675" cy="168575"/>
            </a:xfrm>
            <a:custGeom>
              <a:avLst/>
              <a:gdLst/>
              <a:ahLst/>
              <a:cxnLst/>
              <a:rect l="l" t="t" r="r" b="b"/>
              <a:pathLst>
                <a:path w="6667" h="6743" extrusionOk="0">
                  <a:moveTo>
                    <a:pt x="1930" y="3584"/>
                  </a:moveTo>
                  <a:cubicBezTo>
                    <a:pt x="0" y="2882"/>
                    <a:pt x="1529" y="1178"/>
                    <a:pt x="2607" y="2306"/>
                  </a:cubicBezTo>
                  <a:cubicBezTo>
                    <a:pt x="2231" y="0"/>
                    <a:pt x="4712" y="802"/>
                    <a:pt x="3935" y="2406"/>
                  </a:cubicBezTo>
                  <a:cubicBezTo>
                    <a:pt x="5088" y="877"/>
                    <a:pt x="6667" y="2506"/>
                    <a:pt x="4812" y="3384"/>
                  </a:cubicBezTo>
                  <a:cubicBezTo>
                    <a:pt x="6617" y="3885"/>
                    <a:pt x="5940" y="5464"/>
                    <a:pt x="4386" y="4837"/>
                  </a:cubicBezTo>
                  <a:cubicBezTo>
                    <a:pt x="4386" y="6742"/>
                    <a:pt x="2431" y="6517"/>
                    <a:pt x="2757" y="4787"/>
                  </a:cubicBezTo>
                  <a:cubicBezTo>
                    <a:pt x="1203" y="6141"/>
                    <a:pt x="151" y="4311"/>
                    <a:pt x="1930" y="3584"/>
                  </a:cubicBezTo>
                  <a:cubicBezTo>
                    <a:pt x="1755" y="3509"/>
                    <a:pt x="1830" y="3634"/>
                    <a:pt x="1930" y="358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5008925" y="2104675"/>
              <a:ext cx="52650" cy="40750"/>
            </a:xfrm>
            <a:custGeom>
              <a:avLst/>
              <a:gdLst/>
              <a:ahLst/>
              <a:cxnLst/>
              <a:rect l="l" t="t" r="r" b="b"/>
              <a:pathLst>
                <a:path w="2106" h="1630" extrusionOk="0">
                  <a:moveTo>
                    <a:pt x="1053" y="0"/>
                  </a:moveTo>
                  <a:cubicBezTo>
                    <a:pt x="1" y="0"/>
                    <a:pt x="1" y="1629"/>
                    <a:pt x="1053" y="1629"/>
                  </a:cubicBezTo>
                  <a:cubicBezTo>
                    <a:pt x="2106" y="1629"/>
                    <a:pt x="2106" y="0"/>
                    <a:pt x="10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6" name="Google Shape;1366;p17"/>
          <p:cNvSpPr/>
          <p:nvPr/>
        </p:nvSpPr>
        <p:spPr>
          <a:xfrm>
            <a:off x="8028425" y="362763"/>
            <a:ext cx="119125" cy="81200"/>
          </a:xfrm>
          <a:custGeom>
            <a:avLst/>
            <a:gdLst/>
            <a:ahLst/>
            <a:cxnLst/>
            <a:rect l="l" t="t" r="r" b="b"/>
            <a:pathLst>
              <a:path w="4765" h="3248" extrusionOk="0">
                <a:moveTo>
                  <a:pt x="2253" y="1"/>
                </a:moveTo>
                <a:cubicBezTo>
                  <a:pt x="255" y="1"/>
                  <a:pt x="1" y="2834"/>
                  <a:pt x="2007" y="3221"/>
                </a:cubicBezTo>
                <a:cubicBezTo>
                  <a:pt x="2122" y="3239"/>
                  <a:pt x="2233" y="3248"/>
                  <a:pt x="2340" y="3248"/>
                </a:cubicBezTo>
                <a:cubicBezTo>
                  <a:pt x="4296" y="3248"/>
                  <a:pt x="4764" y="346"/>
                  <a:pt x="2483" y="13"/>
                </a:cubicBezTo>
                <a:cubicBezTo>
                  <a:pt x="2404" y="5"/>
                  <a:pt x="2327" y="1"/>
                  <a:pt x="225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7" name="Google Shape;1367;p17"/>
          <p:cNvSpPr/>
          <p:nvPr/>
        </p:nvSpPr>
        <p:spPr>
          <a:xfrm>
            <a:off x="8149363" y="4193975"/>
            <a:ext cx="87000" cy="61925"/>
          </a:xfrm>
          <a:custGeom>
            <a:avLst/>
            <a:gdLst/>
            <a:ahLst/>
            <a:cxnLst/>
            <a:rect l="l" t="t" r="r" b="b"/>
            <a:pathLst>
              <a:path w="3480" h="2477" extrusionOk="0">
                <a:moveTo>
                  <a:pt x="2112" y="1"/>
                </a:moveTo>
                <a:cubicBezTo>
                  <a:pt x="1992" y="1"/>
                  <a:pt x="1862" y="18"/>
                  <a:pt x="1722" y="57"/>
                </a:cubicBezTo>
                <a:cubicBezTo>
                  <a:pt x="1690" y="55"/>
                  <a:pt x="1659" y="54"/>
                  <a:pt x="1628" y="54"/>
                </a:cubicBezTo>
                <a:cubicBezTo>
                  <a:pt x="35" y="54"/>
                  <a:pt x="1" y="2476"/>
                  <a:pt x="1610" y="2476"/>
                </a:cubicBezTo>
                <a:cubicBezTo>
                  <a:pt x="1678" y="2476"/>
                  <a:pt x="1748" y="2472"/>
                  <a:pt x="1822" y="2463"/>
                </a:cubicBezTo>
                <a:cubicBezTo>
                  <a:pt x="3480" y="2279"/>
                  <a:pt x="3466" y="1"/>
                  <a:pt x="211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8" name="Google Shape;1368;p17"/>
          <p:cNvGrpSpPr/>
          <p:nvPr/>
        </p:nvGrpSpPr>
        <p:grpSpPr>
          <a:xfrm>
            <a:off x="7442275" y="4651625"/>
            <a:ext cx="166675" cy="168575"/>
            <a:chOff x="4954425" y="2036375"/>
            <a:chExt cx="166675" cy="168575"/>
          </a:xfrm>
        </p:grpSpPr>
        <p:sp>
          <p:nvSpPr>
            <p:cNvPr id="1369" name="Google Shape;1369;p17"/>
            <p:cNvSpPr/>
            <p:nvPr/>
          </p:nvSpPr>
          <p:spPr>
            <a:xfrm>
              <a:off x="4954425" y="2036375"/>
              <a:ext cx="166675" cy="168575"/>
            </a:xfrm>
            <a:custGeom>
              <a:avLst/>
              <a:gdLst/>
              <a:ahLst/>
              <a:cxnLst/>
              <a:rect l="l" t="t" r="r" b="b"/>
              <a:pathLst>
                <a:path w="6667" h="6743" extrusionOk="0">
                  <a:moveTo>
                    <a:pt x="1930" y="3584"/>
                  </a:moveTo>
                  <a:cubicBezTo>
                    <a:pt x="0" y="2882"/>
                    <a:pt x="1529" y="1178"/>
                    <a:pt x="2607" y="2306"/>
                  </a:cubicBezTo>
                  <a:cubicBezTo>
                    <a:pt x="2231" y="0"/>
                    <a:pt x="4712" y="802"/>
                    <a:pt x="3935" y="2406"/>
                  </a:cubicBezTo>
                  <a:cubicBezTo>
                    <a:pt x="5088" y="877"/>
                    <a:pt x="6667" y="2506"/>
                    <a:pt x="4812" y="3384"/>
                  </a:cubicBezTo>
                  <a:cubicBezTo>
                    <a:pt x="6617" y="3885"/>
                    <a:pt x="5940" y="5464"/>
                    <a:pt x="4386" y="4837"/>
                  </a:cubicBezTo>
                  <a:cubicBezTo>
                    <a:pt x="4386" y="6742"/>
                    <a:pt x="2431" y="6517"/>
                    <a:pt x="2757" y="4787"/>
                  </a:cubicBezTo>
                  <a:cubicBezTo>
                    <a:pt x="1203" y="6141"/>
                    <a:pt x="151" y="4311"/>
                    <a:pt x="1930" y="3584"/>
                  </a:cubicBezTo>
                  <a:cubicBezTo>
                    <a:pt x="1755" y="3509"/>
                    <a:pt x="1830" y="3634"/>
                    <a:pt x="1930" y="358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5008925" y="2104675"/>
              <a:ext cx="52650" cy="40750"/>
            </a:xfrm>
            <a:custGeom>
              <a:avLst/>
              <a:gdLst/>
              <a:ahLst/>
              <a:cxnLst/>
              <a:rect l="l" t="t" r="r" b="b"/>
              <a:pathLst>
                <a:path w="2106" h="1630" extrusionOk="0">
                  <a:moveTo>
                    <a:pt x="1053" y="0"/>
                  </a:moveTo>
                  <a:cubicBezTo>
                    <a:pt x="1" y="0"/>
                    <a:pt x="1" y="1629"/>
                    <a:pt x="1053" y="1629"/>
                  </a:cubicBezTo>
                  <a:cubicBezTo>
                    <a:pt x="2106" y="1629"/>
                    <a:pt x="2106" y="0"/>
                    <a:pt x="10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0_1_1_1_1_1"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2" name="Google Shape;1372;p18"/>
          <p:cNvGrpSpPr/>
          <p:nvPr/>
        </p:nvGrpSpPr>
        <p:grpSpPr>
          <a:xfrm>
            <a:off x="395894" y="219519"/>
            <a:ext cx="8518865" cy="4788281"/>
            <a:chOff x="395894" y="219519"/>
            <a:chExt cx="8518865" cy="4788281"/>
          </a:xfrm>
        </p:grpSpPr>
        <p:sp>
          <p:nvSpPr>
            <p:cNvPr id="1373" name="Google Shape;1373;p18"/>
            <p:cNvSpPr/>
            <p:nvPr/>
          </p:nvSpPr>
          <p:spPr>
            <a:xfrm>
              <a:off x="661185" y="219519"/>
              <a:ext cx="8068819" cy="4788281"/>
            </a:xfrm>
            <a:custGeom>
              <a:avLst/>
              <a:gdLst/>
              <a:ahLst/>
              <a:cxnLst/>
              <a:rect l="l" t="t" r="r" b="b"/>
              <a:pathLst>
                <a:path w="257584" h="146846" extrusionOk="0">
                  <a:moveTo>
                    <a:pt x="7146" y="1"/>
                  </a:moveTo>
                  <a:cubicBezTo>
                    <a:pt x="3214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214" y="146845"/>
                    <a:pt x="7146" y="146845"/>
                  </a:cubicBezTo>
                  <a:lnTo>
                    <a:pt x="250438" y="146845"/>
                  </a:lnTo>
                  <a:cubicBezTo>
                    <a:pt x="254408" y="146845"/>
                    <a:pt x="257584" y="143632"/>
                    <a:pt x="257584" y="139700"/>
                  </a:cubicBezTo>
                  <a:lnTo>
                    <a:pt x="257584" y="7146"/>
                  </a:lnTo>
                  <a:cubicBezTo>
                    <a:pt x="257584" y="3214"/>
                    <a:pt x="254408" y="1"/>
                    <a:pt x="250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74" name="Google Shape;1374;p18"/>
            <p:cNvGrpSpPr/>
            <p:nvPr/>
          </p:nvGrpSpPr>
          <p:grpSpPr>
            <a:xfrm>
              <a:off x="8341543" y="2282008"/>
              <a:ext cx="569676" cy="380612"/>
              <a:chOff x="8341543" y="2282008"/>
              <a:chExt cx="569676" cy="380612"/>
            </a:xfrm>
          </p:grpSpPr>
          <p:sp>
            <p:nvSpPr>
              <p:cNvPr id="1375" name="Google Shape;1375;p18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18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77" name="Google Shape;1377;p18"/>
            <p:cNvSpPr/>
            <p:nvPr/>
          </p:nvSpPr>
          <p:spPr>
            <a:xfrm>
              <a:off x="8341543" y="4447718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78" name="Google Shape;1378;p18"/>
            <p:cNvGrpSpPr/>
            <p:nvPr/>
          </p:nvGrpSpPr>
          <p:grpSpPr>
            <a:xfrm>
              <a:off x="8341543" y="1721094"/>
              <a:ext cx="569676" cy="380612"/>
              <a:chOff x="8341543" y="1721094"/>
              <a:chExt cx="569676" cy="380612"/>
            </a:xfrm>
          </p:grpSpPr>
          <p:sp>
            <p:nvSpPr>
              <p:cNvPr id="1379" name="Google Shape;1379;p18"/>
              <p:cNvSpPr/>
              <p:nvPr/>
            </p:nvSpPr>
            <p:spPr>
              <a:xfrm>
                <a:off x="8341543" y="1800869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18"/>
              <p:cNvSpPr/>
              <p:nvPr/>
            </p:nvSpPr>
            <p:spPr>
              <a:xfrm>
                <a:off x="8341543" y="1721094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1" name="Google Shape;1381;p18"/>
            <p:cNvGrpSpPr/>
            <p:nvPr/>
          </p:nvGrpSpPr>
          <p:grpSpPr>
            <a:xfrm>
              <a:off x="8346273" y="1183592"/>
              <a:ext cx="568486" cy="388014"/>
              <a:chOff x="8346273" y="1183592"/>
              <a:chExt cx="568486" cy="388014"/>
            </a:xfrm>
          </p:grpSpPr>
          <p:sp>
            <p:nvSpPr>
              <p:cNvPr id="1382" name="Google Shape;1382;p18"/>
              <p:cNvSpPr/>
              <p:nvPr/>
            </p:nvSpPr>
            <p:spPr>
              <a:xfrm>
                <a:off x="8346273" y="1263367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18"/>
              <p:cNvSpPr/>
              <p:nvPr/>
            </p:nvSpPr>
            <p:spPr>
              <a:xfrm>
                <a:off x="8346273" y="1183592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4" name="Google Shape;1384;p18"/>
            <p:cNvGrpSpPr/>
            <p:nvPr/>
          </p:nvGrpSpPr>
          <p:grpSpPr>
            <a:xfrm>
              <a:off x="8341543" y="606635"/>
              <a:ext cx="569676" cy="388014"/>
              <a:chOff x="8341543" y="606635"/>
              <a:chExt cx="569676" cy="388014"/>
            </a:xfrm>
          </p:grpSpPr>
          <p:sp>
            <p:nvSpPr>
              <p:cNvPr id="1385" name="Google Shape;1385;p18"/>
              <p:cNvSpPr/>
              <p:nvPr/>
            </p:nvSpPr>
            <p:spPr>
              <a:xfrm>
                <a:off x="8341543" y="686410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18"/>
              <p:cNvSpPr/>
              <p:nvPr/>
            </p:nvSpPr>
            <p:spPr>
              <a:xfrm>
                <a:off x="8341543" y="606635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7" name="Google Shape;1387;p18"/>
            <p:cNvGrpSpPr/>
            <p:nvPr/>
          </p:nvGrpSpPr>
          <p:grpSpPr>
            <a:xfrm>
              <a:off x="8341543" y="2842933"/>
              <a:ext cx="569676" cy="380612"/>
              <a:chOff x="8341543" y="2282008"/>
              <a:chExt cx="569676" cy="380612"/>
            </a:xfrm>
          </p:grpSpPr>
          <p:sp>
            <p:nvSpPr>
              <p:cNvPr id="1388" name="Google Shape;1388;p18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18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90" name="Google Shape;1390;p18"/>
            <p:cNvGrpSpPr/>
            <p:nvPr/>
          </p:nvGrpSpPr>
          <p:grpSpPr>
            <a:xfrm>
              <a:off x="8341543" y="3403858"/>
              <a:ext cx="569676" cy="380612"/>
              <a:chOff x="8341543" y="2282008"/>
              <a:chExt cx="569676" cy="380612"/>
            </a:xfrm>
          </p:grpSpPr>
          <p:sp>
            <p:nvSpPr>
              <p:cNvPr id="1391" name="Google Shape;1391;p18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18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93" name="Google Shape;1393;p18"/>
            <p:cNvSpPr/>
            <p:nvPr/>
          </p:nvSpPr>
          <p:spPr>
            <a:xfrm>
              <a:off x="8341543" y="4367943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18"/>
            <p:cNvSpPr/>
            <p:nvPr/>
          </p:nvSpPr>
          <p:spPr>
            <a:xfrm>
              <a:off x="395894" y="219519"/>
              <a:ext cx="8053438" cy="4788281"/>
            </a:xfrm>
            <a:custGeom>
              <a:avLst/>
              <a:gdLst/>
              <a:ahLst/>
              <a:cxnLst/>
              <a:rect l="l" t="t" r="r" b="b"/>
              <a:pathLst>
                <a:path w="257093" h="146846" extrusionOk="0">
                  <a:moveTo>
                    <a:pt x="7146" y="1"/>
                  </a:moveTo>
                  <a:cubicBezTo>
                    <a:pt x="3177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177" y="146845"/>
                    <a:pt x="7146" y="146845"/>
                  </a:cubicBezTo>
                  <a:lnTo>
                    <a:pt x="249947" y="146845"/>
                  </a:lnTo>
                  <a:cubicBezTo>
                    <a:pt x="253879" y="146845"/>
                    <a:pt x="257093" y="143632"/>
                    <a:pt x="257093" y="139700"/>
                  </a:cubicBezTo>
                  <a:lnTo>
                    <a:pt x="257093" y="7146"/>
                  </a:lnTo>
                  <a:cubicBezTo>
                    <a:pt x="257093" y="3214"/>
                    <a:pt x="253879" y="1"/>
                    <a:pt x="2499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5" name="Google Shape;1395;p18"/>
          <p:cNvSpPr/>
          <p:nvPr/>
        </p:nvSpPr>
        <p:spPr>
          <a:xfrm>
            <a:off x="546317" y="9419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6" name="Google Shape;1396;p18"/>
          <p:cNvSpPr/>
          <p:nvPr/>
        </p:nvSpPr>
        <p:spPr>
          <a:xfrm>
            <a:off x="281025" y="966589"/>
            <a:ext cx="324527" cy="82660"/>
          </a:xfrm>
          <a:custGeom>
            <a:avLst/>
            <a:gdLst/>
            <a:ahLst/>
            <a:cxnLst/>
            <a:rect l="l" t="t" r="r" b="b"/>
            <a:pathLst>
              <a:path w="10360" h="2535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7" name="Google Shape;1397;p18"/>
          <p:cNvSpPr/>
          <p:nvPr/>
        </p:nvSpPr>
        <p:spPr>
          <a:xfrm>
            <a:off x="304707" y="104921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8" name="Google Shape;1398;p18"/>
          <p:cNvSpPr/>
          <p:nvPr/>
        </p:nvSpPr>
        <p:spPr>
          <a:xfrm>
            <a:off x="605521" y="10072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9" name="Google Shape;1399;p18"/>
          <p:cNvSpPr/>
          <p:nvPr/>
        </p:nvSpPr>
        <p:spPr>
          <a:xfrm>
            <a:off x="546317" y="1298240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3"/>
                  <a:pt x="1286" y="4083"/>
                </a:cubicBezTo>
                <a:cubicBezTo>
                  <a:pt x="1966" y="4083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0" name="Google Shape;1400;p18"/>
          <p:cNvSpPr/>
          <p:nvPr/>
        </p:nvSpPr>
        <p:spPr>
          <a:xfrm>
            <a:off x="281025" y="132413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8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28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1" name="Google Shape;1401;p18"/>
          <p:cNvSpPr/>
          <p:nvPr/>
        </p:nvSpPr>
        <p:spPr>
          <a:xfrm>
            <a:off x="304707" y="14054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2" name="Google Shape;1402;p18"/>
          <p:cNvSpPr/>
          <p:nvPr/>
        </p:nvSpPr>
        <p:spPr>
          <a:xfrm>
            <a:off x="605521" y="136479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3" name="Google Shape;1403;p18"/>
          <p:cNvSpPr/>
          <p:nvPr/>
        </p:nvSpPr>
        <p:spPr>
          <a:xfrm>
            <a:off x="282216" y="133521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lnTo>
                  <a:pt x="10057" y="0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3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78" y="2118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4" name="Google Shape;1404;p18"/>
          <p:cNvSpPr/>
          <p:nvPr/>
        </p:nvSpPr>
        <p:spPr>
          <a:xfrm>
            <a:off x="546317" y="165574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04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04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5" name="Google Shape;1405;p18"/>
          <p:cNvSpPr/>
          <p:nvPr/>
        </p:nvSpPr>
        <p:spPr>
          <a:xfrm>
            <a:off x="281025" y="1680400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6" name="Google Shape;1406;p18"/>
          <p:cNvSpPr/>
          <p:nvPr/>
        </p:nvSpPr>
        <p:spPr>
          <a:xfrm>
            <a:off x="304707" y="1761756"/>
            <a:ext cx="32014" cy="1272"/>
          </a:xfrm>
          <a:custGeom>
            <a:avLst/>
            <a:gdLst/>
            <a:ahLst/>
            <a:cxnLst/>
            <a:rect l="l" t="t" r="r" b="b"/>
            <a:pathLst>
              <a:path w="1022" h="39" extrusionOk="0">
                <a:moveTo>
                  <a:pt x="1021" y="39"/>
                </a:moveTo>
                <a:lnTo>
                  <a:pt x="38" y="39"/>
                </a:lnTo>
                <a:cubicBezTo>
                  <a:pt x="38" y="39"/>
                  <a:pt x="38" y="39"/>
                  <a:pt x="38" y="39"/>
                </a:cubicBezTo>
                <a:cubicBezTo>
                  <a:pt x="38" y="39"/>
                  <a:pt x="38" y="39"/>
                  <a:pt x="38" y="39"/>
                </a:cubicBezTo>
                <a:lnTo>
                  <a:pt x="1021" y="39"/>
                </a:lnTo>
                <a:lnTo>
                  <a:pt x="102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cubicBezTo>
                  <a:pt x="1" y="39"/>
                  <a:pt x="1" y="39"/>
                  <a:pt x="1" y="1"/>
                </a:cubicBezTo>
                <a:cubicBezTo>
                  <a:pt x="1" y="39"/>
                  <a:pt x="1" y="39"/>
                  <a:pt x="1" y="39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7" name="Google Shape;1407;p18"/>
          <p:cNvSpPr/>
          <p:nvPr/>
        </p:nvSpPr>
        <p:spPr>
          <a:xfrm>
            <a:off x="605521" y="17210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8" name="Google Shape;1408;p18"/>
          <p:cNvSpPr/>
          <p:nvPr/>
        </p:nvSpPr>
        <p:spPr>
          <a:xfrm>
            <a:off x="282216" y="169148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03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38"/>
                  <a:pt x="0" y="1249"/>
                </a:cubicBezTo>
                <a:lnTo>
                  <a:pt x="0" y="1249"/>
                </a:lnTo>
                <a:cubicBezTo>
                  <a:pt x="76" y="1740"/>
                  <a:pt x="340" y="2156"/>
                  <a:pt x="719" y="2156"/>
                </a:cubicBezTo>
                <a:cubicBezTo>
                  <a:pt x="719" y="2194"/>
                  <a:pt x="719" y="2194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08"/>
                </a:cubicBez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9" name="Google Shape;1409;p18"/>
          <p:cNvSpPr/>
          <p:nvPr/>
        </p:nvSpPr>
        <p:spPr>
          <a:xfrm>
            <a:off x="546317" y="2012018"/>
            <a:ext cx="79378" cy="133202"/>
          </a:xfrm>
          <a:custGeom>
            <a:avLst/>
            <a:gdLst/>
            <a:ahLst/>
            <a:cxnLst/>
            <a:rect l="l" t="t" r="r" b="b"/>
            <a:pathLst>
              <a:path w="2534" h="4085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77"/>
                  <a:pt x="567" y="4084"/>
                  <a:pt x="1286" y="4084"/>
                </a:cubicBezTo>
                <a:cubicBezTo>
                  <a:pt x="1966" y="4084"/>
                  <a:pt x="2533" y="3177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0" name="Google Shape;1410;p18"/>
          <p:cNvSpPr/>
          <p:nvPr/>
        </p:nvSpPr>
        <p:spPr>
          <a:xfrm>
            <a:off x="281025" y="203790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1" name="Google Shape;1411;p18"/>
          <p:cNvSpPr/>
          <p:nvPr/>
        </p:nvSpPr>
        <p:spPr>
          <a:xfrm>
            <a:off x="304707" y="211929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2" name="Google Shape;1412;p18"/>
          <p:cNvSpPr/>
          <p:nvPr/>
        </p:nvSpPr>
        <p:spPr>
          <a:xfrm>
            <a:off x="605521" y="207736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3" name="Google Shape;1413;p18"/>
          <p:cNvSpPr/>
          <p:nvPr/>
        </p:nvSpPr>
        <p:spPr>
          <a:xfrm>
            <a:off x="282216" y="204902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76"/>
                  <a:pt x="10095" y="189"/>
                  <a:pt x="10095" y="303"/>
                </a:cubicBezTo>
                <a:cubicBezTo>
                  <a:pt x="10095" y="983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10"/>
                </a:cubicBezTo>
                <a:lnTo>
                  <a:pt x="0" y="1210"/>
                </a:lnTo>
                <a:cubicBezTo>
                  <a:pt x="76" y="1739"/>
                  <a:pt x="340" y="2117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lnTo>
                  <a:pt x="10322" y="870"/>
                </a:ln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4" name="Google Shape;1414;p18"/>
          <p:cNvSpPr/>
          <p:nvPr/>
        </p:nvSpPr>
        <p:spPr>
          <a:xfrm>
            <a:off x="546317" y="236956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04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04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5" name="Google Shape;1415;p18"/>
          <p:cNvSpPr/>
          <p:nvPr/>
        </p:nvSpPr>
        <p:spPr>
          <a:xfrm>
            <a:off x="281025" y="2394211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66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66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6" name="Google Shape;1416;p18"/>
          <p:cNvSpPr/>
          <p:nvPr/>
        </p:nvSpPr>
        <p:spPr>
          <a:xfrm>
            <a:off x="304707" y="247556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7" name="Google Shape;1417;p18"/>
          <p:cNvSpPr/>
          <p:nvPr/>
        </p:nvSpPr>
        <p:spPr>
          <a:xfrm>
            <a:off x="605521" y="243487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8" name="Google Shape;1418;p18"/>
          <p:cNvSpPr/>
          <p:nvPr/>
        </p:nvSpPr>
        <p:spPr>
          <a:xfrm>
            <a:off x="282216" y="240529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4"/>
                  <a:pt x="10095" y="189"/>
                  <a:pt x="10095" y="303"/>
                </a:cubicBezTo>
                <a:cubicBezTo>
                  <a:pt x="10095" y="1021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626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9" name="Google Shape;1419;p18"/>
          <p:cNvSpPr/>
          <p:nvPr/>
        </p:nvSpPr>
        <p:spPr>
          <a:xfrm>
            <a:off x="546317" y="272582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0" name="Google Shape;1420;p18"/>
          <p:cNvSpPr/>
          <p:nvPr/>
        </p:nvSpPr>
        <p:spPr>
          <a:xfrm>
            <a:off x="281025" y="2751719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30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30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1" name="Google Shape;1421;p18"/>
          <p:cNvSpPr/>
          <p:nvPr/>
        </p:nvSpPr>
        <p:spPr>
          <a:xfrm>
            <a:off x="304707" y="283307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2" name="Google Shape;1422;p18"/>
          <p:cNvSpPr/>
          <p:nvPr/>
        </p:nvSpPr>
        <p:spPr>
          <a:xfrm>
            <a:off x="605521" y="279117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3" name="Google Shape;1423;p18"/>
          <p:cNvSpPr/>
          <p:nvPr/>
        </p:nvSpPr>
        <p:spPr>
          <a:xfrm>
            <a:off x="282216" y="276156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41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75"/>
                  <a:pt x="0" y="1248"/>
                </a:cubicBezTo>
                <a:lnTo>
                  <a:pt x="0" y="1248"/>
                </a:lnTo>
                <a:cubicBezTo>
                  <a:pt x="76" y="1778"/>
                  <a:pt x="340" y="2156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4" name="Google Shape;1424;p18"/>
          <p:cNvSpPr/>
          <p:nvPr/>
        </p:nvSpPr>
        <p:spPr>
          <a:xfrm>
            <a:off x="546317" y="30833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04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04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5" name="Google Shape;1425;p18"/>
          <p:cNvSpPr/>
          <p:nvPr/>
        </p:nvSpPr>
        <p:spPr>
          <a:xfrm>
            <a:off x="281025" y="310798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6" name="Google Shape;1426;p18"/>
          <p:cNvSpPr/>
          <p:nvPr/>
        </p:nvSpPr>
        <p:spPr>
          <a:xfrm>
            <a:off x="304707" y="318937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18"/>
          <p:cNvSpPr/>
          <p:nvPr/>
        </p:nvSpPr>
        <p:spPr>
          <a:xfrm>
            <a:off x="605521" y="31486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8" name="Google Shape;1428;p18"/>
          <p:cNvSpPr/>
          <p:nvPr/>
        </p:nvSpPr>
        <p:spPr>
          <a:xfrm>
            <a:off x="282216" y="311910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3"/>
                  <a:pt x="10095" y="189"/>
                  <a:pt x="10095" y="302"/>
                </a:cubicBezTo>
                <a:cubicBezTo>
                  <a:pt x="10095" y="1021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48"/>
                </a:cubicBezTo>
                <a:lnTo>
                  <a:pt x="0" y="1248"/>
                </a:lnTo>
                <a:cubicBezTo>
                  <a:pt x="76" y="1739"/>
                  <a:pt x="340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9" name="Google Shape;1429;p18"/>
          <p:cNvSpPr/>
          <p:nvPr/>
        </p:nvSpPr>
        <p:spPr>
          <a:xfrm>
            <a:off x="546317" y="343964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42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42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18"/>
          <p:cNvSpPr/>
          <p:nvPr/>
        </p:nvSpPr>
        <p:spPr>
          <a:xfrm>
            <a:off x="281025" y="3465498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30"/>
                  <a:pt x="0" y="1249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9"/>
                </a:cubicBezTo>
                <a:cubicBezTo>
                  <a:pt x="10360" y="530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p18"/>
          <p:cNvSpPr/>
          <p:nvPr/>
        </p:nvSpPr>
        <p:spPr>
          <a:xfrm>
            <a:off x="304707" y="35468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2" name="Google Shape;1432;p18"/>
          <p:cNvSpPr/>
          <p:nvPr/>
        </p:nvSpPr>
        <p:spPr>
          <a:xfrm>
            <a:off x="605521" y="350495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3" name="Google Shape;1433;p18"/>
          <p:cNvSpPr/>
          <p:nvPr/>
        </p:nvSpPr>
        <p:spPr>
          <a:xfrm>
            <a:off x="282216" y="347537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lnTo>
                  <a:pt x="10057" y="0"/>
                </a:ln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4" name="Google Shape;1434;p18"/>
          <p:cNvSpPr/>
          <p:nvPr/>
        </p:nvSpPr>
        <p:spPr>
          <a:xfrm>
            <a:off x="546317" y="3795909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4"/>
                  <a:pt x="1286" y="4084"/>
                </a:cubicBezTo>
                <a:cubicBezTo>
                  <a:pt x="1966" y="4084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5" name="Google Shape;1435;p18"/>
          <p:cNvSpPr/>
          <p:nvPr/>
        </p:nvSpPr>
        <p:spPr>
          <a:xfrm>
            <a:off x="281025" y="382180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6" name="Google Shape;1436;p18"/>
          <p:cNvSpPr/>
          <p:nvPr/>
        </p:nvSpPr>
        <p:spPr>
          <a:xfrm>
            <a:off x="304707" y="390315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7" name="Google Shape;1437;p18"/>
          <p:cNvSpPr/>
          <p:nvPr/>
        </p:nvSpPr>
        <p:spPr>
          <a:xfrm>
            <a:off x="605521" y="38624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8" name="Google Shape;1438;p18"/>
          <p:cNvSpPr/>
          <p:nvPr/>
        </p:nvSpPr>
        <p:spPr>
          <a:xfrm>
            <a:off x="282216" y="3832886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1"/>
                </a:moveTo>
                <a:lnTo>
                  <a:pt x="10057" y="1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4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40" y="2118"/>
                  <a:pt x="719" y="2156"/>
                </a:cubicBezTo>
                <a:lnTo>
                  <a:pt x="9528" y="2156"/>
                </a:lnTo>
                <a:cubicBezTo>
                  <a:pt x="9981" y="2156"/>
                  <a:pt x="10322" y="1589"/>
                  <a:pt x="10322" y="908"/>
                </a:cubicBezTo>
                <a:cubicBezTo>
                  <a:pt x="10322" y="530"/>
                  <a:pt x="10208" y="227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9" name="Google Shape;1439;p18"/>
          <p:cNvSpPr/>
          <p:nvPr/>
        </p:nvSpPr>
        <p:spPr>
          <a:xfrm>
            <a:off x="546317" y="415341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0" name="Google Shape;1440;p18"/>
          <p:cNvSpPr/>
          <p:nvPr/>
        </p:nvSpPr>
        <p:spPr>
          <a:xfrm>
            <a:off x="281025" y="4178069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1" name="Google Shape;1441;p18"/>
          <p:cNvSpPr/>
          <p:nvPr/>
        </p:nvSpPr>
        <p:spPr>
          <a:xfrm>
            <a:off x="304707" y="4260664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2" name="Google Shape;1442;p18"/>
          <p:cNvSpPr/>
          <p:nvPr/>
        </p:nvSpPr>
        <p:spPr>
          <a:xfrm>
            <a:off x="605521" y="421876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3" name="Google Shape;1443;p18"/>
          <p:cNvSpPr/>
          <p:nvPr/>
        </p:nvSpPr>
        <p:spPr>
          <a:xfrm>
            <a:off x="282216" y="4189188"/>
            <a:ext cx="323337" cy="71508"/>
          </a:xfrm>
          <a:custGeom>
            <a:avLst/>
            <a:gdLst/>
            <a:ahLst/>
            <a:cxnLst/>
            <a:rect l="l" t="t" r="r" b="b"/>
            <a:pathLst>
              <a:path w="10322" h="2193" extrusionOk="0">
                <a:moveTo>
                  <a:pt x="10057" y="0"/>
                </a:moveTo>
                <a:lnTo>
                  <a:pt x="10057" y="0"/>
                </a:lnTo>
                <a:cubicBezTo>
                  <a:pt x="10095" y="113"/>
                  <a:pt x="10095" y="227"/>
                  <a:pt x="10095" y="340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7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4" name="Google Shape;1444;p18"/>
          <p:cNvSpPr/>
          <p:nvPr/>
        </p:nvSpPr>
        <p:spPr>
          <a:xfrm>
            <a:off x="282216" y="97770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8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5" name="Google Shape;1445;p18"/>
          <p:cNvSpPr/>
          <p:nvPr/>
        </p:nvSpPr>
        <p:spPr>
          <a:xfrm>
            <a:off x="228900" y="135685"/>
            <a:ext cx="794715" cy="686714"/>
          </a:xfrm>
          <a:custGeom>
            <a:avLst/>
            <a:gdLst/>
            <a:ahLst/>
            <a:cxnLst/>
            <a:rect l="l" t="t" r="r" b="b"/>
            <a:pathLst>
              <a:path w="25370" h="21060" extrusionOk="0">
                <a:moveTo>
                  <a:pt x="20833" y="1"/>
                </a:moveTo>
                <a:lnTo>
                  <a:pt x="1" y="14443"/>
                </a:lnTo>
                <a:cubicBezTo>
                  <a:pt x="1" y="14443"/>
                  <a:pt x="1097" y="14443"/>
                  <a:pt x="1513" y="14972"/>
                </a:cubicBezTo>
                <a:cubicBezTo>
                  <a:pt x="1891" y="15540"/>
                  <a:pt x="1551" y="16371"/>
                  <a:pt x="1551" y="16371"/>
                </a:cubicBezTo>
                <a:cubicBezTo>
                  <a:pt x="1551" y="16371"/>
                  <a:pt x="2647" y="16371"/>
                  <a:pt x="3063" y="16938"/>
                </a:cubicBezTo>
                <a:cubicBezTo>
                  <a:pt x="3479" y="17543"/>
                  <a:pt x="3139" y="18867"/>
                  <a:pt x="3139" y="18867"/>
                </a:cubicBezTo>
                <a:cubicBezTo>
                  <a:pt x="3139" y="18867"/>
                  <a:pt x="4349" y="19018"/>
                  <a:pt x="4613" y="19396"/>
                </a:cubicBezTo>
                <a:cubicBezTo>
                  <a:pt x="4878" y="19774"/>
                  <a:pt x="4727" y="21060"/>
                  <a:pt x="4727" y="21060"/>
                </a:cubicBezTo>
                <a:lnTo>
                  <a:pt x="25370" y="6768"/>
                </a:lnTo>
                <a:cubicBezTo>
                  <a:pt x="23442" y="6579"/>
                  <a:pt x="23782" y="4575"/>
                  <a:pt x="23782" y="4575"/>
                </a:cubicBezTo>
                <a:cubicBezTo>
                  <a:pt x="23782" y="4575"/>
                  <a:pt x="22912" y="4235"/>
                  <a:pt x="22459" y="3819"/>
                </a:cubicBezTo>
                <a:cubicBezTo>
                  <a:pt x="22043" y="3403"/>
                  <a:pt x="22345" y="2156"/>
                  <a:pt x="22345" y="2156"/>
                </a:cubicBezTo>
                <a:cubicBezTo>
                  <a:pt x="22345" y="2156"/>
                  <a:pt x="21173" y="2118"/>
                  <a:pt x="20795" y="1626"/>
                </a:cubicBezTo>
                <a:cubicBezTo>
                  <a:pt x="20455" y="1135"/>
                  <a:pt x="20833" y="1"/>
                  <a:pt x="2083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46" name="Google Shape;1446;p18"/>
          <p:cNvGrpSpPr/>
          <p:nvPr/>
        </p:nvGrpSpPr>
        <p:grpSpPr>
          <a:xfrm>
            <a:off x="1063250" y="831175"/>
            <a:ext cx="444275" cy="398525"/>
            <a:chOff x="2495125" y="2142250"/>
            <a:chExt cx="444275" cy="398525"/>
          </a:xfrm>
        </p:grpSpPr>
        <p:sp>
          <p:nvSpPr>
            <p:cNvPr id="1447" name="Google Shape;1447;p18"/>
            <p:cNvSpPr/>
            <p:nvPr/>
          </p:nvSpPr>
          <p:spPr>
            <a:xfrm>
              <a:off x="2495125" y="2142250"/>
              <a:ext cx="444275" cy="398525"/>
            </a:xfrm>
            <a:custGeom>
              <a:avLst/>
              <a:gdLst/>
              <a:ahLst/>
              <a:cxnLst/>
              <a:rect l="l" t="t" r="r" b="b"/>
              <a:pathLst>
                <a:path w="17771" h="15941" extrusionOk="0">
                  <a:moveTo>
                    <a:pt x="6542" y="6116"/>
                  </a:moveTo>
                  <a:cubicBezTo>
                    <a:pt x="4437" y="1154"/>
                    <a:pt x="10201" y="1"/>
                    <a:pt x="9224" y="5866"/>
                  </a:cubicBezTo>
                  <a:cubicBezTo>
                    <a:pt x="11780" y="1003"/>
                    <a:pt x="16367" y="6718"/>
                    <a:pt x="10452" y="8021"/>
                  </a:cubicBezTo>
                  <a:cubicBezTo>
                    <a:pt x="17770" y="9525"/>
                    <a:pt x="12382" y="15139"/>
                    <a:pt x="9600" y="9976"/>
                  </a:cubicBezTo>
                  <a:cubicBezTo>
                    <a:pt x="11204" y="15891"/>
                    <a:pt x="5941" y="15941"/>
                    <a:pt x="7068" y="10252"/>
                  </a:cubicBezTo>
                  <a:cubicBezTo>
                    <a:pt x="4662" y="15565"/>
                    <a:pt x="1" y="11555"/>
                    <a:pt x="5414" y="8597"/>
                  </a:cubicBezTo>
                  <a:cubicBezTo>
                    <a:pt x="276" y="8597"/>
                    <a:pt x="1830" y="2031"/>
                    <a:pt x="6542" y="6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18"/>
            <p:cNvSpPr/>
            <p:nvPr/>
          </p:nvSpPr>
          <p:spPr>
            <a:xfrm>
              <a:off x="2655525" y="2307050"/>
              <a:ext cx="94650" cy="73325"/>
            </a:xfrm>
            <a:custGeom>
              <a:avLst/>
              <a:gdLst/>
              <a:ahLst/>
              <a:cxnLst/>
              <a:rect l="l" t="t" r="r" b="b"/>
              <a:pathLst>
                <a:path w="3786" h="2933" extrusionOk="0">
                  <a:moveTo>
                    <a:pt x="1906" y="0"/>
                  </a:moveTo>
                  <a:cubicBezTo>
                    <a:pt x="1" y="0"/>
                    <a:pt x="1" y="2933"/>
                    <a:pt x="1906" y="2933"/>
                  </a:cubicBezTo>
                  <a:cubicBezTo>
                    <a:pt x="3785" y="2933"/>
                    <a:pt x="3785" y="0"/>
                    <a:pt x="19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9" name="Google Shape;1449;p18"/>
          <p:cNvGrpSpPr/>
          <p:nvPr/>
        </p:nvGrpSpPr>
        <p:grpSpPr>
          <a:xfrm>
            <a:off x="7814250" y="4463750"/>
            <a:ext cx="291375" cy="281375"/>
            <a:chOff x="3243875" y="2372825"/>
            <a:chExt cx="291375" cy="281375"/>
          </a:xfrm>
        </p:grpSpPr>
        <p:sp>
          <p:nvSpPr>
            <p:cNvPr id="1450" name="Google Shape;1450;p18"/>
            <p:cNvSpPr/>
            <p:nvPr/>
          </p:nvSpPr>
          <p:spPr>
            <a:xfrm>
              <a:off x="3287125" y="2403550"/>
              <a:ext cx="205525" cy="200525"/>
            </a:xfrm>
            <a:custGeom>
              <a:avLst/>
              <a:gdLst/>
              <a:ahLst/>
              <a:cxnLst/>
              <a:rect l="l" t="t" r="r" b="b"/>
              <a:pathLst>
                <a:path w="8221" h="8021" fill="none" extrusionOk="0">
                  <a:moveTo>
                    <a:pt x="8221" y="0"/>
                  </a:moveTo>
                  <a:cubicBezTo>
                    <a:pt x="5765" y="2982"/>
                    <a:pt x="2807" y="5338"/>
                    <a:pt x="0" y="802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18"/>
            <p:cNvSpPr/>
            <p:nvPr/>
          </p:nvSpPr>
          <p:spPr>
            <a:xfrm>
              <a:off x="3304025" y="2403550"/>
              <a:ext cx="191125" cy="210550"/>
            </a:xfrm>
            <a:custGeom>
              <a:avLst/>
              <a:gdLst/>
              <a:ahLst/>
              <a:cxnLst/>
              <a:rect l="l" t="t" r="r" b="b"/>
              <a:pathLst>
                <a:path w="7645" h="8422" fill="none" extrusionOk="0">
                  <a:moveTo>
                    <a:pt x="1" y="0"/>
                  </a:moveTo>
                  <a:cubicBezTo>
                    <a:pt x="1404" y="1830"/>
                    <a:pt x="3159" y="3409"/>
                    <a:pt x="4738" y="5088"/>
                  </a:cubicBezTo>
                  <a:cubicBezTo>
                    <a:pt x="6066" y="6491"/>
                    <a:pt x="6292" y="6993"/>
                    <a:pt x="7645" y="842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18"/>
            <p:cNvSpPr/>
            <p:nvPr/>
          </p:nvSpPr>
          <p:spPr>
            <a:xfrm>
              <a:off x="3396775" y="2372825"/>
              <a:ext cx="10675" cy="281375"/>
            </a:xfrm>
            <a:custGeom>
              <a:avLst/>
              <a:gdLst/>
              <a:ahLst/>
              <a:cxnLst/>
              <a:rect l="l" t="t" r="r" b="b"/>
              <a:pathLst>
                <a:path w="427" h="11255" fill="none" extrusionOk="0">
                  <a:moveTo>
                    <a:pt x="150" y="1"/>
                  </a:moveTo>
                  <a:cubicBezTo>
                    <a:pt x="75" y="2507"/>
                    <a:pt x="426" y="5013"/>
                    <a:pt x="150" y="7470"/>
                  </a:cubicBezTo>
                  <a:cubicBezTo>
                    <a:pt x="25" y="8798"/>
                    <a:pt x="0" y="9951"/>
                    <a:pt x="0" y="11254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18"/>
            <p:cNvSpPr/>
            <p:nvPr/>
          </p:nvSpPr>
          <p:spPr>
            <a:xfrm>
              <a:off x="3243875" y="2495650"/>
              <a:ext cx="285125" cy="10675"/>
            </a:xfrm>
            <a:custGeom>
              <a:avLst/>
              <a:gdLst/>
              <a:ahLst/>
              <a:cxnLst/>
              <a:rect l="l" t="t" r="r" b="b"/>
              <a:pathLst>
                <a:path w="11405" h="427" fill="none" extrusionOk="0">
                  <a:moveTo>
                    <a:pt x="11404" y="426"/>
                  </a:moveTo>
                  <a:cubicBezTo>
                    <a:pt x="7495" y="0"/>
                    <a:pt x="3886" y="201"/>
                    <a:pt x="1" y="5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18"/>
            <p:cNvSpPr/>
            <p:nvPr/>
          </p:nvSpPr>
          <p:spPr>
            <a:xfrm>
              <a:off x="3340375" y="2379100"/>
              <a:ext cx="104650" cy="267575"/>
            </a:xfrm>
            <a:custGeom>
              <a:avLst/>
              <a:gdLst/>
              <a:ahLst/>
              <a:cxnLst/>
              <a:rect l="l" t="t" r="r" b="b"/>
              <a:pathLst>
                <a:path w="4186" h="10703" fill="none" extrusionOk="0">
                  <a:moveTo>
                    <a:pt x="0" y="1"/>
                  </a:moveTo>
                  <a:cubicBezTo>
                    <a:pt x="1780" y="3409"/>
                    <a:pt x="2833" y="7043"/>
                    <a:pt x="4186" y="1070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18"/>
            <p:cNvSpPr/>
            <p:nvPr/>
          </p:nvSpPr>
          <p:spPr>
            <a:xfrm>
              <a:off x="3267075" y="2458675"/>
              <a:ext cx="268175" cy="94000"/>
            </a:xfrm>
            <a:custGeom>
              <a:avLst/>
              <a:gdLst/>
              <a:ahLst/>
              <a:cxnLst/>
              <a:rect l="l" t="t" r="r" b="b"/>
              <a:pathLst>
                <a:path w="10727" h="3760" fill="none" extrusionOk="0">
                  <a:moveTo>
                    <a:pt x="0" y="3760"/>
                  </a:moveTo>
                  <a:cubicBezTo>
                    <a:pt x="2231" y="3184"/>
                    <a:pt x="4361" y="2181"/>
                    <a:pt x="6516" y="1379"/>
                  </a:cubicBezTo>
                  <a:cubicBezTo>
                    <a:pt x="8346" y="702"/>
                    <a:pt x="8897" y="677"/>
                    <a:pt x="10727" y="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18"/>
            <p:cNvSpPr/>
            <p:nvPr/>
          </p:nvSpPr>
          <p:spPr>
            <a:xfrm>
              <a:off x="3276475" y="2451775"/>
              <a:ext cx="257525" cy="112825"/>
            </a:xfrm>
            <a:custGeom>
              <a:avLst/>
              <a:gdLst/>
              <a:ahLst/>
              <a:cxnLst/>
              <a:rect l="l" t="t" r="r" b="b"/>
              <a:pathLst>
                <a:path w="10301" h="4513" fill="none" extrusionOk="0">
                  <a:moveTo>
                    <a:pt x="0" y="1"/>
                  </a:moveTo>
                  <a:cubicBezTo>
                    <a:pt x="2281" y="1028"/>
                    <a:pt x="4712" y="1680"/>
                    <a:pt x="6867" y="2908"/>
                  </a:cubicBezTo>
                  <a:cubicBezTo>
                    <a:pt x="8045" y="3535"/>
                    <a:pt x="9098" y="4011"/>
                    <a:pt x="10301" y="451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18"/>
            <p:cNvSpPr/>
            <p:nvPr/>
          </p:nvSpPr>
          <p:spPr>
            <a:xfrm>
              <a:off x="3329100" y="2385375"/>
              <a:ext cx="120325" cy="258800"/>
            </a:xfrm>
            <a:custGeom>
              <a:avLst/>
              <a:gdLst/>
              <a:ahLst/>
              <a:cxnLst/>
              <a:rect l="l" t="t" r="r" b="b"/>
              <a:pathLst>
                <a:path w="4813" h="10352" fill="none" extrusionOk="0">
                  <a:moveTo>
                    <a:pt x="4812" y="0"/>
                  </a:moveTo>
                  <a:cubicBezTo>
                    <a:pt x="2883" y="3434"/>
                    <a:pt x="1654" y="6842"/>
                    <a:pt x="0" y="1035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18"/>
            <p:cNvSpPr/>
            <p:nvPr/>
          </p:nvSpPr>
          <p:spPr>
            <a:xfrm>
              <a:off x="3327850" y="2438625"/>
              <a:ext cx="133475" cy="132850"/>
            </a:xfrm>
            <a:custGeom>
              <a:avLst/>
              <a:gdLst/>
              <a:ahLst/>
              <a:cxnLst/>
              <a:rect l="l" t="t" r="r" b="b"/>
              <a:pathLst>
                <a:path w="5339" h="5314" extrusionOk="0">
                  <a:moveTo>
                    <a:pt x="4887" y="1830"/>
                  </a:moveTo>
                  <a:cubicBezTo>
                    <a:pt x="5339" y="3058"/>
                    <a:pt x="4712" y="4412"/>
                    <a:pt x="3484" y="4863"/>
                  </a:cubicBezTo>
                  <a:cubicBezTo>
                    <a:pt x="2281" y="5314"/>
                    <a:pt x="928" y="4687"/>
                    <a:pt x="451" y="3484"/>
                  </a:cubicBezTo>
                  <a:cubicBezTo>
                    <a:pt x="0" y="2256"/>
                    <a:pt x="627" y="903"/>
                    <a:pt x="1855" y="452"/>
                  </a:cubicBezTo>
                  <a:cubicBezTo>
                    <a:pt x="3058" y="1"/>
                    <a:pt x="4411" y="602"/>
                    <a:pt x="4887" y="183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18"/>
            <p:cNvSpPr/>
            <p:nvPr/>
          </p:nvSpPr>
          <p:spPr>
            <a:xfrm>
              <a:off x="3358550" y="2469325"/>
              <a:ext cx="72075" cy="71450"/>
            </a:xfrm>
            <a:custGeom>
              <a:avLst/>
              <a:gdLst/>
              <a:ahLst/>
              <a:cxnLst/>
              <a:rect l="l" t="t" r="r" b="b"/>
              <a:pathLst>
                <a:path w="2883" h="2858" extrusionOk="0">
                  <a:moveTo>
                    <a:pt x="2632" y="978"/>
                  </a:moveTo>
                  <a:cubicBezTo>
                    <a:pt x="2882" y="1630"/>
                    <a:pt x="2532" y="2382"/>
                    <a:pt x="1880" y="2607"/>
                  </a:cubicBezTo>
                  <a:cubicBezTo>
                    <a:pt x="1228" y="2858"/>
                    <a:pt x="502" y="2532"/>
                    <a:pt x="251" y="1880"/>
                  </a:cubicBezTo>
                  <a:cubicBezTo>
                    <a:pt x="0" y="1204"/>
                    <a:pt x="326" y="477"/>
                    <a:pt x="1003" y="226"/>
                  </a:cubicBezTo>
                  <a:cubicBezTo>
                    <a:pt x="1654" y="1"/>
                    <a:pt x="2381" y="326"/>
                    <a:pt x="2632" y="9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0" name="Google Shape;1460;p18"/>
          <p:cNvGrpSpPr/>
          <p:nvPr/>
        </p:nvGrpSpPr>
        <p:grpSpPr>
          <a:xfrm>
            <a:off x="7553550" y="700850"/>
            <a:ext cx="166675" cy="168575"/>
            <a:chOff x="4954425" y="2036375"/>
            <a:chExt cx="166675" cy="168575"/>
          </a:xfrm>
        </p:grpSpPr>
        <p:sp>
          <p:nvSpPr>
            <p:cNvPr id="1461" name="Google Shape;1461;p18"/>
            <p:cNvSpPr/>
            <p:nvPr/>
          </p:nvSpPr>
          <p:spPr>
            <a:xfrm>
              <a:off x="4954425" y="2036375"/>
              <a:ext cx="166675" cy="168575"/>
            </a:xfrm>
            <a:custGeom>
              <a:avLst/>
              <a:gdLst/>
              <a:ahLst/>
              <a:cxnLst/>
              <a:rect l="l" t="t" r="r" b="b"/>
              <a:pathLst>
                <a:path w="6667" h="6743" extrusionOk="0">
                  <a:moveTo>
                    <a:pt x="1930" y="3584"/>
                  </a:moveTo>
                  <a:cubicBezTo>
                    <a:pt x="0" y="2882"/>
                    <a:pt x="1529" y="1178"/>
                    <a:pt x="2607" y="2306"/>
                  </a:cubicBezTo>
                  <a:cubicBezTo>
                    <a:pt x="2231" y="0"/>
                    <a:pt x="4712" y="802"/>
                    <a:pt x="3935" y="2406"/>
                  </a:cubicBezTo>
                  <a:cubicBezTo>
                    <a:pt x="5088" y="877"/>
                    <a:pt x="6667" y="2506"/>
                    <a:pt x="4812" y="3384"/>
                  </a:cubicBezTo>
                  <a:cubicBezTo>
                    <a:pt x="6617" y="3885"/>
                    <a:pt x="5940" y="5464"/>
                    <a:pt x="4386" y="4837"/>
                  </a:cubicBezTo>
                  <a:cubicBezTo>
                    <a:pt x="4386" y="6742"/>
                    <a:pt x="2431" y="6517"/>
                    <a:pt x="2757" y="4787"/>
                  </a:cubicBezTo>
                  <a:cubicBezTo>
                    <a:pt x="1203" y="6141"/>
                    <a:pt x="151" y="4311"/>
                    <a:pt x="1930" y="3584"/>
                  </a:cubicBezTo>
                  <a:cubicBezTo>
                    <a:pt x="1755" y="3509"/>
                    <a:pt x="1830" y="3634"/>
                    <a:pt x="1930" y="358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18"/>
            <p:cNvSpPr/>
            <p:nvPr/>
          </p:nvSpPr>
          <p:spPr>
            <a:xfrm>
              <a:off x="5008925" y="2104675"/>
              <a:ext cx="52650" cy="40750"/>
            </a:xfrm>
            <a:custGeom>
              <a:avLst/>
              <a:gdLst/>
              <a:ahLst/>
              <a:cxnLst/>
              <a:rect l="l" t="t" r="r" b="b"/>
              <a:pathLst>
                <a:path w="2106" h="1630" extrusionOk="0">
                  <a:moveTo>
                    <a:pt x="1053" y="0"/>
                  </a:moveTo>
                  <a:cubicBezTo>
                    <a:pt x="1" y="0"/>
                    <a:pt x="1" y="1629"/>
                    <a:pt x="1053" y="1629"/>
                  </a:cubicBezTo>
                  <a:cubicBezTo>
                    <a:pt x="2106" y="1629"/>
                    <a:pt x="2106" y="0"/>
                    <a:pt x="10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63" name="Google Shape;1463;p18"/>
          <p:cNvSpPr/>
          <p:nvPr/>
        </p:nvSpPr>
        <p:spPr>
          <a:xfrm>
            <a:off x="1877550" y="539050"/>
            <a:ext cx="119125" cy="81200"/>
          </a:xfrm>
          <a:custGeom>
            <a:avLst/>
            <a:gdLst/>
            <a:ahLst/>
            <a:cxnLst/>
            <a:rect l="l" t="t" r="r" b="b"/>
            <a:pathLst>
              <a:path w="4765" h="3248" extrusionOk="0">
                <a:moveTo>
                  <a:pt x="2253" y="1"/>
                </a:moveTo>
                <a:cubicBezTo>
                  <a:pt x="255" y="1"/>
                  <a:pt x="1" y="2834"/>
                  <a:pt x="2007" y="3221"/>
                </a:cubicBezTo>
                <a:cubicBezTo>
                  <a:pt x="2122" y="3239"/>
                  <a:pt x="2233" y="3248"/>
                  <a:pt x="2340" y="3248"/>
                </a:cubicBezTo>
                <a:cubicBezTo>
                  <a:pt x="4296" y="3248"/>
                  <a:pt x="4764" y="346"/>
                  <a:pt x="2483" y="13"/>
                </a:cubicBezTo>
                <a:cubicBezTo>
                  <a:pt x="2404" y="5"/>
                  <a:pt x="2327" y="1"/>
                  <a:pt x="22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4" name="Google Shape;1464;p18"/>
          <p:cNvSpPr/>
          <p:nvPr/>
        </p:nvSpPr>
        <p:spPr>
          <a:xfrm>
            <a:off x="8218500" y="4065000"/>
            <a:ext cx="87000" cy="61925"/>
          </a:xfrm>
          <a:custGeom>
            <a:avLst/>
            <a:gdLst/>
            <a:ahLst/>
            <a:cxnLst/>
            <a:rect l="l" t="t" r="r" b="b"/>
            <a:pathLst>
              <a:path w="3480" h="2477" extrusionOk="0">
                <a:moveTo>
                  <a:pt x="2112" y="1"/>
                </a:moveTo>
                <a:cubicBezTo>
                  <a:pt x="1992" y="1"/>
                  <a:pt x="1862" y="18"/>
                  <a:pt x="1722" y="57"/>
                </a:cubicBezTo>
                <a:cubicBezTo>
                  <a:pt x="1690" y="55"/>
                  <a:pt x="1659" y="54"/>
                  <a:pt x="1628" y="54"/>
                </a:cubicBezTo>
                <a:cubicBezTo>
                  <a:pt x="35" y="54"/>
                  <a:pt x="1" y="2476"/>
                  <a:pt x="1610" y="2476"/>
                </a:cubicBezTo>
                <a:cubicBezTo>
                  <a:pt x="1678" y="2476"/>
                  <a:pt x="1748" y="2472"/>
                  <a:pt x="1822" y="2463"/>
                </a:cubicBezTo>
                <a:cubicBezTo>
                  <a:pt x="3480" y="2279"/>
                  <a:pt x="3466" y="1"/>
                  <a:pt x="211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10_1_1_1_1_1_1">
    <p:spTree>
      <p:nvGrpSpPr>
        <p:cNvPr id="1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6" name="Google Shape;1466;p19"/>
          <p:cNvGrpSpPr/>
          <p:nvPr/>
        </p:nvGrpSpPr>
        <p:grpSpPr>
          <a:xfrm>
            <a:off x="395894" y="219519"/>
            <a:ext cx="8518865" cy="4788281"/>
            <a:chOff x="395894" y="219519"/>
            <a:chExt cx="8518865" cy="4788281"/>
          </a:xfrm>
        </p:grpSpPr>
        <p:sp>
          <p:nvSpPr>
            <p:cNvPr id="1467" name="Google Shape;1467;p19"/>
            <p:cNvSpPr/>
            <p:nvPr/>
          </p:nvSpPr>
          <p:spPr>
            <a:xfrm>
              <a:off x="661185" y="219519"/>
              <a:ext cx="8068819" cy="4788281"/>
            </a:xfrm>
            <a:custGeom>
              <a:avLst/>
              <a:gdLst/>
              <a:ahLst/>
              <a:cxnLst/>
              <a:rect l="l" t="t" r="r" b="b"/>
              <a:pathLst>
                <a:path w="257584" h="146846" extrusionOk="0">
                  <a:moveTo>
                    <a:pt x="7146" y="1"/>
                  </a:moveTo>
                  <a:cubicBezTo>
                    <a:pt x="3214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214" y="146845"/>
                    <a:pt x="7146" y="146845"/>
                  </a:cubicBezTo>
                  <a:lnTo>
                    <a:pt x="250438" y="146845"/>
                  </a:lnTo>
                  <a:cubicBezTo>
                    <a:pt x="254408" y="146845"/>
                    <a:pt x="257584" y="143632"/>
                    <a:pt x="257584" y="139700"/>
                  </a:cubicBezTo>
                  <a:lnTo>
                    <a:pt x="257584" y="7146"/>
                  </a:lnTo>
                  <a:cubicBezTo>
                    <a:pt x="257584" y="3214"/>
                    <a:pt x="254408" y="1"/>
                    <a:pt x="250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8" name="Google Shape;1468;p19"/>
            <p:cNvGrpSpPr/>
            <p:nvPr/>
          </p:nvGrpSpPr>
          <p:grpSpPr>
            <a:xfrm>
              <a:off x="8341543" y="2282008"/>
              <a:ext cx="569676" cy="380612"/>
              <a:chOff x="8341543" y="2282008"/>
              <a:chExt cx="569676" cy="380612"/>
            </a:xfrm>
          </p:grpSpPr>
          <p:sp>
            <p:nvSpPr>
              <p:cNvPr id="1469" name="Google Shape;1469;p19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19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71" name="Google Shape;1471;p19"/>
            <p:cNvSpPr/>
            <p:nvPr/>
          </p:nvSpPr>
          <p:spPr>
            <a:xfrm>
              <a:off x="8341543" y="4447718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rgbClr val="595959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72" name="Google Shape;1472;p19"/>
            <p:cNvGrpSpPr/>
            <p:nvPr/>
          </p:nvGrpSpPr>
          <p:grpSpPr>
            <a:xfrm>
              <a:off x="8341543" y="1721094"/>
              <a:ext cx="569676" cy="380612"/>
              <a:chOff x="8341543" y="1721094"/>
              <a:chExt cx="569676" cy="380612"/>
            </a:xfrm>
          </p:grpSpPr>
          <p:sp>
            <p:nvSpPr>
              <p:cNvPr id="1473" name="Google Shape;1473;p19"/>
              <p:cNvSpPr/>
              <p:nvPr/>
            </p:nvSpPr>
            <p:spPr>
              <a:xfrm>
                <a:off x="8341543" y="1800869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19"/>
              <p:cNvSpPr/>
              <p:nvPr/>
            </p:nvSpPr>
            <p:spPr>
              <a:xfrm>
                <a:off x="8341543" y="1721094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0"/>
                    </a:moveTo>
                    <a:lnTo>
                      <a:pt x="0" y="9225"/>
                    </a:lnTo>
                    <a:lnTo>
                      <a:pt x="18186" y="9225"/>
                    </a:lnTo>
                    <a:lnTo>
                      <a:pt x="16824" y="4462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75" name="Google Shape;1475;p19"/>
            <p:cNvGrpSpPr/>
            <p:nvPr/>
          </p:nvGrpSpPr>
          <p:grpSpPr>
            <a:xfrm>
              <a:off x="8346273" y="1183592"/>
              <a:ext cx="568486" cy="388014"/>
              <a:chOff x="8346273" y="1183592"/>
              <a:chExt cx="568486" cy="388014"/>
            </a:xfrm>
          </p:grpSpPr>
          <p:sp>
            <p:nvSpPr>
              <p:cNvPr id="1476" name="Google Shape;1476;p19"/>
              <p:cNvSpPr/>
              <p:nvPr/>
            </p:nvSpPr>
            <p:spPr>
              <a:xfrm>
                <a:off x="8346273" y="1263367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19"/>
              <p:cNvSpPr/>
              <p:nvPr/>
            </p:nvSpPr>
            <p:spPr>
              <a:xfrm>
                <a:off x="8346273" y="1183592"/>
                <a:ext cx="56848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48" y="9452"/>
                    </a:lnTo>
                    <a:lnTo>
                      <a:pt x="16787" y="4688"/>
                    </a:lnTo>
                    <a:lnTo>
                      <a:pt x="1814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78" name="Google Shape;1478;p19"/>
            <p:cNvGrpSpPr/>
            <p:nvPr/>
          </p:nvGrpSpPr>
          <p:grpSpPr>
            <a:xfrm>
              <a:off x="8341543" y="606635"/>
              <a:ext cx="569676" cy="388014"/>
              <a:chOff x="8341543" y="606635"/>
              <a:chExt cx="569676" cy="388014"/>
            </a:xfrm>
          </p:grpSpPr>
          <p:sp>
            <p:nvSpPr>
              <p:cNvPr id="1479" name="Google Shape;1479;p19"/>
              <p:cNvSpPr/>
              <p:nvPr/>
            </p:nvSpPr>
            <p:spPr>
              <a:xfrm>
                <a:off x="8341543" y="686410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19"/>
              <p:cNvSpPr/>
              <p:nvPr/>
            </p:nvSpPr>
            <p:spPr>
              <a:xfrm>
                <a:off x="8341543" y="606635"/>
                <a:ext cx="569676" cy="308239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453" extrusionOk="0">
                    <a:moveTo>
                      <a:pt x="0" y="0"/>
                    </a:moveTo>
                    <a:lnTo>
                      <a:pt x="0" y="9452"/>
                    </a:lnTo>
                    <a:lnTo>
                      <a:pt x="18186" y="9452"/>
                    </a:lnTo>
                    <a:lnTo>
                      <a:pt x="16824" y="4613"/>
                    </a:lnTo>
                    <a:lnTo>
                      <a:pt x="1818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1" name="Google Shape;1481;p19"/>
            <p:cNvGrpSpPr/>
            <p:nvPr/>
          </p:nvGrpSpPr>
          <p:grpSpPr>
            <a:xfrm>
              <a:off x="8341543" y="2842933"/>
              <a:ext cx="569676" cy="380612"/>
              <a:chOff x="8341543" y="2282008"/>
              <a:chExt cx="569676" cy="380612"/>
            </a:xfrm>
          </p:grpSpPr>
          <p:sp>
            <p:nvSpPr>
              <p:cNvPr id="1482" name="Google Shape;1482;p19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19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4" name="Google Shape;1484;p19"/>
            <p:cNvGrpSpPr/>
            <p:nvPr/>
          </p:nvGrpSpPr>
          <p:grpSpPr>
            <a:xfrm>
              <a:off x="8341543" y="3403858"/>
              <a:ext cx="569676" cy="380612"/>
              <a:chOff x="8341543" y="2282008"/>
              <a:chExt cx="569676" cy="380612"/>
            </a:xfrm>
          </p:grpSpPr>
          <p:sp>
            <p:nvSpPr>
              <p:cNvPr id="1485" name="Google Shape;1485;p19"/>
              <p:cNvSpPr/>
              <p:nvPr/>
            </p:nvSpPr>
            <p:spPr>
              <a:xfrm>
                <a:off x="8341543" y="2361783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rgbClr val="595959">
                  <a:alpha val="145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19"/>
              <p:cNvSpPr/>
              <p:nvPr/>
            </p:nvSpPr>
            <p:spPr>
              <a:xfrm>
                <a:off x="8341543" y="2282008"/>
                <a:ext cx="569676" cy="300837"/>
              </a:xfrm>
              <a:custGeom>
                <a:avLst/>
                <a:gdLst/>
                <a:ahLst/>
                <a:cxnLst/>
                <a:rect l="l" t="t" r="r" b="b"/>
                <a:pathLst>
                  <a:path w="18186" h="9226" extrusionOk="0">
                    <a:moveTo>
                      <a:pt x="0" y="1"/>
                    </a:moveTo>
                    <a:lnTo>
                      <a:pt x="0" y="9226"/>
                    </a:lnTo>
                    <a:lnTo>
                      <a:pt x="18186" y="9226"/>
                    </a:lnTo>
                    <a:lnTo>
                      <a:pt x="16673" y="4462"/>
                    </a:lnTo>
                    <a:lnTo>
                      <a:pt x="181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87" name="Google Shape;1487;p19"/>
            <p:cNvSpPr/>
            <p:nvPr/>
          </p:nvSpPr>
          <p:spPr>
            <a:xfrm>
              <a:off x="8341543" y="4367943"/>
              <a:ext cx="569676" cy="308239"/>
            </a:xfrm>
            <a:custGeom>
              <a:avLst/>
              <a:gdLst/>
              <a:ahLst/>
              <a:cxnLst/>
              <a:rect l="l" t="t" r="r" b="b"/>
              <a:pathLst>
                <a:path w="18186" h="9453" extrusionOk="0">
                  <a:moveTo>
                    <a:pt x="0" y="0"/>
                  </a:moveTo>
                  <a:lnTo>
                    <a:pt x="0" y="9452"/>
                  </a:lnTo>
                  <a:lnTo>
                    <a:pt x="18186" y="9452"/>
                  </a:lnTo>
                  <a:lnTo>
                    <a:pt x="16824" y="4613"/>
                  </a:lnTo>
                  <a:lnTo>
                    <a:pt x="1818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19"/>
            <p:cNvSpPr/>
            <p:nvPr/>
          </p:nvSpPr>
          <p:spPr>
            <a:xfrm>
              <a:off x="395894" y="219519"/>
              <a:ext cx="8053438" cy="4788281"/>
            </a:xfrm>
            <a:custGeom>
              <a:avLst/>
              <a:gdLst/>
              <a:ahLst/>
              <a:cxnLst/>
              <a:rect l="l" t="t" r="r" b="b"/>
              <a:pathLst>
                <a:path w="257093" h="146846" extrusionOk="0">
                  <a:moveTo>
                    <a:pt x="7146" y="1"/>
                  </a:moveTo>
                  <a:cubicBezTo>
                    <a:pt x="3177" y="1"/>
                    <a:pt x="1" y="3214"/>
                    <a:pt x="1" y="7146"/>
                  </a:cubicBezTo>
                  <a:lnTo>
                    <a:pt x="1" y="139700"/>
                  </a:lnTo>
                  <a:cubicBezTo>
                    <a:pt x="1" y="143632"/>
                    <a:pt x="3177" y="146845"/>
                    <a:pt x="7146" y="146845"/>
                  </a:cubicBezTo>
                  <a:lnTo>
                    <a:pt x="249947" y="146845"/>
                  </a:lnTo>
                  <a:cubicBezTo>
                    <a:pt x="253879" y="146845"/>
                    <a:pt x="257093" y="143632"/>
                    <a:pt x="257093" y="139700"/>
                  </a:cubicBezTo>
                  <a:lnTo>
                    <a:pt x="257093" y="7146"/>
                  </a:lnTo>
                  <a:cubicBezTo>
                    <a:pt x="257093" y="3214"/>
                    <a:pt x="253879" y="1"/>
                    <a:pt x="2499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89" name="Google Shape;1489;p19"/>
          <p:cNvSpPr/>
          <p:nvPr/>
        </p:nvSpPr>
        <p:spPr>
          <a:xfrm>
            <a:off x="546317" y="9419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0" name="Google Shape;1490;p19"/>
          <p:cNvSpPr/>
          <p:nvPr/>
        </p:nvSpPr>
        <p:spPr>
          <a:xfrm>
            <a:off x="281025" y="966589"/>
            <a:ext cx="324527" cy="82660"/>
          </a:xfrm>
          <a:custGeom>
            <a:avLst/>
            <a:gdLst/>
            <a:ahLst/>
            <a:cxnLst/>
            <a:rect l="l" t="t" r="r" b="b"/>
            <a:pathLst>
              <a:path w="10360" h="2535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1" name="Google Shape;1491;p19"/>
          <p:cNvSpPr/>
          <p:nvPr/>
        </p:nvSpPr>
        <p:spPr>
          <a:xfrm>
            <a:off x="304707" y="104921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2" name="Google Shape;1492;p19"/>
          <p:cNvSpPr/>
          <p:nvPr/>
        </p:nvSpPr>
        <p:spPr>
          <a:xfrm>
            <a:off x="605521" y="10072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3" name="Google Shape;1493;p19"/>
          <p:cNvSpPr/>
          <p:nvPr/>
        </p:nvSpPr>
        <p:spPr>
          <a:xfrm>
            <a:off x="546317" y="1298240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3"/>
                  <a:pt x="1286" y="4083"/>
                </a:cubicBezTo>
                <a:cubicBezTo>
                  <a:pt x="1966" y="4083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4" name="Google Shape;1494;p19"/>
          <p:cNvSpPr/>
          <p:nvPr/>
        </p:nvSpPr>
        <p:spPr>
          <a:xfrm>
            <a:off x="281025" y="132413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8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28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5" name="Google Shape;1495;p19"/>
          <p:cNvSpPr/>
          <p:nvPr/>
        </p:nvSpPr>
        <p:spPr>
          <a:xfrm>
            <a:off x="304707" y="14054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6" name="Google Shape;1496;p19"/>
          <p:cNvSpPr/>
          <p:nvPr/>
        </p:nvSpPr>
        <p:spPr>
          <a:xfrm>
            <a:off x="605521" y="136479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7" name="Google Shape;1497;p19"/>
          <p:cNvSpPr/>
          <p:nvPr/>
        </p:nvSpPr>
        <p:spPr>
          <a:xfrm>
            <a:off x="282216" y="133521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lnTo>
                  <a:pt x="10057" y="0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3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78" y="2118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8" name="Google Shape;1498;p19"/>
          <p:cNvSpPr/>
          <p:nvPr/>
        </p:nvSpPr>
        <p:spPr>
          <a:xfrm>
            <a:off x="546317" y="165574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04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04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9" name="Google Shape;1499;p19"/>
          <p:cNvSpPr/>
          <p:nvPr/>
        </p:nvSpPr>
        <p:spPr>
          <a:xfrm>
            <a:off x="281025" y="1680400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0" name="Google Shape;1500;p19"/>
          <p:cNvSpPr/>
          <p:nvPr/>
        </p:nvSpPr>
        <p:spPr>
          <a:xfrm>
            <a:off x="304707" y="1761756"/>
            <a:ext cx="32014" cy="1272"/>
          </a:xfrm>
          <a:custGeom>
            <a:avLst/>
            <a:gdLst/>
            <a:ahLst/>
            <a:cxnLst/>
            <a:rect l="l" t="t" r="r" b="b"/>
            <a:pathLst>
              <a:path w="1022" h="39" extrusionOk="0">
                <a:moveTo>
                  <a:pt x="1021" y="39"/>
                </a:moveTo>
                <a:lnTo>
                  <a:pt x="38" y="39"/>
                </a:lnTo>
                <a:cubicBezTo>
                  <a:pt x="38" y="39"/>
                  <a:pt x="38" y="39"/>
                  <a:pt x="38" y="39"/>
                </a:cubicBezTo>
                <a:cubicBezTo>
                  <a:pt x="38" y="39"/>
                  <a:pt x="38" y="39"/>
                  <a:pt x="38" y="39"/>
                </a:cubicBezTo>
                <a:lnTo>
                  <a:pt x="1021" y="39"/>
                </a:lnTo>
                <a:lnTo>
                  <a:pt x="102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lnTo>
                  <a:pt x="1" y="39"/>
                </a:lnTo>
                <a:lnTo>
                  <a:pt x="1" y="39"/>
                </a:lnTo>
                <a:close/>
                <a:moveTo>
                  <a:pt x="1" y="39"/>
                </a:moveTo>
                <a:cubicBezTo>
                  <a:pt x="1" y="39"/>
                  <a:pt x="1" y="39"/>
                  <a:pt x="1" y="1"/>
                </a:cubicBezTo>
                <a:cubicBezTo>
                  <a:pt x="1" y="39"/>
                  <a:pt x="1" y="39"/>
                  <a:pt x="1" y="39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1" name="Google Shape;1501;p19"/>
          <p:cNvSpPr/>
          <p:nvPr/>
        </p:nvSpPr>
        <p:spPr>
          <a:xfrm>
            <a:off x="605521" y="17210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2" name="Google Shape;1502;p19"/>
          <p:cNvSpPr/>
          <p:nvPr/>
        </p:nvSpPr>
        <p:spPr>
          <a:xfrm>
            <a:off x="282216" y="169148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03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38"/>
                  <a:pt x="0" y="1249"/>
                </a:cubicBezTo>
                <a:lnTo>
                  <a:pt x="0" y="1249"/>
                </a:lnTo>
                <a:cubicBezTo>
                  <a:pt x="76" y="1740"/>
                  <a:pt x="340" y="2156"/>
                  <a:pt x="719" y="2156"/>
                </a:cubicBezTo>
                <a:cubicBezTo>
                  <a:pt x="719" y="2194"/>
                  <a:pt x="719" y="2194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08"/>
                </a:cubicBez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3" name="Google Shape;1503;p19"/>
          <p:cNvSpPr/>
          <p:nvPr/>
        </p:nvSpPr>
        <p:spPr>
          <a:xfrm>
            <a:off x="546317" y="2012018"/>
            <a:ext cx="79378" cy="133202"/>
          </a:xfrm>
          <a:custGeom>
            <a:avLst/>
            <a:gdLst/>
            <a:ahLst/>
            <a:cxnLst/>
            <a:rect l="l" t="t" r="r" b="b"/>
            <a:pathLst>
              <a:path w="2534" h="4085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77"/>
                  <a:pt x="567" y="4084"/>
                  <a:pt x="1286" y="4084"/>
                </a:cubicBezTo>
                <a:cubicBezTo>
                  <a:pt x="1966" y="4084"/>
                  <a:pt x="2533" y="3177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4" name="Google Shape;1504;p19"/>
          <p:cNvSpPr/>
          <p:nvPr/>
        </p:nvSpPr>
        <p:spPr>
          <a:xfrm>
            <a:off x="281025" y="203790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5" name="Google Shape;1505;p19"/>
          <p:cNvSpPr/>
          <p:nvPr/>
        </p:nvSpPr>
        <p:spPr>
          <a:xfrm>
            <a:off x="304707" y="211929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6" name="Google Shape;1506;p19"/>
          <p:cNvSpPr/>
          <p:nvPr/>
        </p:nvSpPr>
        <p:spPr>
          <a:xfrm>
            <a:off x="605521" y="207736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7" name="Google Shape;1507;p19"/>
          <p:cNvSpPr/>
          <p:nvPr/>
        </p:nvSpPr>
        <p:spPr>
          <a:xfrm>
            <a:off x="282216" y="204902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76"/>
                  <a:pt x="10095" y="189"/>
                  <a:pt x="10095" y="303"/>
                </a:cubicBezTo>
                <a:cubicBezTo>
                  <a:pt x="10095" y="983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10"/>
                </a:cubicBezTo>
                <a:lnTo>
                  <a:pt x="0" y="1210"/>
                </a:lnTo>
                <a:cubicBezTo>
                  <a:pt x="76" y="1739"/>
                  <a:pt x="340" y="2117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lnTo>
                  <a:pt x="10322" y="870"/>
                </a:ln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8" name="Google Shape;1508;p19"/>
          <p:cNvSpPr/>
          <p:nvPr/>
        </p:nvSpPr>
        <p:spPr>
          <a:xfrm>
            <a:off x="546317" y="236956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04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04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9" name="Google Shape;1509;p19"/>
          <p:cNvSpPr/>
          <p:nvPr/>
        </p:nvSpPr>
        <p:spPr>
          <a:xfrm>
            <a:off x="281025" y="2394211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66"/>
                  <a:pt x="341" y="2495"/>
                  <a:pt x="794" y="2495"/>
                </a:cubicBezTo>
                <a:lnTo>
                  <a:pt x="9566" y="2495"/>
                </a:lnTo>
                <a:cubicBezTo>
                  <a:pt x="10019" y="2495"/>
                  <a:pt x="10360" y="1966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0" name="Google Shape;1510;p19"/>
          <p:cNvSpPr/>
          <p:nvPr/>
        </p:nvSpPr>
        <p:spPr>
          <a:xfrm>
            <a:off x="304707" y="247556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1" name="Google Shape;1511;p19"/>
          <p:cNvSpPr/>
          <p:nvPr/>
        </p:nvSpPr>
        <p:spPr>
          <a:xfrm>
            <a:off x="605521" y="2434872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2" name="Google Shape;1512;p19"/>
          <p:cNvSpPr/>
          <p:nvPr/>
        </p:nvSpPr>
        <p:spPr>
          <a:xfrm>
            <a:off x="282216" y="2405297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4"/>
                  <a:pt x="10095" y="189"/>
                  <a:pt x="10095" y="303"/>
                </a:cubicBezTo>
                <a:cubicBezTo>
                  <a:pt x="10095" y="1021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626"/>
                  <a:pt x="10322" y="908"/>
                </a:cubicBezTo>
                <a:cubicBezTo>
                  <a:pt x="10322" y="530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3" name="Google Shape;1513;p19"/>
          <p:cNvSpPr/>
          <p:nvPr/>
        </p:nvSpPr>
        <p:spPr>
          <a:xfrm>
            <a:off x="546317" y="2725829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38"/>
                  <a:pt x="567" y="4046"/>
                  <a:pt x="1286" y="4046"/>
                </a:cubicBezTo>
                <a:cubicBezTo>
                  <a:pt x="1966" y="4046"/>
                  <a:pt x="2533" y="3138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4" name="Google Shape;1514;p19"/>
          <p:cNvSpPr/>
          <p:nvPr/>
        </p:nvSpPr>
        <p:spPr>
          <a:xfrm>
            <a:off x="281025" y="2751719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30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30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5" name="Google Shape;1515;p19"/>
          <p:cNvSpPr/>
          <p:nvPr/>
        </p:nvSpPr>
        <p:spPr>
          <a:xfrm>
            <a:off x="304707" y="283307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6" name="Google Shape;1516;p19"/>
          <p:cNvSpPr/>
          <p:nvPr/>
        </p:nvSpPr>
        <p:spPr>
          <a:xfrm>
            <a:off x="605521" y="2791174"/>
            <a:ext cx="31" cy="1272"/>
          </a:xfrm>
          <a:custGeom>
            <a:avLst/>
            <a:gdLst/>
            <a:ahLst/>
            <a:cxnLst/>
            <a:rect l="l" t="t" r="r" b="b"/>
            <a:pathLst>
              <a:path w="1" h="39" extrusionOk="0">
                <a:moveTo>
                  <a:pt x="1" y="38"/>
                </a:moveTo>
                <a:lnTo>
                  <a:pt x="1" y="38"/>
                </a:lnTo>
                <a:lnTo>
                  <a:pt x="1" y="38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7" name="Google Shape;1517;p19"/>
          <p:cNvSpPr/>
          <p:nvPr/>
        </p:nvSpPr>
        <p:spPr>
          <a:xfrm>
            <a:off x="282216" y="2761567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1"/>
                </a:moveTo>
                <a:cubicBezTo>
                  <a:pt x="10095" y="114"/>
                  <a:pt x="10095" y="228"/>
                  <a:pt x="10095" y="341"/>
                </a:cubicBezTo>
                <a:cubicBezTo>
                  <a:pt x="10095" y="1022"/>
                  <a:pt x="9755" y="1589"/>
                  <a:pt x="9301" y="1589"/>
                </a:cubicBezTo>
                <a:lnTo>
                  <a:pt x="530" y="1589"/>
                </a:lnTo>
                <a:cubicBezTo>
                  <a:pt x="303" y="1589"/>
                  <a:pt x="114" y="1475"/>
                  <a:pt x="0" y="1248"/>
                </a:cubicBezTo>
                <a:lnTo>
                  <a:pt x="0" y="1248"/>
                </a:lnTo>
                <a:cubicBezTo>
                  <a:pt x="76" y="1778"/>
                  <a:pt x="340" y="2156"/>
                  <a:pt x="719" y="2194"/>
                </a:cubicBezTo>
                <a:lnTo>
                  <a:pt x="9528" y="2194"/>
                </a:lnTo>
                <a:cubicBezTo>
                  <a:pt x="9981" y="2194"/>
                  <a:pt x="10322" y="1627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8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8" name="Google Shape;1518;p19"/>
          <p:cNvSpPr/>
          <p:nvPr/>
        </p:nvSpPr>
        <p:spPr>
          <a:xfrm>
            <a:off x="546317" y="308333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04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04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9" name="Google Shape;1519;p19"/>
          <p:cNvSpPr/>
          <p:nvPr/>
        </p:nvSpPr>
        <p:spPr>
          <a:xfrm>
            <a:off x="281025" y="3107989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68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0" name="Google Shape;1520;p19"/>
          <p:cNvSpPr/>
          <p:nvPr/>
        </p:nvSpPr>
        <p:spPr>
          <a:xfrm>
            <a:off x="304707" y="3189377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1" name="Google Shape;1521;p19"/>
          <p:cNvSpPr/>
          <p:nvPr/>
        </p:nvSpPr>
        <p:spPr>
          <a:xfrm>
            <a:off x="605521" y="314868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2" name="Google Shape;1522;p19"/>
          <p:cNvSpPr/>
          <p:nvPr/>
        </p:nvSpPr>
        <p:spPr>
          <a:xfrm>
            <a:off x="282216" y="3119108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0"/>
                </a:moveTo>
                <a:cubicBezTo>
                  <a:pt x="10095" y="113"/>
                  <a:pt x="10095" y="189"/>
                  <a:pt x="10095" y="302"/>
                </a:cubicBezTo>
                <a:cubicBezTo>
                  <a:pt x="10095" y="1021"/>
                  <a:pt x="9755" y="1550"/>
                  <a:pt x="9301" y="1550"/>
                </a:cubicBezTo>
                <a:lnTo>
                  <a:pt x="530" y="1550"/>
                </a:lnTo>
                <a:cubicBezTo>
                  <a:pt x="303" y="1550"/>
                  <a:pt x="114" y="1437"/>
                  <a:pt x="0" y="1248"/>
                </a:cubicBezTo>
                <a:lnTo>
                  <a:pt x="0" y="1248"/>
                </a:lnTo>
                <a:cubicBezTo>
                  <a:pt x="76" y="1739"/>
                  <a:pt x="340" y="2155"/>
                  <a:pt x="719" y="2155"/>
                </a:cubicBezTo>
                <a:lnTo>
                  <a:pt x="9528" y="2155"/>
                </a:lnTo>
                <a:cubicBezTo>
                  <a:pt x="9981" y="2155"/>
                  <a:pt x="10322" y="1588"/>
                  <a:pt x="10322" y="907"/>
                </a:cubicBezTo>
                <a:cubicBezTo>
                  <a:pt x="10322" y="529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3" name="Google Shape;1523;p19"/>
          <p:cNvSpPr/>
          <p:nvPr/>
        </p:nvSpPr>
        <p:spPr>
          <a:xfrm>
            <a:off x="546317" y="3439640"/>
            <a:ext cx="79378" cy="131930"/>
          </a:xfrm>
          <a:custGeom>
            <a:avLst/>
            <a:gdLst/>
            <a:ahLst/>
            <a:cxnLst/>
            <a:rect l="l" t="t" r="r" b="b"/>
            <a:pathLst>
              <a:path w="2534" h="4046" extrusionOk="0">
                <a:moveTo>
                  <a:pt x="1286" y="0"/>
                </a:moveTo>
                <a:cubicBezTo>
                  <a:pt x="567" y="0"/>
                  <a:pt x="0" y="907"/>
                  <a:pt x="0" y="2042"/>
                </a:cubicBezTo>
                <a:cubicBezTo>
                  <a:pt x="0" y="3138"/>
                  <a:pt x="567" y="4045"/>
                  <a:pt x="1286" y="4045"/>
                </a:cubicBezTo>
                <a:cubicBezTo>
                  <a:pt x="1966" y="4045"/>
                  <a:pt x="2533" y="3138"/>
                  <a:pt x="2533" y="2042"/>
                </a:cubicBezTo>
                <a:cubicBezTo>
                  <a:pt x="2533" y="907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4" name="Google Shape;1524;p19"/>
          <p:cNvSpPr/>
          <p:nvPr/>
        </p:nvSpPr>
        <p:spPr>
          <a:xfrm>
            <a:off x="281025" y="3465498"/>
            <a:ext cx="324527" cy="81421"/>
          </a:xfrm>
          <a:custGeom>
            <a:avLst/>
            <a:gdLst/>
            <a:ahLst/>
            <a:cxnLst/>
            <a:rect l="l" t="t" r="r" b="b"/>
            <a:pathLst>
              <a:path w="10360" h="2497" extrusionOk="0">
                <a:moveTo>
                  <a:pt x="794" y="1"/>
                </a:moveTo>
                <a:cubicBezTo>
                  <a:pt x="341" y="1"/>
                  <a:pt x="0" y="530"/>
                  <a:pt x="0" y="1249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9"/>
                </a:cubicBezTo>
                <a:cubicBezTo>
                  <a:pt x="10360" y="530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5" name="Google Shape;1525;p19"/>
          <p:cNvSpPr/>
          <p:nvPr/>
        </p:nvSpPr>
        <p:spPr>
          <a:xfrm>
            <a:off x="304707" y="3546886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0"/>
                </a:moveTo>
                <a:lnTo>
                  <a:pt x="38" y="0"/>
                </a:lnTo>
                <a:lnTo>
                  <a:pt x="38" y="0"/>
                </a:lnTo>
                <a:lnTo>
                  <a:pt x="38" y="0"/>
                </a:lnTo>
                <a:lnTo>
                  <a:pt x="1021" y="0"/>
                </a:lnTo>
                <a:lnTo>
                  <a:pt x="102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6" name="Google Shape;1526;p19"/>
          <p:cNvSpPr/>
          <p:nvPr/>
        </p:nvSpPr>
        <p:spPr>
          <a:xfrm>
            <a:off x="605521" y="350495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7" name="Google Shape;1527;p19"/>
          <p:cNvSpPr/>
          <p:nvPr/>
        </p:nvSpPr>
        <p:spPr>
          <a:xfrm>
            <a:off x="282216" y="347537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lnTo>
                  <a:pt x="10057" y="0"/>
                </a:ln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6"/>
                </a:cubicBezTo>
                <a:lnTo>
                  <a:pt x="10322" y="908"/>
                </a:lnTo>
                <a:cubicBezTo>
                  <a:pt x="10322" y="568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8" name="Google Shape;1528;p19"/>
          <p:cNvSpPr/>
          <p:nvPr/>
        </p:nvSpPr>
        <p:spPr>
          <a:xfrm>
            <a:off x="546317" y="3795909"/>
            <a:ext cx="79378" cy="133169"/>
          </a:xfrm>
          <a:custGeom>
            <a:avLst/>
            <a:gdLst/>
            <a:ahLst/>
            <a:cxnLst/>
            <a:rect l="l" t="t" r="r" b="b"/>
            <a:pathLst>
              <a:path w="2534" h="4084" extrusionOk="0">
                <a:moveTo>
                  <a:pt x="1286" y="0"/>
                </a:moveTo>
                <a:cubicBezTo>
                  <a:pt x="567" y="0"/>
                  <a:pt x="0" y="908"/>
                  <a:pt x="0" y="2042"/>
                </a:cubicBezTo>
                <a:cubicBezTo>
                  <a:pt x="0" y="3176"/>
                  <a:pt x="567" y="4084"/>
                  <a:pt x="1286" y="4084"/>
                </a:cubicBezTo>
                <a:cubicBezTo>
                  <a:pt x="1966" y="4084"/>
                  <a:pt x="2533" y="3176"/>
                  <a:pt x="2533" y="2042"/>
                </a:cubicBezTo>
                <a:cubicBezTo>
                  <a:pt x="2533" y="908"/>
                  <a:pt x="1966" y="0"/>
                  <a:pt x="1286" y="0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9" name="Google Shape;1529;p19"/>
          <p:cNvSpPr/>
          <p:nvPr/>
        </p:nvSpPr>
        <p:spPr>
          <a:xfrm>
            <a:off x="281025" y="3821800"/>
            <a:ext cx="324527" cy="81388"/>
          </a:xfrm>
          <a:custGeom>
            <a:avLst/>
            <a:gdLst/>
            <a:ahLst/>
            <a:cxnLst/>
            <a:rect l="l" t="t" r="r" b="b"/>
            <a:pathLst>
              <a:path w="10360" h="2496" extrusionOk="0">
                <a:moveTo>
                  <a:pt x="794" y="0"/>
                </a:moveTo>
                <a:cubicBezTo>
                  <a:pt x="341" y="0"/>
                  <a:pt x="0" y="567"/>
                  <a:pt x="0" y="1248"/>
                </a:cubicBezTo>
                <a:cubicBezTo>
                  <a:pt x="0" y="1929"/>
                  <a:pt x="341" y="2496"/>
                  <a:pt x="794" y="2496"/>
                </a:cubicBezTo>
                <a:lnTo>
                  <a:pt x="9566" y="2496"/>
                </a:lnTo>
                <a:cubicBezTo>
                  <a:pt x="10019" y="2496"/>
                  <a:pt x="10360" y="1929"/>
                  <a:pt x="10360" y="1248"/>
                </a:cubicBezTo>
                <a:cubicBezTo>
                  <a:pt x="10360" y="567"/>
                  <a:pt x="10019" y="0"/>
                  <a:pt x="95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0" name="Google Shape;1530;p19"/>
          <p:cNvSpPr/>
          <p:nvPr/>
        </p:nvSpPr>
        <p:spPr>
          <a:xfrm>
            <a:off x="304707" y="3903155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1" name="Google Shape;1531;p19"/>
          <p:cNvSpPr/>
          <p:nvPr/>
        </p:nvSpPr>
        <p:spPr>
          <a:xfrm>
            <a:off x="605521" y="3862494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2" name="Google Shape;1532;p19"/>
          <p:cNvSpPr/>
          <p:nvPr/>
        </p:nvSpPr>
        <p:spPr>
          <a:xfrm>
            <a:off x="282216" y="3832886"/>
            <a:ext cx="323337" cy="70302"/>
          </a:xfrm>
          <a:custGeom>
            <a:avLst/>
            <a:gdLst/>
            <a:ahLst/>
            <a:cxnLst/>
            <a:rect l="l" t="t" r="r" b="b"/>
            <a:pathLst>
              <a:path w="10322" h="2156" extrusionOk="0">
                <a:moveTo>
                  <a:pt x="10057" y="1"/>
                </a:moveTo>
                <a:lnTo>
                  <a:pt x="10057" y="1"/>
                </a:lnTo>
                <a:cubicBezTo>
                  <a:pt x="10095" y="76"/>
                  <a:pt x="10095" y="190"/>
                  <a:pt x="10095" y="303"/>
                </a:cubicBezTo>
                <a:cubicBezTo>
                  <a:pt x="10095" y="984"/>
                  <a:pt x="9755" y="1551"/>
                  <a:pt x="9301" y="1551"/>
                </a:cubicBezTo>
                <a:lnTo>
                  <a:pt x="530" y="1551"/>
                </a:lnTo>
                <a:cubicBezTo>
                  <a:pt x="303" y="1551"/>
                  <a:pt x="114" y="1437"/>
                  <a:pt x="0" y="1210"/>
                </a:cubicBezTo>
                <a:lnTo>
                  <a:pt x="0" y="1210"/>
                </a:lnTo>
                <a:cubicBezTo>
                  <a:pt x="76" y="1740"/>
                  <a:pt x="340" y="2118"/>
                  <a:pt x="719" y="2156"/>
                </a:cubicBezTo>
                <a:lnTo>
                  <a:pt x="9528" y="2156"/>
                </a:lnTo>
                <a:cubicBezTo>
                  <a:pt x="9981" y="2156"/>
                  <a:pt x="10322" y="1589"/>
                  <a:pt x="10322" y="908"/>
                </a:cubicBezTo>
                <a:cubicBezTo>
                  <a:pt x="10322" y="530"/>
                  <a:pt x="10208" y="227"/>
                  <a:pt x="10057" y="1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3" name="Google Shape;1533;p19"/>
          <p:cNvSpPr/>
          <p:nvPr/>
        </p:nvSpPr>
        <p:spPr>
          <a:xfrm>
            <a:off x="546317" y="4153418"/>
            <a:ext cx="79378" cy="131963"/>
          </a:xfrm>
          <a:custGeom>
            <a:avLst/>
            <a:gdLst/>
            <a:ahLst/>
            <a:cxnLst/>
            <a:rect l="l" t="t" r="r" b="b"/>
            <a:pathLst>
              <a:path w="2534" h="4047" extrusionOk="0">
                <a:moveTo>
                  <a:pt x="1286" y="1"/>
                </a:moveTo>
                <a:cubicBezTo>
                  <a:pt x="567" y="1"/>
                  <a:pt x="0" y="908"/>
                  <a:pt x="0" y="2042"/>
                </a:cubicBezTo>
                <a:cubicBezTo>
                  <a:pt x="0" y="3139"/>
                  <a:pt x="567" y="4046"/>
                  <a:pt x="1286" y="4046"/>
                </a:cubicBezTo>
                <a:cubicBezTo>
                  <a:pt x="1966" y="4046"/>
                  <a:pt x="2533" y="3139"/>
                  <a:pt x="2533" y="2042"/>
                </a:cubicBezTo>
                <a:cubicBezTo>
                  <a:pt x="2533" y="908"/>
                  <a:pt x="1966" y="1"/>
                  <a:pt x="1286" y="1"/>
                </a:cubicBezTo>
                <a:close/>
              </a:path>
            </a:pathLst>
          </a:custGeom>
          <a:solidFill>
            <a:srgbClr val="E2CD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4" name="Google Shape;1534;p19"/>
          <p:cNvSpPr/>
          <p:nvPr/>
        </p:nvSpPr>
        <p:spPr>
          <a:xfrm>
            <a:off x="281025" y="4178069"/>
            <a:ext cx="324527" cy="82627"/>
          </a:xfrm>
          <a:custGeom>
            <a:avLst/>
            <a:gdLst/>
            <a:ahLst/>
            <a:cxnLst/>
            <a:rect l="l" t="t" r="r" b="b"/>
            <a:pathLst>
              <a:path w="10360" h="2534" extrusionOk="0">
                <a:moveTo>
                  <a:pt x="794" y="1"/>
                </a:moveTo>
                <a:cubicBezTo>
                  <a:pt x="341" y="1"/>
                  <a:pt x="0" y="568"/>
                  <a:pt x="0" y="1286"/>
                </a:cubicBezTo>
                <a:cubicBezTo>
                  <a:pt x="0" y="1967"/>
                  <a:pt x="341" y="2534"/>
                  <a:pt x="794" y="2534"/>
                </a:cubicBezTo>
                <a:lnTo>
                  <a:pt x="9566" y="2534"/>
                </a:lnTo>
                <a:cubicBezTo>
                  <a:pt x="10019" y="2534"/>
                  <a:pt x="10360" y="1967"/>
                  <a:pt x="10360" y="1286"/>
                </a:cubicBezTo>
                <a:cubicBezTo>
                  <a:pt x="10360" y="568"/>
                  <a:pt x="10019" y="1"/>
                  <a:pt x="956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5" name="Google Shape;1535;p19"/>
          <p:cNvSpPr/>
          <p:nvPr/>
        </p:nvSpPr>
        <p:spPr>
          <a:xfrm>
            <a:off x="304707" y="4260664"/>
            <a:ext cx="32014" cy="33"/>
          </a:xfrm>
          <a:custGeom>
            <a:avLst/>
            <a:gdLst/>
            <a:ahLst/>
            <a:cxnLst/>
            <a:rect l="l" t="t" r="r" b="b"/>
            <a:pathLst>
              <a:path w="1022" h="1" extrusionOk="0">
                <a:moveTo>
                  <a:pt x="1021" y="1"/>
                </a:moveTo>
                <a:lnTo>
                  <a:pt x="38" y="1"/>
                </a:lnTo>
                <a:lnTo>
                  <a:pt x="38" y="1"/>
                </a:lnTo>
                <a:lnTo>
                  <a:pt x="38" y="1"/>
                </a:lnTo>
                <a:lnTo>
                  <a:pt x="1021" y="1"/>
                </a:lnTo>
                <a:lnTo>
                  <a:pt x="102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6C2D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6" name="Google Shape;1536;p19"/>
          <p:cNvSpPr/>
          <p:nvPr/>
        </p:nvSpPr>
        <p:spPr>
          <a:xfrm>
            <a:off x="605521" y="4218763"/>
            <a:ext cx="31" cy="33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BEAD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7" name="Google Shape;1537;p19"/>
          <p:cNvSpPr/>
          <p:nvPr/>
        </p:nvSpPr>
        <p:spPr>
          <a:xfrm>
            <a:off x="282216" y="4189188"/>
            <a:ext cx="323337" cy="71508"/>
          </a:xfrm>
          <a:custGeom>
            <a:avLst/>
            <a:gdLst/>
            <a:ahLst/>
            <a:cxnLst/>
            <a:rect l="l" t="t" r="r" b="b"/>
            <a:pathLst>
              <a:path w="10322" h="2193" extrusionOk="0">
                <a:moveTo>
                  <a:pt x="10057" y="0"/>
                </a:moveTo>
                <a:lnTo>
                  <a:pt x="10057" y="0"/>
                </a:lnTo>
                <a:cubicBezTo>
                  <a:pt x="10095" y="113"/>
                  <a:pt x="10095" y="227"/>
                  <a:pt x="10095" y="340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78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7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8" name="Google Shape;1538;p19"/>
          <p:cNvSpPr/>
          <p:nvPr/>
        </p:nvSpPr>
        <p:spPr>
          <a:xfrm>
            <a:off x="282216" y="977708"/>
            <a:ext cx="323337" cy="71541"/>
          </a:xfrm>
          <a:custGeom>
            <a:avLst/>
            <a:gdLst/>
            <a:ahLst/>
            <a:cxnLst/>
            <a:rect l="l" t="t" r="r" b="b"/>
            <a:pathLst>
              <a:path w="10322" h="2194" extrusionOk="0">
                <a:moveTo>
                  <a:pt x="10057" y="0"/>
                </a:moveTo>
                <a:cubicBezTo>
                  <a:pt x="10095" y="114"/>
                  <a:pt x="10095" y="227"/>
                  <a:pt x="10095" y="341"/>
                </a:cubicBezTo>
                <a:cubicBezTo>
                  <a:pt x="10095" y="1021"/>
                  <a:pt x="9755" y="1588"/>
                  <a:pt x="9301" y="1588"/>
                </a:cubicBezTo>
                <a:lnTo>
                  <a:pt x="530" y="1588"/>
                </a:lnTo>
                <a:cubicBezTo>
                  <a:pt x="303" y="1588"/>
                  <a:pt x="114" y="1437"/>
                  <a:pt x="0" y="1248"/>
                </a:cubicBezTo>
                <a:lnTo>
                  <a:pt x="0" y="1248"/>
                </a:lnTo>
                <a:cubicBezTo>
                  <a:pt x="76" y="1777"/>
                  <a:pt x="340" y="2155"/>
                  <a:pt x="719" y="2193"/>
                </a:cubicBezTo>
                <a:lnTo>
                  <a:pt x="9528" y="2193"/>
                </a:lnTo>
                <a:cubicBezTo>
                  <a:pt x="9981" y="2193"/>
                  <a:pt x="10322" y="1626"/>
                  <a:pt x="10322" y="945"/>
                </a:cubicBezTo>
                <a:lnTo>
                  <a:pt x="10322" y="908"/>
                </a:lnTo>
                <a:cubicBezTo>
                  <a:pt x="10322" y="567"/>
                  <a:pt x="10208" y="227"/>
                  <a:pt x="10057" y="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39" name="Google Shape;1539;p19"/>
          <p:cNvGrpSpPr/>
          <p:nvPr/>
        </p:nvGrpSpPr>
        <p:grpSpPr>
          <a:xfrm>
            <a:off x="7658900" y="2949438"/>
            <a:ext cx="444275" cy="398525"/>
            <a:chOff x="2495125" y="2142250"/>
            <a:chExt cx="444275" cy="398525"/>
          </a:xfrm>
        </p:grpSpPr>
        <p:sp>
          <p:nvSpPr>
            <p:cNvPr id="1540" name="Google Shape;1540;p19"/>
            <p:cNvSpPr/>
            <p:nvPr/>
          </p:nvSpPr>
          <p:spPr>
            <a:xfrm>
              <a:off x="2495125" y="2142250"/>
              <a:ext cx="444275" cy="398525"/>
            </a:xfrm>
            <a:custGeom>
              <a:avLst/>
              <a:gdLst/>
              <a:ahLst/>
              <a:cxnLst/>
              <a:rect l="l" t="t" r="r" b="b"/>
              <a:pathLst>
                <a:path w="17771" h="15941" extrusionOk="0">
                  <a:moveTo>
                    <a:pt x="6542" y="6116"/>
                  </a:moveTo>
                  <a:cubicBezTo>
                    <a:pt x="4437" y="1154"/>
                    <a:pt x="10201" y="1"/>
                    <a:pt x="9224" y="5866"/>
                  </a:cubicBezTo>
                  <a:cubicBezTo>
                    <a:pt x="11780" y="1003"/>
                    <a:pt x="16367" y="6718"/>
                    <a:pt x="10452" y="8021"/>
                  </a:cubicBezTo>
                  <a:cubicBezTo>
                    <a:pt x="17770" y="9525"/>
                    <a:pt x="12382" y="15139"/>
                    <a:pt x="9600" y="9976"/>
                  </a:cubicBezTo>
                  <a:cubicBezTo>
                    <a:pt x="11204" y="15891"/>
                    <a:pt x="5941" y="15941"/>
                    <a:pt x="7068" y="10252"/>
                  </a:cubicBezTo>
                  <a:cubicBezTo>
                    <a:pt x="4662" y="15565"/>
                    <a:pt x="1" y="11555"/>
                    <a:pt x="5414" y="8597"/>
                  </a:cubicBezTo>
                  <a:cubicBezTo>
                    <a:pt x="276" y="8597"/>
                    <a:pt x="1830" y="2031"/>
                    <a:pt x="6542" y="6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19"/>
            <p:cNvSpPr/>
            <p:nvPr/>
          </p:nvSpPr>
          <p:spPr>
            <a:xfrm>
              <a:off x="2655525" y="2307050"/>
              <a:ext cx="94650" cy="73325"/>
            </a:xfrm>
            <a:custGeom>
              <a:avLst/>
              <a:gdLst/>
              <a:ahLst/>
              <a:cxnLst/>
              <a:rect l="l" t="t" r="r" b="b"/>
              <a:pathLst>
                <a:path w="3786" h="2933" extrusionOk="0">
                  <a:moveTo>
                    <a:pt x="1906" y="0"/>
                  </a:moveTo>
                  <a:cubicBezTo>
                    <a:pt x="1" y="0"/>
                    <a:pt x="1" y="2933"/>
                    <a:pt x="1906" y="2933"/>
                  </a:cubicBezTo>
                  <a:cubicBezTo>
                    <a:pt x="3785" y="2933"/>
                    <a:pt x="3785" y="0"/>
                    <a:pt x="19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2" name="Google Shape;1542;p19"/>
          <p:cNvGrpSpPr/>
          <p:nvPr/>
        </p:nvGrpSpPr>
        <p:grpSpPr>
          <a:xfrm>
            <a:off x="1018050" y="1506975"/>
            <a:ext cx="291375" cy="281375"/>
            <a:chOff x="3243875" y="2372825"/>
            <a:chExt cx="291375" cy="281375"/>
          </a:xfrm>
        </p:grpSpPr>
        <p:sp>
          <p:nvSpPr>
            <p:cNvPr id="1543" name="Google Shape;1543;p19"/>
            <p:cNvSpPr/>
            <p:nvPr/>
          </p:nvSpPr>
          <p:spPr>
            <a:xfrm>
              <a:off x="3287125" y="2403550"/>
              <a:ext cx="205525" cy="200525"/>
            </a:xfrm>
            <a:custGeom>
              <a:avLst/>
              <a:gdLst/>
              <a:ahLst/>
              <a:cxnLst/>
              <a:rect l="l" t="t" r="r" b="b"/>
              <a:pathLst>
                <a:path w="8221" h="8021" fill="none" extrusionOk="0">
                  <a:moveTo>
                    <a:pt x="8221" y="0"/>
                  </a:moveTo>
                  <a:cubicBezTo>
                    <a:pt x="5765" y="2982"/>
                    <a:pt x="2807" y="5338"/>
                    <a:pt x="0" y="802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19"/>
            <p:cNvSpPr/>
            <p:nvPr/>
          </p:nvSpPr>
          <p:spPr>
            <a:xfrm>
              <a:off x="3304025" y="2403550"/>
              <a:ext cx="191125" cy="210550"/>
            </a:xfrm>
            <a:custGeom>
              <a:avLst/>
              <a:gdLst/>
              <a:ahLst/>
              <a:cxnLst/>
              <a:rect l="l" t="t" r="r" b="b"/>
              <a:pathLst>
                <a:path w="7645" h="8422" fill="none" extrusionOk="0">
                  <a:moveTo>
                    <a:pt x="1" y="0"/>
                  </a:moveTo>
                  <a:cubicBezTo>
                    <a:pt x="1404" y="1830"/>
                    <a:pt x="3159" y="3409"/>
                    <a:pt x="4738" y="5088"/>
                  </a:cubicBezTo>
                  <a:cubicBezTo>
                    <a:pt x="6066" y="6491"/>
                    <a:pt x="6292" y="6993"/>
                    <a:pt x="7645" y="842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19"/>
            <p:cNvSpPr/>
            <p:nvPr/>
          </p:nvSpPr>
          <p:spPr>
            <a:xfrm>
              <a:off x="3396775" y="2372825"/>
              <a:ext cx="10675" cy="281375"/>
            </a:xfrm>
            <a:custGeom>
              <a:avLst/>
              <a:gdLst/>
              <a:ahLst/>
              <a:cxnLst/>
              <a:rect l="l" t="t" r="r" b="b"/>
              <a:pathLst>
                <a:path w="427" h="11255" fill="none" extrusionOk="0">
                  <a:moveTo>
                    <a:pt x="150" y="1"/>
                  </a:moveTo>
                  <a:cubicBezTo>
                    <a:pt x="75" y="2507"/>
                    <a:pt x="426" y="5013"/>
                    <a:pt x="150" y="7470"/>
                  </a:cubicBezTo>
                  <a:cubicBezTo>
                    <a:pt x="25" y="8798"/>
                    <a:pt x="0" y="9951"/>
                    <a:pt x="0" y="11254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19"/>
            <p:cNvSpPr/>
            <p:nvPr/>
          </p:nvSpPr>
          <p:spPr>
            <a:xfrm>
              <a:off x="3243875" y="2495650"/>
              <a:ext cx="285125" cy="10675"/>
            </a:xfrm>
            <a:custGeom>
              <a:avLst/>
              <a:gdLst/>
              <a:ahLst/>
              <a:cxnLst/>
              <a:rect l="l" t="t" r="r" b="b"/>
              <a:pathLst>
                <a:path w="11405" h="427" fill="none" extrusionOk="0">
                  <a:moveTo>
                    <a:pt x="11404" y="426"/>
                  </a:moveTo>
                  <a:cubicBezTo>
                    <a:pt x="7495" y="0"/>
                    <a:pt x="3886" y="201"/>
                    <a:pt x="1" y="5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19"/>
            <p:cNvSpPr/>
            <p:nvPr/>
          </p:nvSpPr>
          <p:spPr>
            <a:xfrm>
              <a:off x="3340375" y="2379100"/>
              <a:ext cx="104650" cy="267575"/>
            </a:xfrm>
            <a:custGeom>
              <a:avLst/>
              <a:gdLst/>
              <a:ahLst/>
              <a:cxnLst/>
              <a:rect l="l" t="t" r="r" b="b"/>
              <a:pathLst>
                <a:path w="4186" h="10703" fill="none" extrusionOk="0">
                  <a:moveTo>
                    <a:pt x="0" y="1"/>
                  </a:moveTo>
                  <a:cubicBezTo>
                    <a:pt x="1780" y="3409"/>
                    <a:pt x="2833" y="7043"/>
                    <a:pt x="4186" y="1070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19"/>
            <p:cNvSpPr/>
            <p:nvPr/>
          </p:nvSpPr>
          <p:spPr>
            <a:xfrm>
              <a:off x="3267075" y="2458675"/>
              <a:ext cx="268175" cy="94000"/>
            </a:xfrm>
            <a:custGeom>
              <a:avLst/>
              <a:gdLst/>
              <a:ahLst/>
              <a:cxnLst/>
              <a:rect l="l" t="t" r="r" b="b"/>
              <a:pathLst>
                <a:path w="10727" h="3760" fill="none" extrusionOk="0">
                  <a:moveTo>
                    <a:pt x="0" y="3760"/>
                  </a:moveTo>
                  <a:cubicBezTo>
                    <a:pt x="2231" y="3184"/>
                    <a:pt x="4361" y="2181"/>
                    <a:pt x="6516" y="1379"/>
                  </a:cubicBezTo>
                  <a:cubicBezTo>
                    <a:pt x="8346" y="702"/>
                    <a:pt x="8897" y="677"/>
                    <a:pt x="10727" y="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19"/>
            <p:cNvSpPr/>
            <p:nvPr/>
          </p:nvSpPr>
          <p:spPr>
            <a:xfrm>
              <a:off x="3276475" y="2451775"/>
              <a:ext cx="257525" cy="112825"/>
            </a:xfrm>
            <a:custGeom>
              <a:avLst/>
              <a:gdLst/>
              <a:ahLst/>
              <a:cxnLst/>
              <a:rect l="l" t="t" r="r" b="b"/>
              <a:pathLst>
                <a:path w="10301" h="4513" fill="none" extrusionOk="0">
                  <a:moveTo>
                    <a:pt x="0" y="1"/>
                  </a:moveTo>
                  <a:cubicBezTo>
                    <a:pt x="2281" y="1028"/>
                    <a:pt x="4712" y="1680"/>
                    <a:pt x="6867" y="2908"/>
                  </a:cubicBezTo>
                  <a:cubicBezTo>
                    <a:pt x="8045" y="3535"/>
                    <a:pt x="9098" y="4011"/>
                    <a:pt x="10301" y="451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19"/>
            <p:cNvSpPr/>
            <p:nvPr/>
          </p:nvSpPr>
          <p:spPr>
            <a:xfrm>
              <a:off x="3329100" y="2385375"/>
              <a:ext cx="120325" cy="258800"/>
            </a:xfrm>
            <a:custGeom>
              <a:avLst/>
              <a:gdLst/>
              <a:ahLst/>
              <a:cxnLst/>
              <a:rect l="l" t="t" r="r" b="b"/>
              <a:pathLst>
                <a:path w="4813" h="10352" fill="none" extrusionOk="0">
                  <a:moveTo>
                    <a:pt x="4812" y="0"/>
                  </a:moveTo>
                  <a:cubicBezTo>
                    <a:pt x="2883" y="3434"/>
                    <a:pt x="1654" y="6842"/>
                    <a:pt x="0" y="1035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19"/>
            <p:cNvSpPr/>
            <p:nvPr/>
          </p:nvSpPr>
          <p:spPr>
            <a:xfrm>
              <a:off x="3327850" y="2438625"/>
              <a:ext cx="133475" cy="132850"/>
            </a:xfrm>
            <a:custGeom>
              <a:avLst/>
              <a:gdLst/>
              <a:ahLst/>
              <a:cxnLst/>
              <a:rect l="l" t="t" r="r" b="b"/>
              <a:pathLst>
                <a:path w="5339" h="5314" extrusionOk="0">
                  <a:moveTo>
                    <a:pt x="4887" y="1830"/>
                  </a:moveTo>
                  <a:cubicBezTo>
                    <a:pt x="5339" y="3058"/>
                    <a:pt x="4712" y="4412"/>
                    <a:pt x="3484" y="4863"/>
                  </a:cubicBezTo>
                  <a:cubicBezTo>
                    <a:pt x="2281" y="5314"/>
                    <a:pt x="928" y="4687"/>
                    <a:pt x="451" y="3484"/>
                  </a:cubicBezTo>
                  <a:cubicBezTo>
                    <a:pt x="0" y="2256"/>
                    <a:pt x="627" y="903"/>
                    <a:pt x="1855" y="452"/>
                  </a:cubicBezTo>
                  <a:cubicBezTo>
                    <a:pt x="3058" y="1"/>
                    <a:pt x="4411" y="602"/>
                    <a:pt x="4887" y="183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19"/>
            <p:cNvSpPr/>
            <p:nvPr/>
          </p:nvSpPr>
          <p:spPr>
            <a:xfrm>
              <a:off x="3358550" y="2469325"/>
              <a:ext cx="72075" cy="71450"/>
            </a:xfrm>
            <a:custGeom>
              <a:avLst/>
              <a:gdLst/>
              <a:ahLst/>
              <a:cxnLst/>
              <a:rect l="l" t="t" r="r" b="b"/>
              <a:pathLst>
                <a:path w="2883" h="2858" extrusionOk="0">
                  <a:moveTo>
                    <a:pt x="2632" y="978"/>
                  </a:moveTo>
                  <a:cubicBezTo>
                    <a:pt x="2882" y="1630"/>
                    <a:pt x="2532" y="2382"/>
                    <a:pt x="1880" y="2607"/>
                  </a:cubicBezTo>
                  <a:cubicBezTo>
                    <a:pt x="1228" y="2858"/>
                    <a:pt x="502" y="2532"/>
                    <a:pt x="251" y="1880"/>
                  </a:cubicBezTo>
                  <a:cubicBezTo>
                    <a:pt x="0" y="1204"/>
                    <a:pt x="326" y="477"/>
                    <a:pt x="1003" y="226"/>
                  </a:cubicBezTo>
                  <a:cubicBezTo>
                    <a:pt x="1654" y="1"/>
                    <a:pt x="2381" y="326"/>
                    <a:pt x="2632" y="9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3" name="Google Shape;1553;p19"/>
          <p:cNvGrpSpPr/>
          <p:nvPr/>
        </p:nvGrpSpPr>
        <p:grpSpPr>
          <a:xfrm>
            <a:off x="2071475" y="615963"/>
            <a:ext cx="166675" cy="168575"/>
            <a:chOff x="4954425" y="2036375"/>
            <a:chExt cx="166675" cy="168575"/>
          </a:xfrm>
        </p:grpSpPr>
        <p:sp>
          <p:nvSpPr>
            <p:cNvPr id="1554" name="Google Shape;1554;p19"/>
            <p:cNvSpPr/>
            <p:nvPr/>
          </p:nvSpPr>
          <p:spPr>
            <a:xfrm>
              <a:off x="4954425" y="2036375"/>
              <a:ext cx="166675" cy="168575"/>
            </a:xfrm>
            <a:custGeom>
              <a:avLst/>
              <a:gdLst/>
              <a:ahLst/>
              <a:cxnLst/>
              <a:rect l="l" t="t" r="r" b="b"/>
              <a:pathLst>
                <a:path w="6667" h="6743" extrusionOk="0">
                  <a:moveTo>
                    <a:pt x="1930" y="3584"/>
                  </a:moveTo>
                  <a:cubicBezTo>
                    <a:pt x="0" y="2882"/>
                    <a:pt x="1529" y="1178"/>
                    <a:pt x="2607" y="2306"/>
                  </a:cubicBezTo>
                  <a:cubicBezTo>
                    <a:pt x="2231" y="0"/>
                    <a:pt x="4712" y="802"/>
                    <a:pt x="3935" y="2406"/>
                  </a:cubicBezTo>
                  <a:cubicBezTo>
                    <a:pt x="5088" y="877"/>
                    <a:pt x="6667" y="2506"/>
                    <a:pt x="4812" y="3384"/>
                  </a:cubicBezTo>
                  <a:cubicBezTo>
                    <a:pt x="6617" y="3885"/>
                    <a:pt x="5940" y="5464"/>
                    <a:pt x="4386" y="4837"/>
                  </a:cubicBezTo>
                  <a:cubicBezTo>
                    <a:pt x="4386" y="6742"/>
                    <a:pt x="2431" y="6517"/>
                    <a:pt x="2757" y="4787"/>
                  </a:cubicBezTo>
                  <a:cubicBezTo>
                    <a:pt x="1203" y="6141"/>
                    <a:pt x="151" y="4311"/>
                    <a:pt x="1930" y="3584"/>
                  </a:cubicBezTo>
                  <a:cubicBezTo>
                    <a:pt x="1755" y="3509"/>
                    <a:pt x="1830" y="3634"/>
                    <a:pt x="1930" y="358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19"/>
            <p:cNvSpPr/>
            <p:nvPr/>
          </p:nvSpPr>
          <p:spPr>
            <a:xfrm>
              <a:off x="5008925" y="2104675"/>
              <a:ext cx="52650" cy="40750"/>
            </a:xfrm>
            <a:custGeom>
              <a:avLst/>
              <a:gdLst/>
              <a:ahLst/>
              <a:cxnLst/>
              <a:rect l="l" t="t" r="r" b="b"/>
              <a:pathLst>
                <a:path w="2106" h="1630" extrusionOk="0">
                  <a:moveTo>
                    <a:pt x="1053" y="0"/>
                  </a:moveTo>
                  <a:cubicBezTo>
                    <a:pt x="1" y="0"/>
                    <a:pt x="1" y="1629"/>
                    <a:pt x="1053" y="1629"/>
                  </a:cubicBezTo>
                  <a:cubicBezTo>
                    <a:pt x="2106" y="1629"/>
                    <a:pt x="2106" y="0"/>
                    <a:pt x="10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6" name="Google Shape;1556;p19"/>
          <p:cNvSpPr/>
          <p:nvPr/>
        </p:nvSpPr>
        <p:spPr>
          <a:xfrm>
            <a:off x="7006975" y="659650"/>
            <a:ext cx="119125" cy="81200"/>
          </a:xfrm>
          <a:custGeom>
            <a:avLst/>
            <a:gdLst/>
            <a:ahLst/>
            <a:cxnLst/>
            <a:rect l="l" t="t" r="r" b="b"/>
            <a:pathLst>
              <a:path w="4765" h="3248" extrusionOk="0">
                <a:moveTo>
                  <a:pt x="2253" y="0"/>
                </a:moveTo>
                <a:cubicBezTo>
                  <a:pt x="255" y="0"/>
                  <a:pt x="1" y="2834"/>
                  <a:pt x="2006" y="3221"/>
                </a:cubicBezTo>
                <a:cubicBezTo>
                  <a:pt x="2122" y="3239"/>
                  <a:pt x="2233" y="3247"/>
                  <a:pt x="2340" y="3247"/>
                </a:cubicBezTo>
                <a:cubicBezTo>
                  <a:pt x="4296" y="3247"/>
                  <a:pt x="4764" y="345"/>
                  <a:pt x="2483" y="12"/>
                </a:cubicBezTo>
                <a:cubicBezTo>
                  <a:pt x="2404" y="4"/>
                  <a:pt x="2327" y="0"/>
                  <a:pt x="225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7" name="Google Shape;1557;p19"/>
          <p:cNvSpPr/>
          <p:nvPr/>
        </p:nvSpPr>
        <p:spPr>
          <a:xfrm>
            <a:off x="1821125" y="1284625"/>
            <a:ext cx="119125" cy="81200"/>
          </a:xfrm>
          <a:custGeom>
            <a:avLst/>
            <a:gdLst/>
            <a:ahLst/>
            <a:cxnLst/>
            <a:rect l="l" t="t" r="r" b="b"/>
            <a:pathLst>
              <a:path w="4765" h="3248" extrusionOk="0">
                <a:moveTo>
                  <a:pt x="2253" y="1"/>
                </a:moveTo>
                <a:cubicBezTo>
                  <a:pt x="255" y="1"/>
                  <a:pt x="1" y="2834"/>
                  <a:pt x="2007" y="3221"/>
                </a:cubicBezTo>
                <a:cubicBezTo>
                  <a:pt x="2122" y="3239"/>
                  <a:pt x="2233" y="3248"/>
                  <a:pt x="2340" y="3248"/>
                </a:cubicBezTo>
                <a:cubicBezTo>
                  <a:pt x="4296" y="3248"/>
                  <a:pt x="4764" y="346"/>
                  <a:pt x="2483" y="13"/>
                </a:cubicBezTo>
                <a:cubicBezTo>
                  <a:pt x="2404" y="5"/>
                  <a:pt x="2327" y="1"/>
                  <a:pt x="225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8" name="Google Shape;1558;p19"/>
          <p:cNvSpPr/>
          <p:nvPr/>
        </p:nvSpPr>
        <p:spPr>
          <a:xfrm>
            <a:off x="1018050" y="1000650"/>
            <a:ext cx="87000" cy="61925"/>
          </a:xfrm>
          <a:custGeom>
            <a:avLst/>
            <a:gdLst/>
            <a:ahLst/>
            <a:cxnLst/>
            <a:rect l="l" t="t" r="r" b="b"/>
            <a:pathLst>
              <a:path w="3480" h="2477" extrusionOk="0">
                <a:moveTo>
                  <a:pt x="2112" y="1"/>
                </a:moveTo>
                <a:cubicBezTo>
                  <a:pt x="1992" y="1"/>
                  <a:pt x="1862" y="18"/>
                  <a:pt x="1722" y="57"/>
                </a:cubicBezTo>
                <a:cubicBezTo>
                  <a:pt x="1690" y="55"/>
                  <a:pt x="1659" y="54"/>
                  <a:pt x="1628" y="54"/>
                </a:cubicBezTo>
                <a:cubicBezTo>
                  <a:pt x="35" y="54"/>
                  <a:pt x="1" y="2476"/>
                  <a:pt x="1610" y="2476"/>
                </a:cubicBezTo>
                <a:cubicBezTo>
                  <a:pt x="1678" y="2476"/>
                  <a:pt x="1748" y="2472"/>
                  <a:pt x="1822" y="2463"/>
                </a:cubicBezTo>
                <a:cubicBezTo>
                  <a:pt x="3480" y="2279"/>
                  <a:pt x="3466" y="1"/>
                  <a:pt x="211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9" name="Google Shape;1559;p19"/>
          <p:cNvSpPr/>
          <p:nvPr/>
        </p:nvSpPr>
        <p:spPr>
          <a:xfrm>
            <a:off x="7527700" y="4181913"/>
            <a:ext cx="87000" cy="61925"/>
          </a:xfrm>
          <a:custGeom>
            <a:avLst/>
            <a:gdLst/>
            <a:ahLst/>
            <a:cxnLst/>
            <a:rect l="l" t="t" r="r" b="b"/>
            <a:pathLst>
              <a:path w="3480" h="2477" extrusionOk="0">
                <a:moveTo>
                  <a:pt x="2112" y="1"/>
                </a:moveTo>
                <a:cubicBezTo>
                  <a:pt x="1992" y="1"/>
                  <a:pt x="1862" y="18"/>
                  <a:pt x="1722" y="57"/>
                </a:cubicBezTo>
                <a:cubicBezTo>
                  <a:pt x="1690" y="55"/>
                  <a:pt x="1659" y="54"/>
                  <a:pt x="1628" y="54"/>
                </a:cubicBezTo>
                <a:cubicBezTo>
                  <a:pt x="35" y="54"/>
                  <a:pt x="1" y="2476"/>
                  <a:pt x="1610" y="2476"/>
                </a:cubicBezTo>
                <a:cubicBezTo>
                  <a:pt x="1678" y="2476"/>
                  <a:pt x="1748" y="2472"/>
                  <a:pt x="1822" y="2463"/>
                </a:cubicBezTo>
                <a:cubicBezTo>
                  <a:pt x="3480" y="2279"/>
                  <a:pt x="3466" y="1"/>
                  <a:pt x="211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0" name="Google Shape;1560;p19"/>
          <p:cNvSpPr/>
          <p:nvPr/>
        </p:nvSpPr>
        <p:spPr>
          <a:xfrm>
            <a:off x="1104175" y="3709075"/>
            <a:ext cx="119125" cy="81200"/>
          </a:xfrm>
          <a:custGeom>
            <a:avLst/>
            <a:gdLst/>
            <a:ahLst/>
            <a:cxnLst/>
            <a:rect l="l" t="t" r="r" b="b"/>
            <a:pathLst>
              <a:path w="4765" h="3248" extrusionOk="0">
                <a:moveTo>
                  <a:pt x="2253" y="1"/>
                </a:moveTo>
                <a:cubicBezTo>
                  <a:pt x="255" y="1"/>
                  <a:pt x="1" y="2834"/>
                  <a:pt x="2007" y="3221"/>
                </a:cubicBezTo>
                <a:cubicBezTo>
                  <a:pt x="2122" y="3239"/>
                  <a:pt x="2233" y="3248"/>
                  <a:pt x="2340" y="3248"/>
                </a:cubicBezTo>
                <a:cubicBezTo>
                  <a:pt x="4296" y="3248"/>
                  <a:pt x="4764" y="346"/>
                  <a:pt x="2483" y="13"/>
                </a:cubicBezTo>
                <a:cubicBezTo>
                  <a:pt x="2404" y="5"/>
                  <a:pt x="2327" y="1"/>
                  <a:pt x="225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61" name="Google Shape;1561;p19"/>
          <p:cNvGrpSpPr/>
          <p:nvPr/>
        </p:nvGrpSpPr>
        <p:grpSpPr>
          <a:xfrm>
            <a:off x="1529750" y="4285375"/>
            <a:ext cx="291375" cy="281375"/>
            <a:chOff x="3243875" y="2372825"/>
            <a:chExt cx="291375" cy="281375"/>
          </a:xfrm>
        </p:grpSpPr>
        <p:sp>
          <p:nvSpPr>
            <p:cNvPr id="1562" name="Google Shape;1562;p19"/>
            <p:cNvSpPr/>
            <p:nvPr/>
          </p:nvSpPr>
          <p:spPr>
            <a:xfrm>
              <a:off x="3287125" y="2403550"/>
              <a:ext cx="205525" cy="200525"/>
            </a:xfrm>
            <a:custGeom>
              <a:avLst/>
              <a:gdLst/>
              <a:ahLst/>
              <a:cxnLst/>
              <a:rect l="l" t="t" r="r" b="b"/>
              <a:pathLst>
                <a:path w="8221" h="8021" fill="none" extrusionOk="0">
                  <a:moveTo>
                    <a:pt x="8221" y="0"/>
                  </a:moveTo>
                  <a:cubicBezTo>
                    <a:pt x="5765" y="2982"/>
                    <a:pt x="2807" y="5338"/>
                    <a:pt x="0" y="802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3304025" y="2403550"/>
              <a:ext cx="191125" cy="210550"/>
            </a:xfrm>
            <a:custGeom>
              <a:avLst/>
              <a:gdLst/>
              <a:ahLst/>
              <a:cxnLst/>
              <a:rect l="l" t="t" r="r" b="b"/>
              <a:pathLst>
                <a:path w="7645" h="8422" fill="none" extrusionOk="0">
                  <a:moveTo>
                    <a:pt x="1" y="0"/>
                  </a:moveTo>
                  <a:cubicBezTo>
                    <a:pt x="1404" y="1830"/>
                    <a:pt x="3159" y="3409"/>
                    <a:pt x="4738" y="5088"/>
                  </a:cubicBezTo>
                  <a:cubicBezTo>
                    <a:pt x="6066" y="6491"/>
                    <a:pt x="6292" y="6993"/>
                    <a:pt x="7645" y="842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3396775" y="2372825"/>
              <a:ext cx="10675" cy="281375"/>
            </a:xfrm>
            <a:custGeom>
              <a:avLst/>
              <a:gdLst/>
              <a:ahLst/>
              <a:cxnLst/>
              <a:rect l="l" t="t" r="r" b="b"/>
              <a:pathLst>
                <a:path w="427" h="11255" fill="none" extrusionOk="0">
                  <a:moveTo>
                    <a:pt x="150" y="1"/>
                  </a:moveTo>
                  <a:cubicBezTo>
                    <a:pt x="75" y="2507"/>
                    <a:pt x="426" y="5013"/>
                    <a:pt x="150" y="7470"/>
                  </a:cubicBezTo>
                  <a:cubicBezTo>
                    <a:pt x="25" y="8798"/>
                    <a:pt x="0" y="9951"/>
                    <a:pt x="0" y="11254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3243875" y="2495650"/>
              <a:ext cx="285125" cy="10675"/>
            </a:xfrm>
            <a:custGeom>
              <a:avLst/>
              <a:gdLst/>
              <a:ahLst/>
              <a:cxnLst/>
              <a:rect l="l" t="t" r="r" b="b"/>
              <a:pathLst>
                <a:path w="11405" h="427" fill="none" extrusionOk="0">
                  <a:moveTo>
                    <a:pt x="11404" y="426"/>
                  </a:moveTo>
                  <a:cubicBezTo>
                    <a:pt x="7495" y="0"/>
                    <a:pt x="3886" y="201"/>
                    <a:pt x="1" y="5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19"/>
            <p:cNvSpPr/>
            <p:nvPr/>
          </p:nvSpPr>
          <p:spPr>
            <a:xfrm>
              <a:off x="3340375" y="2379100"/>
              <a:ext cx="104650" cy="267575"/>
            </a:xfrm>
            <a:custGeom>
              <a:avLst/>
              <a:gdLst/>
              <a:ahLst/>
              <a:cxnLst/>
              <a:rect l="l" t="t" r="r" b="b"/>
              <a:pathLst>
                <a:path w="4186" h="10703" fill="none" extrusionOk="0">
                  <a:moveTo>
                    <a:pt x="0" y="1"/>
                  </a:moveTo>
                  <a:cubicBezTo>
                    <a:pt x="1780" y="3409"/>
                    <a:pt x="2833" y="7043"/>
                    <a:pt x="4186" y="1070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19"/>
            <p:cNvSpPr/>
            <p:nvPr/>
          </p:nvSpPr>
          <p:spPr>
            <a:xfrm>
              <a:off x="3267075" y="2458675"/>
              <a:ext cx="268175" cy="94000"/>
            </a:xfrm>
            <a:custGeom>
              <a:avLst/>
              <a:gdLst/>
              <a:ahLst/>
              <a:cxnLst/>
              <a:rect l="l" t="t" r="r" b="b"/>
              <a:pathLst>
                <a:path w="10727" h="3760" fill="none" extrusionOk="0">
                  <a:moveTo>
                    <a:pt x="0" y="3760"/>
                  </a:moveTo>
                  <a:cubicBezTo>
                    <a:pt x="2231" y="3184"/>
                    <a:pt x="4361" y="2181"/>
                    <a:pt x="6516" y="1379"/>
                  </a:cubicBezTo>
                  <a:cubicBezTo>
                    <a:pt x="8346" y="702"/>
                    <a:pt x="8897" y="677"/>
                    <a:pt x="10727" y="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19"/>
            <p:cNvSpPr/>
            <p:nvPr/>
          </p:nvSpPr>
          <p:spPr>
            <a:xfrm>
              <a:off x="3276475" y="2451775"/>
              <a:ext cx="257525" cy="112825"/>
            </a:xfrm>
            <a:custGeom>
              <a:avLst/>
              <a:gdLst/>
              <a:ahLst/>
              <a:cxnLst/>
              <a:rect l="l" t="t" r="r" b="b"/>
              <a:pathLst>
                <a:path w="10301" h="4513" fill="none" extrusionOk="0">
                  <a:moveTo>
                    <a:pt x="0" y="1"/>
                  </a:moveTo>
                  <a:cubicBezTo>
                    <a:pt x="2281" y="1028"/>
                    <a:pt x="4712" y="1680"/>
                    <a:pt x="6867" y="2908"/>
                  </a:cubicBezTo>
                  <a:cubicBezTo>
                    <a:pt x="8045" y="3535"/>
                    <a:pt x="9098" y="4011"/>
                    <a:pt x="10301" y="451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19"/>
            <p:cNvSpPr/>
            <p:nvPr/>
          </p:nvSpPr>
          <p:spPr>
            <a:xfrm>
              <a:off x="3329100" y="2385375"/>
              <a:ext cx="120325" cy="258800"/>
            </a:xfrm>
            <a:custGeom>
              <a:avLst/>
              <a:gdLst/>
              <a:ahLst/>
              <a:cxnLst/>
              <a:rect l="l" t="t" r="r" b="b"/>
              <a:pathLst>
                <a:path w="4813" h="10352" fill="none" extrusionOk="0">
                  <a:moveTo>
                    <a:pt x="4812" y="0"/>
                  </a:moveTo>
                  <a:cubicBezTo>
                    <a:pt x="2883" y="3434"/>
                    <a:pt x="1654" y="6842"/>
                    <a:pt x="0" y="1035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19"/>
            <p:cNvSpPr/>
            <p:nvPr/>
          </p:nvSpPr>
          <p:spPr>
            <a:xfrm>
              <a:off x="3327850" y="2438625"/>
              <a:ext cx="133475" cy="132850"/>
            </a:xfrm>
            <a:custGeom>
              <a:avLst/>
              <a:gdLst/>
              <a:ahLst/>
              <a:cxnLst/>
              <a:rect l="l" t="t" r="r" b="b"/>
              <a:pathLst>
                <a:path w="5339" h="5314" extrusionOk="0">
                  <a:moveTo>
                    <a:pt x="4887" y="1830"/>
                  </a:moveTo>
                  <a:cubicBezTo>
                    <a:pt x="5339" y="3058"/>
                    <a:pt x="4712" y="4412"/>
                    <a:pt x="3484" y="4863"/>
                  </a:cubicBezTo>
                  <a:cubicBezTo>
                    <a:pt x="2281" y="5314"/>
                    <a:pt x="928" y="4687"/>
                    <a:pt x="451" y="3484"/>
                  </a:cubicBezTo>
                  <a:cubicBezTo>
                    <a:pt x="0" y="2256"/>
                    <a:pt x="627" y="903"/>
                    <a:pt x="1855" y="452"/>
                  </a:cubicBezTo>
                  <a:cubicBezTo>
                    <a:pt x="3058" y="1"/>
                    <a:pt x="4411" y="602"/>
                    <a:pt x="4887" y="183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19"/>
            <p:cNvSpPr/>
            <p:nvPr/>
          </p:nvSpPr>
          <p:spPr>
            <a:xfrm>
              <a:off x="3358550" y="2469325"/>
              <a:ext cx="72075" cy="71450"/>
            </a:xfrm>
            <a:custGeom>
              <a:avLst/>
              <a:gdLst/>
              <a:ahLst/>
              <a:cxnLst/>
              <a:rect l="l" t="t" r="r" b="b"/>
              <a:pathLst>
                <a:path w="2883" h="2858" extrusionOk="0">
                  <a:moveTo>
                    <a:pt x="2632" y="978"/>
                  </a:moveTo>
                  <a:cubicBezTo>
                    <a:pt x="2882" y="1630"/>
                    <a:pt x="2532" y="2382"/>
                    <a:pt x="1880" y="2607"/>
                  </a:cubicBezTo>
                  <a:cubicBezTo>
                    <a:pt x="1228" y="2858"/>
                    <a:pt x="502" y="2532"/>
                    <a:pt x="251" y="1880"/>
                  </a:cubicBezTo>
                  <a:cubicBezTo>
                    <a:pt x="0" y="1204"/>
                    <a:pt x="326" y="477"/>
                    <a:pt x="1003" y="226"/>
                  </a:cubicBezTo>
                  <a:cubicBezTo>
                    <a:pt x="1654" y="1"/>
                    <a:pt x="2381" y="326"/>
                    <a:pt x="2632" y="9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2" name="Google Shape;1572;p19"/>
          <p:cNvGrpSpPr/>
          <p:nvPr/>
        </p:nvGrpSpPr>
        <p:grpSpPr>
          <a:xfrm>
            <a:off x="1254238" y="2592525"/>
            <a:ext cx="444275" cy="398525"/>
            <a:chOff x="2495125" y="2142250"/>
            <a:chExt cx="444275" cy="398525"/>
          </a:xfrm>
        </p:grpSpPr>
        <p:sp>
          <p:nvSpPr>
            <p:cNvPr id="1573" name="Google Shape;1573;p19"/>
            <p:cNvSpPr/>
            <p:nvPr/>
          </p:nvSpPr>
          <p:spPr>
            <a:xfrm>
              <a:off x="2495125" y="2142250"/>
              <a:ext cx="444275" cy="398525"/>
            </a:xfrm>
            <a:custGeom>
              <a:avLst/>
              <a:gdLst/>
              <a:ahLst/>
              <a:cxnLst/>
              <a:rect l="l" t="t" r="r" b="b"/>
              <a:pathLst>
                <a:path w="17771" h="15941" extrusionOk="0">
                  <a:moveTo>
                    <a:pt x="6542" y="6116"/>
                  </a:moveTo>
                  <a:cubicBezTo>
                    <a:pt x="4437" y="1154"/>
                    <a:pt x="10201" y="1"/>
                    <a:pt x="9224" y="5866"/>
                  </a:cubicBezTo>
                  <a:cubicBezTo>
                    <a:pt x="11780" y="1003"/>
                    <a:pt x="16367" y="6718"/>
                    <a:pt x="10452" y="8021"/>
                  </a:cubicBezTo>
                  <a:cubicBezTo>
                    <a:pt x="17770" y="9525"/>
                    <a:pt x="12382" y="15139"/>
                    <a:pt x="9600" y="9976"/>
                  </a:cubicBezTo>
                  <a:cubicBezTo>
                    <a:pt x="11204" y="15891"/>
                    <a:pt x="5941" y="15941"/>
                    <a:pt x="7068" y="10252"/>
                  </a:cubicBezTo>
                  <a:cubicBezTo>
                    <a:pt x="4662" y="15565"/>
                    <a:pt x="1" y="11555"/>
                    <a:pt x="5414" y="8597"/>
                  </a:cubicBezTo>
                  <a:cubicBezTo>
                    <a:pt x="276" y="8597"/>
                    <a:pt x="1830" y="2031"/>
                    <a:pt x="6542" y="6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19"/>
            <p:cNvSpPr/>
            <p:nvPr/>
          </p:nvSpPr>
          <p:spPr>
            <a:xfrm>
              <a:off x="2655525" y="2307050"/>
              <a:ext cx="94650" cy="73325"/>
            </a:xfrm>
            <a:custGeom>
              <a:avLst/>
              <a:gdLst/>
              <a:ahLst/>
              <a:cxnLst/>
              <a:rect l="l" t="t" r="r" b="b"/>
              <a:pathLst>
                <a:path w="3786" h="2933" extrusionOk="0">
                  <a:moveTo>
                    <a:pt x="1906" y="0"/>
                  </a:moveTo>
                  <a:cubicBezTo>
                    <a:pt x="1" y="0"/>
                    <a:pt x="1" y="2933"/>
                    <a:pt x="1906" y="2933"/>
                  </a:cubicBezTo>
                  <a:cubicBezTo>
                    <a:pt x="3785" y="2933"/>
                    <a:pt x="3785" y="0"/>
                    <a:pt x="19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5" name="Google Shape;1575;p19"/>
          <p:cNvGrpSpPr/>
          <p:nvPr/>
        </p:nvGrpSpPr>
        <p:grpSpPr>
          <a:xfrm>
            <a:off x="6975800" y="4368950"/>
            <a:ext cx="291375" cy="281375"/>
            <a:chOff x="3243875" y="2372825"/>
            <a:chExt cx="291375" cy="281375"/>
          </a:xfrm>
        </p:grpSpPr>
        <p:sp>
          <p:nvSpPr>
            <p:cNvPr id="1576" name="Google Shape;1576;p19"/>
            <p:cNvSpPr/>
            <p:nvPr/>
          </p:nvSpPr>
          <p:spPr>
            <a:xfrm>
              <a:off x="3287125" y="2403550"/>
              <a:ext cx="205525" cy="200525"/>
            </a:xfrm>
            <a:custGeom>
              <a:avLst/>
              <a:gdLst/>
              <a:ahLst/>
              <a:cxnLst/>
              <a:rect l="l" t="t" r="r" b="b"/>
              <a:pathLst>
                <a:path w="8221" h="8021" fill="none" extrusionOk="0">
                  <a:moveTo>
                    <a:pt x="8221" y="0"/>
                  </a:moveTo>
                  <a:cubicBezTo>
                    <a:pt x="5765" y="2982"/>
                    <a:pt x="2807" y="5338"/>
                    <a:pt x="0" y="802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19"/>
            <p:cNvSpPr/>
            <p:nvPr/>
          </p:nvSpPr>
          <p:spPr>
            <a:xfrm>
              <a:off x="3304025" y="2403550"/>
              <a:ext cx="191125" cy="210550"/>
            </a:xfrm>
            <a:custGeom>
              <a:avLst/>
              <a:gdLst/>
              <a:ahLst/>
              <a:cxnLst/>
              <a:rect l="l" t="t" r="r" b="b"/>
              <a:pathLst>
                <a:path w="7645" h="8422" fill="none" extrusionOk="0">
                  <a:moveTo>
                    <a:pt x="1" y="0"/>
                  </a:moveTo>
                  <a:cubicBezTo>
                    <a:pt x="1404" y="1830"/>
                    <a:pt x="3159" y="3409"/>
                    <a:pt x="4738" y="5088"/>
                  </a:cubicBezTo>
                  <a:cubicBezTo>
                    <a:pt x="6066" y="6491"/>
                    <a:pt x="6292" y="6993"/>
                    <a:pt x="7645" y="842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19"/>
            <p:cNvSpPr/>
            <p:nvPr/>
          </p:nvSpPr>
          <p:spPr>
            <a:xfrm>
              <a:off x="3396775" y="2372825"/>
              <a:ext cx="10675" cy="281375"/>
            </a:xfrm>
            <a:custGeom>
              <a:avLst/>
              <a:gdLst/>
              <a:ahLst/>
              <a:cxnLst/>
              <a:rect l="l" t="t" r="r" b="b"/>
              <a:pathLst>
                <a:path w="427" h="11255" fill="none" extrusionOk="0">
                  <a:moveTo>
                    <a:pt x="150" y="1"/>
                  </a:moveTo>
                  <a:cubicBezTo>
                    <a:pt x="75" y="2507"/>
                    <a:pt x="426" y="5013"/>
                    <a:pt x="150" y="7470"/>
                  </a:cubicBezTo>
                  <a:cubicBezTo>
                    <a:pt x="25" y="8798"/>
                    <a:pt x="0" y="9951"/>
                    <a:pt x="0" y="11254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19"/>
            <p:cNvSpPr/>
            <p:nvPr/>
          </p:nvSpPr>
          <p:spPr>
            <a:xfrm>
              <a:off x="3243875" y="2495650"/>
              <a:ext cx="285125" cy="10675"/>
            </a:xfrm>
            <a:custGeom>
              <a:avLst/>
              <a:gdLst/>
              <a:ahLst/>
              <a:cxnLst/>
              <a:rect l="l" t="t" r="r" b="b"/>
              <a:pathLst>
                <a:path w="11405" h="427" fill="none" extrusionOk="0">
                  <a:moveTo>
                    <a:pt x="11404" y="426"/>
                  </a:moveTo>
                  <a:cubicBezTo>
                    <a:pt x="7495" y="0"/>
                    <a:pt x="3886" y="201"/>
                    <a:pt x="1" y="50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19"/>
            <p:cNvSpPr/>
            <p:nvPr/>
          </p:nvSpPr>
          <p:spPr>
            <a:xfrm>
              <a:off x="3340375" y="2379100"/>
              <a:ext cx="104650" cy="267575"/>
            </a:xfrm>
            <a:custGeom>
              <a:avLst/>
              <a:gdLst/>
              <a:ahLst/>
              <a:cxnLst/>
              <a:rect l="l" t="t" r="r" b="b"/>
              <a:pathLst>
                <a:path w="4186" h="10703" fill="none" extrusionOk="0">
                  <a:moveTo>
                    <a:pt x="0" y="1"/>
                  </a:moveTo>
                  <a:cubicBezTo>
                    <a:pt x="1780" y="3409"/>
                    <a:pt x="2833" y="7043"/>
                    <a:pt x="4186" y="1070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19"/>
            <p:cNvSpPr/>
            <p:nvPr/>
          </p:nvSpPr>
          <p:spPr>
            <a:xfrm>
              <a:off x="3267075" y="2458675"/>
              <a:ext cx="268175" cy="94000"/>
            </a:xfrm>
            <a:custGeom>
              <a:avLst/>
              <a:gdLst/>
              <a:ahLst/>
              <a:cxnLst/>
              <a:rect l="l" t="t" r="r" b="b"/>
              <a:pathLst>
                <a:path w="10727" h="3760" fill="none" extrusionOk="0">
                  <a:moveTo>
                    <a:pt x="0" y="3760"/>
                  </a:moveTo>
                  <a:cubicBezTo>
                    <a:pt x="2231" y="3184"/>
                    <a:pt x="4361" y="2181"/>
                    <a:pt x="6516" y="1379"/>
                  </a:cubicBezTo>
                  <a:cubicBezTo>
                    <a:pt x="8346" y="702"/>
                    <a:pt x="8897" y="677"/>
                    <a:pt x="10727" y="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19"/>
            <p:cNvSpPr/>
            <p:nvPr/>
          </p:nvSpPr>
          <p:spPr>
            <a:xfrm>
              <a:off x="3276475" y="2451775"/>
              <a:ext cx="257525" cy="112825"/>
            </a:xfrm>
            <a:custGeom>
              <a:avLst/>
              <a:gdLst/>
              <a:ahLst/>
              <a:cxnLst/>
              <a:rect l="l" t="t" r="r" b="b"/>
              <a:pathLst>
                <a:path w="10301" h="4513" fill="none" extrusionOk="0">
                  <a:moveTo>
                    <a:pt x="0" y="1"/>
                  </a:moveTo>
                  <a:cubicBezTo>
                    <a:pt x="2281" y="1028"/>
                    <a:pt x="4712" y="1680"/>
                    <a:pt x="6867" y="2908"/>
                  </a:cubicBezTo>
                  <a:cubicBezTo>
                    <a:pt x="8045" y="3535"/>
                    <a:pt x="9098" y="4011"/>
                    <a:pt x="10301" y="4512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19"/>
            <p:cNvSpPr/>
            <p:nvPr/>
          </p:nvSpPr>
          <p:spPr>
            <a:xfrm>
              <a:off x="3329100" y="2385375"/>
              <a:ext cx="120325" cy="258800"/>
            </a:xfrm>
            <a:custGeom>
              <a:avLst/>
              <a:gdLst/>
              <a:ahLst/>
              <a:cxnLst/>
              <a:rect l="l" t="t" r="r" b="b"/>
              <a:pathLst>
                <a:path w="4813" h="10352" fill="none" extrusionOk="0">
                  <a:moveTo>
                    <a:pt x="4812" y="0"/>
                  </a:moveTo>
                  <a:cubicBezTo>
                    <a:pt x="2883" y="3434"/>
                    <a:pt x="1654" y="6842"/>
                    <a:pt x="0" y="10351"/>
                  </a:cubicBezTo>
                </a:path>
              </a:pathLst>
            </a:custGeom>
            <a:noFill/>
            <a:ln w="294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19"/>
            <p:cNvSpPr/>
            <p:nvPr/>
          </p:nvSpPr>
          <p:spPr>
            <a:xfrm>
              <a:off x="3327850" y="2438625"/>
              <a:ext cx="133475" cy="132850"/>
            </a:xfrm>
            <a:custGeom>
              <a:avLst/>
              <a:gdLst/>
              <a:ahLst/>
              <a:cxnLst/>
              <a:rect l="l" t="t" r="r" b="b"/>
              <a:pathLst>
                <a:path w="5339" h="5314" extrusionOk="0">
                  <a:moveTo>
                    <a:pt x="4887" y="1830"/>
                  </a:moveTo>
                  <a:cubicBezTo>
                    <a:pt x="5339" y="3058"/>
                    <a:pt x="4712" y="4412"/>
                    <a:pt x="3484" y="4863"/>
                  </a:cubicBezTo>
                  <a:cubicBezTo>
                    <a:pt x="2281" y="5314"/>
                    <a:pt x="928" y="4687"/>
                    <a:pt x="451" y="3484"/>
                  </a:cubicBezTo>
                  <a:cubicBezTo>
                    <a:pt x="0" y="2256"/>
                    <a:pt x="627" y="903"/>
                    <a:pt x="1855" y="452"/>
                  </a:cubicBezTo>
                  <a:cubicBezTo>
                    <a:pt x="3058" y="1"/>
                    <a:pt x="4411" y="602"/>
                    <a:pt x="4887" y="183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19"/>
            <p:cNvSpPr/>
            <p:nvPr/>
          </p:nvSpPr>
          <p:spPr>
            <a:xfrm>
              <a:off x="3358550" y="2469325"/>
              <a:ext cx="72075" cy="71450"/>
            </a:xfrm>
            <a:custGeom>
              <a:avLst/>
              <a:gdLst/>
              <a:ahLst/>
              <a:cxnLst/>
              <a:rect l="l" t="t" r="r" b="b"/>
              <a:pathLst>
                <a:path w="2883" h="2858" extrusionOk="0">
                  <a:moveTo>
                    <a:pt x="2632" y="978"/>
                  </a:moveTo>
                  <a:cubicBezTo>
                    <a:pt x="2882" y="1630"/>
                    <a:pt x="2532" y="2382"/>
                    <a:pt x="1880" y="2607"/>
                  </a:cubicBezTo>
                  <a:cubicBezTo>
                    <a:pt x="1228" y="2858"/>
                    <a:pt x="502" y="2532"/>
                    <a:pt x="251" y="1880"/>
                  </a:cubicBezTo>
                  <a:cubicBezTo>
                    <a:pt x="0" y="1204"/>
                    <a:pt x="326" y="477"/>
                    <a:pt x="1003" y="226"/>
                  </a:cubicBezTo>
                  <a:cubicBezTo>
                    <a:pt x="1654" y="1"/>
                    <a:pt x="2381" y="326"/>
                    <a:pt x="2632" y="9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6" name="Google Shape;1586;p19"/>
          <p:cNvGrpSpPr/>
          <p:nvPr/>
        </p:nvGrpSpPr>
        <p:grpSpPr>
          <a:xfrm>
            <a:off x="7185250" y="2202150"/>
            <a:ext cx="166675" cy="168575"/>
            <a:chOff x="4954425" y="2036375"/>
            <a:chExt cx="166675" cy="168575"/>
          </a:xfrm>
        </p:grpSpPr>
        <p:sp>
          <p:nvSpPr>
            <p:cNvPr id="1587" name="Google Shape;1587;p19"/>
            <p:cNvSpPr/>
            <p:nvPr/>
          </p:nvSpPr>
          <p:spPr>
            <a:xfrm>
              <a:off x="4954425" y="2036375"/>
              <a:ext cx="166675" cy="168575"/>
            </a:xfrm>
            <a:custGeom>
              <a:avLst/>
              <a:gdLst/>
              <a:ahLst/>
              <a:cxnLst/>
              <a:rect l="l" t="t" r="r" b="b"/>
              <a:pathLst>
                <a:path w="6667" h="6743" extrusionOk="0">
                  <a:moveTo>
                    <a:pt x="1930" y="3584"/>
                  </a:moveTo>
                  <a:cubicBezTo>
                    <a:pt x="0" y="2882"/>
                    <a:pt x="1529" y="1178"/>
                    <a:pt x="2607" y="2306"/>
                  </a:cubicBezTo>
                  <a:cubicBezTo>
                    <a:pt x="2231" y="0"/>
                    <a:pt x="4712" y="802"/>
                    <a:pt x="3935" y="2406"/>
                  </a:cubicBezTo>
                  <a:cubicBezTo>
                    <a:pt x="5088" y="877"/>
                    <a:pt x="6667" y="2506"/>
                    <a:pt x="4812" y="3384"/>
                  </a:cubicBezTo>
                  <a:cubicBezTo>
                    <a:pt x="6617" y="3885"/>
                    <a:pt x="5940" y="5464"/>
                    <a:pt x="4386" y="4837"/>
                  </a:cubicBezTo>
                  <a:cubicBezTo>
                    <a:pt x="4386" y="6742"/>
                    <a:pt x="2431" y="6517"/>
                    <a:pt x="2757" y="4787"/>
                  </a:cubicBezTo>
                  <a:cubicBezTo>
                    <a:pt x="1203" y="6141"/>
                    <a:pt x="151" y="4311"/>
                    <a:pt x="1930" y="3584"/>
                  </a:cubicBezTo>
                  <a:cubicBezTo>
                    <a:pt x="1755" y="3509"/>
                    <a:pt x="1830" y="3634"/>
                    <a:pt x="1930" y="358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19"/>
            <p:cNvSpPr/>
            <p:nvPr/>
          </p:nvSpPr>
          <p:spPr>
            <a:xfrm>
              <a:off x="5008925" y="2104675"/>
              <a:ext cx="52650" cy="40750"/>
            </a:xfrm>
            <a:custGeom>
              <a:avLst/>
              <a:gdLst/>
              <a:ahLst/>
              <a:cxnLst/>
              <a:rect l="l" t="t" r="r" b="b"/>
              <a:pathLst>
                <a:path w="2106" h="1630" extrusionOk="0">
                  <a:moveTo>
                    <a:pt x="1053" y="0"/>
                  </a:moveTo>
                  <a:cubicBezTo>
                    <a:pt x="1" y="0"/>
                    <a:pt x="1" y="1629"/>
                    <a:pt x="1053" y="1629"/>
                  </a:cubicBezTo>
                  <a:cubicBezTo>
                    <a:pt x="2106" y="1629"/>
                    <a:pt x="2106" y="0"/>
                    <a:pt x="10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9" name="Google Shape;1589;p19"/>
          <p:cNvGrpSpPr/>
          <p:nvPr/>
        </p:nvGrpSpPr>
        <p:grpSpPr>
          <a:xfrm>
            <a:off x="7658888" y="1125963"/>
            <a:ext cx="444275" cy="398525"/>
            <a:chOff x="2495125" y="2142250"/>
            <a:chExt cx="444275" cy="398525"/>
          </a:xfrm>
        </p:grpSpPr>
        <p:sp>
          <p:nvSpPr>
            <p:cNvPr id="1590" name="Google Shape;1590;p19"/>
            <p:cNvSpPr/>
            <p:nvPr/>
          </p:nvSpPr>
          <p:spPr>
            <a:xfrm>
              <a:off x="2495125" y="2142250"/>
              <a:ext cx="444275" cy="398525"/>
            </a:xfrm>
            <a:custGeom>
              <a:avLst/>
              <a:gdLst/>
              <a:ahLst/>
              <a:cxnLst/>
              <a:rect l="l" t="t" r="r" b="b"/>
              <a:pathLst>
                <a:path w="17771" h="15941" extrusionOk="0">
                  <a:moveTo>
                    <a:pt x="6542" y="6116"/>
                  </a:moveTo>
                  <a:cubicBezTo>
                    <a:pt x="4437" y="1154"/>
                    <a:pt x="10201" y="1"/>
                    <a:pt x="9224" y="5866"/>
                  </a:cubicBezTo>
                  <a:cubicBezTo>
                    <a:pt x="11780" y="1003"/>
                    <a:pt x="16367" y="6718"/>
                    <a:pt x="10452" y="8021"/>
                  </a:cubicBezTo>
                  <a:cubicBezTo>
                    <a:pt x="17770" y="9525"/>
                    <a:pt x="12382" y="15139"/>
                    <a:pt x="9600" y="9976"/>
                  </a:cubicBezTo>
                  <a:cubicBezTo>
                    <a:pt x="11204" y="15891"/>
                    <a:pt x="5941" y="15941"/>
                    <a:pt x="7068" y="10252"/>
                  </a:cubicBezTo>
                  <a:cubicBezTo>
                    <a:pt x="4662" y="15565"/>
                    <a:pt x="1" y="11555"/>
                    <a:pt x="5414" y="8597"/>
                  </a:cubicBezTo>
                  <a:cubicBezTo>
                    <a:pt x="276" y="8597"/>
                    <a:pt x="1830" y="2031"/>
                    <a:pt x="6542" y="6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19"/>
            <p:cNvSpPr/>
            <p:nvPr/>
          </p:nvSpPr>
          <p:spPr>
            <a:xfrm>
              <a:off x="2655525" y="2307050"/>
              <a:ext cx="94650" cy="73325"/>
            </a:xfrm>
            <a:custGeom>
              <a:avLst/>
              <a:gdLst/>
              <a:ahLst/>
              <a:cxnLst/>
              <a:rect l="l" t="t" r="r" b="b"/>
              <a:pathLst>
                <a:path w="3786" h="2933" extrusionOk="0">
                  <a:moveTo>
                    <a:pt x="1906" y="0"/>
                  </a:moveTo>
                  <a:cubicBezTo>
                    <a:pt x="1" y="0"/>
                    <a:pt x="1" y="2933"/>
                    <a:pt x="1906" y="2933"/>
                  </a:cubicBezTo>
                  <a:cubicBezTo>
                    <a:pt x="3785" y="2933"/>
                    <a:pt x="3785" y="0"/>
                    <a:pt x="19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6225" y="441350"/>
            <a:ext cx="7691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Jua"/>
              <a:buNone/>
              <a:defRPr sz="2800" b="1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80"/>
              </a:buClr>
              <a:buSzPts val="1600"/>
              <a:buFont typeface="Quicksand Medium"/>
              <a:buChar char="●"/>
              <a:defRPr sz="1600">
                <a:solidFill>
                  <a:srgbClr val="174A80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80"/>
              </a:buClr>
              <a:buSzPts val="1600"/>
              <a:buFont typeface="Quicksand Medium"/>
              <a:buChar char="○"/>
              <a:defRPr sz="1600">
                <a:solidFill>
                  <a:srgbClr val="174A80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80"/>
              </a:buClr>
              <a:buSzPts val="1600"/>
              <a:buFont typeface="Quicksand Medium"/>
              <a:buChar char="■"/>
              <a:defRPr sz="1600">
                <a:solidFill>
                  <a:srgbClr val="174A80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80"/>
              </a:buClr>
              <a:buSzPts val="1600"/>
              <a:buFont typeface="Quicksand Medium"/>
              <a:buChar char="●"/>
              <a:defRPr sz="1600">
                <a:solidFill>
                  <a:srgbClr val="174A80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80"/>
              </a:buClr>
              <a:buSzPts val="1600"/>
              <a:buFont typeface="Quicksand Medium"/>
              <a:buChar char="○"/>
              <a:defRPr sz="1600">
                <a:solidFill>
                  <a:srgbClr val="174A80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80"/>
              </a:buClr>
              <a:buSzPts val="1600"/>
              <a:buFont typeface="Quicksand Medium"/>
              <a:buChar char="■"/>
              <a:defRPr sz="1600">
                <a:solidFill>
                  <a:srgbClr val="174A80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80"/>
              </a:buClr>
              <a:buSzPts val="1600"/>
              <a:buFont typeface="Quicksand Medium"/>
              <a:buChar char="●"/>
              <a:defRPr sz="1600">
                <a:solidFill>
                  <a:srgbClr val="174A80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80"/>
              </a:buClr>
              <a:buSzPts val="1600"/>
              <a:buFont typeface="Quicksand Medium"/>
              <a:buChar char="○"/>
              <a:defRPr sz="1600">
                <a:solidFill>
                  <a:srgbClr val="174A80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A80"/>
              </a:buClr>
              <a:buSzPts val="1600"/>
              <a:buFont typeface="Quicksand Medium"/>
              <a:buChar char="■"/>
              <a:defRPr sz="1600">
                <a:solidFill>
                  <a:srgbClr val="174A80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2" r:id="rId11"/>
    <p:sldLayoutId id="2147483663" r:id="rId12"/>
    <p:sldLayoutId id="2147483664" r:id="rId13"/>
    <p:sldLayoutId id="2147483665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5" Type="http://schemas.openxmlformats.org/officeDocument/2006/relationships/image" Target="../media/image8.pn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microsoft.com/office/2007/relationships/hdphoto" Target="../media/hdphoto4.wdp"/><Relationship Id="rId14" Type="http://schemas.microsoft.com/office/2007/relationships/hdphoto" Target="../media/hdphoto6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microsoft.com/office/2007/relationships/hdphoto" Target="../media/hdphoto7.wdp"/><Relationship Id="rId7" Type="http://schemas.microsoft.com/office/2007/relationships/hdphoto" Target="../media/hdphoto8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microsoft.com/office/2007/relationships/hdphoto" Target="../media/hdphoto9.wdp"/><Relationship Id="rId5" Type="http://schemas.openxmlformats.org/officeDocument/2006/relationships/image" Target="../media/image11.png"/><Relationship Id="rId10" Type="http://schemas.openxmlformats.org/officeDocument/2006/relationships/image" Target="../media/image15.jpe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36;p24"/>
          <p:cNvSpPr txBox="1">
            <a:spLocks/>
          </p:cNvSpPr>
          <p:nvPr/>
        </p:nvSpPr>
        <p:spPr>
          <a:xfrm>
            <a:off x="597452" y="766461"/>
            <a:ext cx="7691400" cy="3805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Font typeface="Jua"/>
              <a:buNone/>
              <a:defRPr sz="74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1pPr>
            <a:lvl2pPr marR="0" lvl="1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Font typeface="Jua"/>
              <a:buNone/>
              <a:defRPr sz="72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2pPr>
            <a:lvl3pPr marR="0" lvl="2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Font typeface="Jua"/>
              <a:buNone/>
              <a:defRPr sz="72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3pPr>
            <a:lvl4pPr marR="0" lvl="3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Font typeface="Jua"/>
              <a:buNone/>
              <a:defRPr sz="72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4pPr>
            <a:lvl5pPr marR="0" lvl="4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Font typeface="Jua"/>
              <a:buNone/>
              <a:defRPr sz="72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5pPr>
            <a:lvl6pPr marR="0" lvl="5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Font typeface="Jua"/>
              <a:buNone/>
              <a:defRPr sz="72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6pPr>
            <a:lvl7pPr marR="0" lvl="6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Font typeface="Jua"/>
              <a:buNone/>
              <a:defRPr sz="72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7pPr>
            <a:lvl8pPr marR="0" lvl="7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Font typeface="Jua"/>
              <a:buNone/>
              <a:defRPr sz="72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8pPr>
            <a:lvl9pPr marR="0" lvl="8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Font typeface="Jua"/>
              <a:buNone/>
              <a:defRPr sz="72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9pPr>
          </a:lstStyle>
          <a:p>
            <a:pPr>
              <a:lnSpc>
                <a:spcPct val="150000"/>
              </a:lnSpc>
            </a:pPr>
            <a:r>
              <a:rPr lang="fr-FR" sz="5400" dirty="0">
                <a:effectLst>
                  <a:outerShdw blurRad="63500" sx="102000" sy="102000" algn="ctr">
                    <a:srgbClr val="000000">
                      <a:alpha val="40000"/>
                    </a:srgbClr>
                  </a:outerShdw>
                </a:effectLst>
              </a:rPr>
              <a:t>Unité 1</a:t>
            </a:r>
            <a:br>
              <a:rPr lang="en-US" sz="5400" dirty="0"/>
            </a:br>
            <a:r>
              <a:rPr lang="fr-FR" sz="5400" dirty="0"/>
              <a:t>Les logements originaux</a:t>
            </a:r>
            <a:endParaRPr lang="en-US" sz="54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730;p23"/>
          <p:cNvSpPr txBox="1">
            <a:spLocks/>
          </p:cNvSpPr>
          <p:nvPr/>
        </p:nvSpPr>
        <p:spPr>
          <a:xfrm>
            <a:off x="1192144" y="806335"/>
            <a:ext cx="6414002" cy="21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Jua"/>
              <a:buNone/>
              <a:defRPr sz="56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1pPr>
            <a:lvl2pPr marR="0" lvl="1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Jua"/>
              <a:buNone/>
              <a:defRPr sz="60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2pPr>
            <a:lvl3pPr marR="0" lvl="2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Jua"/>
              <a:buNone/>
              <a:defRPr sz="60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3pPr>
            <a:lvl4pPr marR="0" lvl="3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Jua"/>
              <a:buNone/>
              <a:defRPr sz="60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4pPr>
            <a:lvl5pPr marR="0" lvl="4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Jua"/>
              <a:buNone/>
              <a:defRPr sz="60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5pPr>
            <a:lvl6pPr marR="0" lvl="5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Jua"/>
              <a:buNone/>
              <a:defRPr sz="60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6pPr>
            <a:lvl7pPr marR="0" lvl="6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Jua"/>
              <a:buNone/>
              <a:defRPr sz="60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7pPr>
            <a:lvl8pPr marR="0" lvl="7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Jua"/>
              <a:buNone/>
              <a:defRPr sz="60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8pPr>
            <a:lvl9pPr marR="0" lvl="8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Jua"/>
              <a:buNone/>
              <a:defRPr sz="6000" b="1" i="0" u="none" strike="noStrike" cap="none">
                <a:solidFill>
                  <a:schemeClr val="accent6"/>
                </a:solidFill>
                <a:latin typeface="Jua"/>
                <a:ea typeface="Jua"/>
                <a:cs typeface="Jua"/>
                <a:sym typeface="Jua"/>
              </a:defRPr>
            </a:lvl9pPr>
          </a:lstStyle>
          <a:p>
            <a:pPr>
              <a:lnSpc>
                <a:spcPct val="150000"/>
              </a:lnSpc>
            </a:pPr>
            <a:br>
              <a:rPr lang="fr-FR" dirty="0"/>
            </a:br>
            <a:r>
              <a:rPr lang="fr-FR" dirty="0"/>
              <a:t>Leçon 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1 </a:t>
            </a:r>
          </a:p>
          <a:p>
            <a:pPr>
              <a:lnSpc>
                <a:spcPct val="150000"/>
              </a:lnSpc>
            </a:pPr>
            <a:r>
              <a:rPr lang="fr-FR" dirty="0"/>
              <a:t>Où </a:t>
            </a:r>
            <a:r>
              <a:rPr lang="fr-FR" i="1" dirty="0"/>
              <a:t>habites</a:t>
            </a:r>
            <a:r>
              <a:rPr lang="fr-FR" dirty="0"/>
              <a:t>-tu ? </a:t>
            </a:r>
          </a:p>
        </p:txBody>
      </p:sp>
      <p:sp>
        <p:nvSpPr>
          <p:cNvPr id="6" name="Google Shape;1731;p23"/>
          <p:cNvSpPr txBox="1">
            <a:spLocks noGrp="1"/>
          </p:cNvSpPr>
          <p:nvPr>
            <p:ph type="subTitle" idx="1"/>
          </p:nvPr>
        </p:nvSpPr>
        <p:spPr>
          <a:xfrm>
            <a:off x="2352501" y="3272117"/>
            <a:ext cx="4364182" cy="59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Page 12,13</a:t>
            </a:r>
            <a:endParaRPr sz="20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8367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59229" y="457200"/>
            <a:ext cx="262924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4000" dirty="0">
                <a:solidFill>
                  <a:schemeClr val="accent5">
                    <a:lumMod val="75000"/>
                  </a:schemeClr>
                </a:solidFill>
                <a:latin typeface="Gabriola" panose="04040605051002020D02" pitchFamily="82" charset="0"/>
              </a:rPr>
              <a:t>Où habites-tu ?</a:t>
            </a:r>
            <a:endParaRPr lang="en-US" sz="4000" dirty="0">
              <a:solidFill>
                <a:schemeClr val="accent5">
                  <a:lumMod val="75000"/>
                </a:schemeClr>
              </a:solidFill>
              <a:latin typeface="Gabriola" panose="04040605051002020D02" pitchFamily="82" charset="0"/>
            </a:endParaRPr>
          </a:p>
        </p:txBody>
      </p:sp>
      <p:pic>
        <p:nvPicPr>
          <p:cNvPr id="9" name="Picture 8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53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033" y="1514792"/>
            <a:ext cx="1060450" cy="72326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Picture 10"/>
          <p:cNvPicPr/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colorTemperature colorTemp="53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890" y="1556247"/>
            <a:ext cx="1057275" cy="72326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Picture 11"/>
          <p:cNvPicPr/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colorTemperature colorTemp="59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432810"/>
            <a:ext cx="1066800" cy="6286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Picture 12"/>
          <p:cNvPicPr/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4650" y="3357561"/>
            <a:ext cx="1066800" cy="6381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6" name="Picture 15"/>
          <p:cNvPicPr/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harpenSoften amount="50000"/>
                    </a14:imgEffect>
                    <a14:imgEffect>
                      <a14:colorTemperature colorTemp="5300"/>
                    </a14:imgEffect>
                    <a14:imgEffect>
                      <a14:saturation sat="20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033" y="3338511"/>
            <a:ext cx="1076325" cy="6572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058" name="Picture 1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7798" y="3494722"/>
            <a:ext cx="1219200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/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5169" y="1565196"/>
            <a:ext cx="993775" cy="71564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0" name="Picture 19"/>
          <p:cNvPicPr/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045" y="1524952"/>
            <a:ext cx="1001395" cy="71310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Rectangle 1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3" name="Rectangle 16"/>
          <p:cNvSpPr>
            <a:spLocks noChangeArrowheads="1"/>
          </p:cNvSpPr>
          <p:nvPr/>
        </p:nvSpPr>
        <p:spPr bwMode="auto">
          <a:xfrm>
            <a:off x="779936" y="2279512"/>
            <a:ext cx="758412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FR" sz="1600" b="1" dirty="0">
                <a:solidFill>
                  <a:srgbClr val="00B050"/>
                </a:solidFill>
                <a:latin typeface="Book Antiqua" pitchFamily="18" charset="0"/>
                <a:ea typeface="Calibri" pitchFamily="34" charset="0"/>
                <a:cs typeface="Arial" pitchFamily="34" charset="0"/>
              </a:rPr>
              <a:t>dans</a:t>
            </a:r>
            <a:r>
              <a:rPr lang="fr-FR" sz="1600" b="1" dirty="0">
                <a:solidFill>
                  <a:schemeClr val="tx1"/>
                </a:solidFill>
                <a:latin typeface="Book Antiqua" pitchFamily="18" charset="0"/>
                <a:ea typeface="Calibri" pitchFamily="34" charset="0"/>
                <a:cs typeface="Arial" pitchFamily="34" charset="0"/>
              </a:rPr>
              <a:t> une maison        </a:t>
            </a:r>
            <a:r>
              <a:rPr lang="fr-FR" sz="1600" b="1" dirty="0">
                <a:solidFill>
                  <a:srgbClr val="00B050"/>
                </a:solidFill>
                <a:latin typeface="Book Antiqua" pitchFamily="18" charset="0"/>
                <a:ea typeface="Calibri" pitchFamily="34" charset="0"/>
                <a:cs typeface="Arial" pitchFamily="34" charset="0"/>
              </a:rPr>
              <a:t>dans</a:t>
            </a:r>
            <a:r>
              <a:rPr lang="fr-FR" sz="1600" b="1" dirty="0">
                <a:solidFill>
                  <a:schemeClr val="tx1"/>
                </a:solidFill>
                <a:latin typeface="Book Antiqua" pitchFamily="18" charset="0"/>
                <a:ea typeface="Calibri" pitchFamily="34" charset="0"/>
                <a:cs typeface="Arial" pitchFamily="34" charset="0"/>
              </a:rPr>
              <a:t> un appartement        </a:t>
            </a:r>
            <a:r>
              <a:rPr lang="fr-FR" sz="1600" b="1" dirty="0">
                <a:solidFill>
                  <a:srgbClr val="00B050"/>
                </a:solidFill>
                <a:latin typeface="Book Antiqua" pitchFamily="18" charset="0"/>
                <a:ea typeface="Calibri" pitchFamily="34" charset="0"/>
                <a:cs typeface="Arial" pitchFamily="34" charset="0"/>
              </a:rPr>
              <a:t>dans</a:t>
            </a:r>
            <a:r>
              <a:rPr lang="fr-FR" sz="1600" b="1" dirty="0">
                <a:solidFill>
                  <a:schemeClr val="tx1"/>
                </a:solidFill>
                <a:latin typeface="Book Antiqua" pitchFamily="18" charset="0"/>
                <a:ea typeface="Calibri" pitchFamily="34" charset="0"/>
                <a:cs typeface="Arial" pitchFamily="34" charset="0"/>
              </a:rPr>
              <a:t> un phare     </a:t>
            </a:r>
            <a:r>
              <a:rPr lang="fr-FR" sz="1600" b="1" dirty="0">
                <a:solidFill>
                  <a:srgbClr val="00B050"/>
                </a:solidFill>
                <a:latin typeface="Book Antiqua" pitchFamily="18" charset="0"/>
                <a:ea typeface="Calibri" pitchFamily="34" charset="0"/>
                <a:cs typeface="Arial" pitchFamily="34" charset="0"/>
              </a:rPr>
              <a:t>dans</a:t>
            </a:r>
            <a:r>
              <a:rPr lang="fr-FR" sz="1600" b="1" dirty="0">
                <a:solidFill>
                  <a:schemeClr val="tx1"/>
                </a:solidFill>
                <a:latin typeface="Book Antiqua" pitchFamily="18" charset="0"/>
                <a:ea typeface="Calibri" pitchFamily="34" charset="0"/>
                <a:cs typeface="Arial" pitchFamily="34" charset="0"/>
              </a:rPr>
              <a:t> un bateau</a:t>
            </a:r>
            <a:endParaRPr lang="en-GB" sz="9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17"/>
          <p:cNvSpPr>
            <a:spLocks noChangeArrowheads="1"/>
          </p:cNvSpPr>
          <p:nvPr/>
        </p:nvSpPr>
        <p:spPr bwMode="auto">
          <a:xfrm>
            <a:off x="622935" y="406146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itchFamily="18" charset="0"/>
                <a:ea typeface="Calibri" pitchFamily="34" charset="0"/>
                <a:cs typeface="Arial" pitchFamily="34" charset="0"/>
              </a:rPr>
              <a:t>     </a:t>
            </a:r>
            <a:endParaRPr kumimoji="0" lang="en-GB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itchFamily="18" charset="0"/>
                <a:ea typeface="Calibri" pitchFamily="34" charset="0"/>
                <a:cs typeface="Arial" pitchFamily="34" charset="0"/>
              </a:rPr>
              <a:t>       </a:t>
            </a:r>
            <a:r>
              <a:rPr kumimoji="0" lang="fr-FR" sz="1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Book Antiqua" pitchFamily="18" charset="0"/>
                <a:ea typeface="Calibri" pitchFamily="34" charset="0"/>
                <a:cs typeface="Arial" pitchFamily="34" charset="0"/>
              </a:rPr>
              <a:t>dans</a:t>
            </a:r>
            <a:r>
              <a:rPr kumimoji="0" 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itchFamily="18" charset="0"/>
                <a:ea typeface="Calibri" pitchFamily="34" charset="0"/>
                <a:cs typeface="Arial" pitchFamily="34" charset="0"/>
              </a:rPr>
              <a:t> une ferme            </a:t>
            </a:r>
            <a:r>
              <a:rPr kumimoji="0" lang="fr-FR" sz="1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Book Antiqua" pitchFamily="18" charset="0"/>
                <a:ea typeface="Calibri" pitchFamily="34" charset="0"/>
                <a:cs typeface="Arial" pitchFamily="34" charset="0"/>
              </a:rPr>
              <a:t>dans</a:t>
            </a:r>
            <a:r>
              <a:rPr kumimoji="0" 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itchFamily="18" charset="0"/>
                <a:ea typeface="Calibri" pitchFamily="34" charset="0"/>
                <a:cs typeface="Arial" pitchFamily="34" charset="0"/>
              </a:rPr>
              <a:t> un village             </a:t>
            </a:r>
            <a:r>
              <a:rPr kumimoji="0" lang="fr-FR" sz="1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Book Antiqua" pitchFamily="18" charset="0"/>
                <a:ea typeface="Calibri" pitchFamily="34" charset="0"/>
                <a:cs typeface="Arial" pitchFamily="34" charset="0"/>
              </a:rPr>
              <a:t>dans</a:t>
            </a:r>
            <a:r>
              <a:rPr kumimoji="0" 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itchFamily="18" charset="0"/>
                <a:ea typeface="Calibri" pitchFamily="34" charset="0"/>
                <a:cs typeface="Arial" pitchFamily="34" charset="0"/>
              </a:rPr>
              <a:t> une ville     </a:t>
            </a:r>
            <a:r>
              <a:rPr kumimoji="0" lang="fr-FR" sz="1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Book Antiqua" pitchFamily="18" charset="0"/>
                <a:ea typeface="Calibri" pitchFamily="34" charset="0"/>
                <a:cs typeface="Arial" pitchFamily="34" charset="0"/>
              </a:rPr>
              <a:t>pr</a:t>
            </a:r>
            <a:r>
              <a:rPr kumimoji="0" lang="fr-FR" sz="1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/>
                <a:ea typeface="Calibri" pitchFamily="34" charset="0"/>
                <a:cs typeface="Arial" pitchFamily="34" charset="0"/>
              </a:rPr>
              <a:t>è</a:t>
            </a:r>
            <a:r>
              <a:rPr kumimoji="0" lang="fr-FR" sz="1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Book Antiqua" pitchFamily="18" charset="0"/>
                <a:ea typeface="Calibri" pitchFamily="34" charset="0"/>
                <a:cs typeface="Arial" pitchFamily="34" charset="0"/>
              </a:rPr>
              <a:t>s</a:t>
            </a:r>
            <a:r>
              <a:rPr kumimoji="0" 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itchFamily="18" charset="0"/>
                <a:ea typeface="Calibri" pitchFamily="34" charset="0"/>
                <a:cs typeface="Arial" pitchFamily="34" charset="0"/>
              </a:rPr>
              <a:t> de Toulouse</a:t>
            </a:r>
            <a:r>
              <a:rPr kumimoji="0" 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itchFamily="18" charset="0"/>
                <a:ea typeface="Calibri" pitchFamily="34" charset="0"/>
                <a:cs typeface="Arial" pitchFamily="34" charset="0"/>
              </a:rPr>
              <a:t>       </a:t>
            </a:r>
            <a:r>
              <a:rPr kumimoji="0" 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itchFamily="18" charset="0"/>
                <a:ea typeface="Calibri" pitchFamily="34" charset="0"/>
                <a:cs typeface="Arial" pitchFamily="34" charset="0"/>
              </a:rPr>
              <a:t> </a:t>
            </a:r>
            <a:endParaRPr kumimoji="0" 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99710" y="1165086"/>
            <a:ext cx="1317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fr-FR" sz="2000" b="1" dirty="0">
                <a:solidFill>
                  <a:srgbClr val="1F497D"/>
                </a:solidFill>
                <a:latin typeface="Book Antiqua" pitchFamily="18" charset="0"/>
                <a:ea typeface="Calibri" pitchFamily="34" charset="0"/>
                <a:cs typeface="Arial" pitchFamily="34" charset="0"/>
              </a:rPr>
              <a:t>J</a:t>
            </a:r>
            <a:r>
              <a:rPr lang="fr-FR" sz="2000" b="1" dirty="0">
                <a:solidFill>
                  <a:srgbClr val="1F497D"/>
                </a:solidFill>
                <a:latin typeface="Calibri"/>
                <a:ea typeface="Calibri" pitchFamily="34" charset="0"/>
                <a:cs typeface="Arial" pitchFamily="34" charset="0"/>
              </a:rPr>
              <a:t>’</a:t>
            </a:r>
            <a:r>
              <a:rPr lang="fr-FR" sz="2000" b="1" i="1" dirty="0">
                <a:solidFill>
                  <a:srgbClr val="FF0000"/>
                </a:solidFill>
                <a:latin typeface="Book Antiqua" pitchFamily="18" charset="0"/>
                <a:ea typeface="Calibri" pitchFamily="34" charset="0"/>
                <a:cs typeface="Arial" pitchFamily="34" charset="0"/>
              </a:rPr>
              <a:t>habite</a:t>
            </a:r>
            <a:r>
              <a:rPr lang="fr-FR" sz="2000" b="1" dirty="0">
                <a:solidFill>
                  <a:srgbClr val="1F497D"/>
                </a:solidFill>
                <a:latin typeface="Book Antiqua" pitchFamily="18" charset="0"/>
                <a:ea typeface="Calibri" pitchFamily="34" charset="0"/>
                <a:cs typeface="Arial" pitchFamily="34" charset="0"/>
              </a:rPr>
              <a:t> </a:t>
            </a:r>
            <a:r>
              <a:rPr lang="fr-FR" sz="2000" b="1" dirty="0">
                <a:solidFill>
                  <a:srgbClr val="1F497D"/>
                </a:solidFill>
                <a:latin typeface="Calibri"/>
                <a:ea typeface="Calibri" pitchFamily="34" charset="0"/>
                <a:cs typeface="Arial" pitchFamily="34" charset="0"/>
              </a:rPr>
              <a:t>…</a:t>
            </a:r>
            <a:endParaRPr lang="en-GB" sz="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353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4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8"/>
          <p:cNvSpPr>
            <a:spLocks noChangeArrowheads="1"/>
          </p:cNvSpPr>
          <p:nvPr/>
        </p:nvSpPr>
        <p:spPr bwMode="auto">
          <a:xfrm>
            <a:off x="442924" y="2288162"/>
            <a:ext cx="8010938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543050" algn="l"/>
              </a:tabLst>
            </a:pPr>
            <a:r>
              <a:rPr kumimoji="0" 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itchFamily="18" charset="0"/>
                <a:ea typeface="Calibri" pitchFamily="34" charset="0"/>
                <a:cs typeface="Arial" pitchFamily="34" charset="0"/>
              </a:rPr>
              <a:t>	</a:t>
            </a:r>
            <a:endParaRPr kumimoji="0" lang="en-GB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543050" algn="l"/>
              </a:tabLst>
            </a:pPr>
            <a:r>
              <a:rPr kumimoji="0" 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itchFamily="18" charset="0"/>
                <a:ea typeface="Calibri" pitchFamily="34" charset="0"/>
                <a:cs typeface="Arial" pitchFamily="34" charset="0"/>
              </a:rPr>
              <a:t>       </a:t>
            </a:r>
            <a:r>
              <a:rPr kumimoji="0" lang="fr-FR" sz="18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Book Antiqua" pitchFamily="18" charset="0"/>
                <a:ea typeface="Calibri" pitchFamily="34" charset="0"/>
                <a:cs typeface="Arial" pitchFamily="34" charset="0"/>
              </a:rPr>
              <a:t>en</a:t>
            </a:r>
            <a:r>
              <a:rPr kumimoji="0" 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itchFamily="18" charset="0"/>
                <a:ea typeface="Calibri" pitchFamily="34" charset="0"/>
                <a:cs typeface="Arial" pitchFamily="34" charset="0"/>
              </a:rPr>
              <a:t> </a:t>
            </a:r>
            <a:r>
              <a:rPr kumimoji="0" 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itchFamily="18" charset="0"/>
                <a:ea typeface="Calibri" pitchFamily="34" charset="0"/>
                <a:cs typeface="Arial" pitchFamily="34" charset="0"/>
              </a:rPr>
              <a:t>ville              </a:t>
            </a:r>
            <a:r>
              <a:rPr kumimoji="0" lang="fr-FR" sz="18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/>
                <a:ea typeface="Calibri" pitchFamily="34" charset="0"/>
                <a:cs typeface="Arial" pitchFamily="34" charset="0"/>
              </a:rPr>
              <a:t>à</a:t>
            </a:r>
            <a:r>
              <a:rPr kumimoji="0" lang="fr-FR" sz="18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Book Antiqua" pitchFamily="18" charset="0"/>
                <a:ea typeface="Calibri" pitchFamily="34" charset="0"/>
                <a:cs typeface="Arial" pitchFamily="34" charset="0"/>
              </a:rPr>
              <a:t> </a:t>
            </a:r>
            <a:r>
              <a:rPr kumimoji="0" 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itchFamily="18" charset="0"/>
                <a:ea typeface="Calibri" pitchFamily="34" charset="0"/>
                <a:cs typeface="Arial" pitchFamily="34" charset="0"/>
              </a:rPr>
              <a:t>la campagne       </a:t>
            </a:r>
            <a:r>
              <a:rPr kumimoji="0" lang="fr-FR" sz="18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Book Antiqua" pitchFamily="18" charset="0"/>
                <a:ea typeface="Calibri" pitchFamily="34" charset="0"/>
                <a:cs typeface="Arial" pitchFamily="34" charset="0"/>
              </a:rPr>
              <a:t>au</a:t>
            </a:r>
            <a:r>
              <a:rPr kumimoji="0" 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itchFamily="18" charset="0"/>
                <a:ea typeface="Calibri" pitchFamily="34" charset="0"/>
                <a:cs typeface="Arial" pitchFamily="34" charset="0"/>
              </a:rPr>
              <a:t> bord de la mer         </a:t>
            </a:r>
            <a:r>
              <a:rPr kumimoji="0" lang="fr-FR" sz="18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/>
                <a:ea typeface="Calibri" pitchFamily="34" charset="0"/>
                <a:cs typeface="Arial" pitchFamily="34" charset="0"/>
              </a:rPr>
              <a:t>à</a:t>
            </a:r>
            <a:r>
              <a:rPr kumimoji="0" lang="fr-FR" sz="16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Book Antiqua" pitchFamily="18" charset="0"/>
                <a:ea typeface="Calibri" pitchFamily="34" charset="0"/>
                <a:cs typeface="Arial" pitchFamily="34" charset="0"/>
              </a:rPr>
              <a:t> </a:t>
            </a:r>
            <a:r>
              <a:rPr kumimoji="0" 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itchFamily="18" charset="0"/>
                <a:ea typeface="Calibri" pitchFamily="34" charset="0"/>
                <a:cs typeface="Arial" pitchFamily="34" charset="0"/>
              </a:rPr>
              <a:t>la montagne</a:t>
            </a:r>
            <a:endParaRPr kumimoji="0" lang="en-GB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543050" algn="l"/>
              </a:tabLst>
            </a:pPr>
            <a:endParaRPr kumimoji="0" lang="en-GB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0" name="Picture 9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59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071" y="1277225"/>
            <a:ext cx="1447800" cy="11620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Picture 10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2588" y="1357553"/>
            <a:ext cx="1276350" cy="10210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Picture 11"/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4195"/>
          <a:stretch/>
        </p:blipFill>
        <p:spPr bwMode="auto">
          <a:xfrm>
            <a:off x="4577915" y="1330883"/>
            <a:ext cx="1303020" cy="10477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Picture 12"/>
          <p:cNvPicPr/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colorTemperature colorTemp="59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854"/>
          <a:stretch/>
        </p:blipFill>
        <p:spPr bwMode="auto">
          <a:xfrm>
            <a:off x="6563426" y="1330883"/>
            <a:ext cx="1322070" cy="104076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99" y="3415513"/>
            <a:ext cx="1371600" cy="54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3426" y="3225013"/>
            <a:ext cx="8953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2014361" y="4246662"/>
            <a:ext cx="15373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dirty="0"/>
              <a:t> </a:t>
            </a:r>
            <a:r>
              <a:rPr lang="fr-FR" sz="1600" b="1" dirty="0">
                <a:solidFill>
                  <a:srgbClr val="00B050"/>
                </a:solidFill>
              </a:rPr>
              <a:t>à</a:t>
            </a:r>
            <a:r>
              <a:rPr lang="fr-FR" sz="1600" b="1" dirty="0"/>
              <a:t> Cherbourg</a:t>
            </a:r>
            <a:endParaRPr lang="en-GB" sz="1600" dirty="0"/>
          </a:p>
        </p:txBody>
      </p:sp>
      <p:pic>
        <p:nvPicPr>
          <p:cNvPr id="17" name="Picture 16"/>
          <p:cNvPicPr/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harpenSoften amount="50000"/>
                    </a14:imgEffect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5035" y="3350425"/>
            <a:ext cx="834390" cy="6731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8" name="Rectangle 17"/>
          <p:cNvSpPr/>
          <p:nvPr/>
        </p:nvSpPr>
        <p:spPr>
          <a:xfrm>
            <a:off x="6563426" y="4277439"/>
            <a:ext cx="107914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rgbClr val="00B050"/>
                </a:solidFill>
              </a:rPr>
              <a:t>en</a:t>
            </a:r>
            <a:r>
              <a:rPr lang="fr-FR" b="1" dirty="0"/>
              <a:t> France </a:t>
            </a:r>
            <a:endParaRPr lang="en-GB" dirty="0"/>
          </a:p>
        </p:txBody>
      </p:sp>
      <p:sp>
        <p:nvSpPr>
          <p:cNvPr id="19" name="Rectangle 18"/>
          <p:cNvSpPr/>
          <p:nvPr/>
        </p:nvSpPr>
        <p:spPr>
          <a:xfrm>
            <a:off x="4480679" y="4277438"/>
            <a:ext cx="82426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>
                <a:solidFill>
                  <a:srgbClr val="00B050"/>
                </a:solidFill>
              </a:rPr>
              <a:t>au</a:t>
            </a:r>
            <a:r>
              <a:rPr lang="fr-FR" sz="1600" dirty="0"/>
              <a:t> port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262617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8054" y="997528"/>
            <a:ext cx="5940828" cy="334171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39738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lecon 2 P1">
  <a:themeElements>
    <a:clrScheme name="Simple Light">
      <a:dk1>
        <a:srgbClr val="000000"/>
      </a:dk1>
      <a:lt1>
        <a:srgbClr val="FFFFFF"/>
      </a:lt1>
      <a:dk2>
        <a:srgbClr val="D9D9D9"/>
      </a:dk2>
      <a:lt2>
        <a:srgbClr val="FEC9A1"/>
      </a:lt2>
      <a:accent1>
        <a:srgbClr val="FD9E66"/>
      </a:accent1>
      <a:accent2>
        <a:srgbClr val="B7E1E0"/>
      </a:accent2>
      <a:accent3>
        <a:srgbClr val="FAE39D"/>
      </a:accent3>
      <a:accent4>
        <a:srgbClr val="F9C357"/>
      </a:accent4>
      <a:accent5>
        <a:srgbClr val="92CAD6"/>
      </a:accent5>
      <a:accent6>
        <a:srgbClr val="85A8CE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lecon 2 P1</Template>
  <TotalTime>19</TotalTime>
  <Words>67</Words>
  <Application>Microsoft Office PowerPoint</Application>
  <PresentationFormat>Affichage à l'écran (16:9)</PresentationFormat>
  <Paragraphs>14</Paragraphs>
  <Slides>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2" baseType="lpstr">
      <vt:lpstr>Arial</vt:lpstr>
      <vt:lpstr>Jua</vt:lpstr>
      <vt:lpstr>Calibri</vt:lpstr>
      <vt:lpstr>Book Antiqua</vt:lpstr>
      <vt:lpstr>Quicksand Medium</vt:lpstr>
      <vt:lpstr>Gabriola</vt:lpstr>
      <vt:lpstr>lecon 2 P1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Mirna Mohamed</cp:lastModifiedBy>
  <cp:revision>3</cp:revision>
  <dcterms:created xsi:type="dcterms:W3CDTF">2023-10-22T21:25:20Z</dcterms:created>
  <dcterms:modified xsi:type="dcterms:W3CDTF">2023-10-29T12:11:08Z</dcterms:modified>
</cp:coreProperties>
</file>