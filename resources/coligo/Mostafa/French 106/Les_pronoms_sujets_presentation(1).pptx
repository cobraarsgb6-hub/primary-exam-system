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1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AE7F39C-D2B7-4CBA-AE80-4E79F2D03A43}" type="datetimeFigureOut">
              <a:rPr lang="en-US" smtClean="0"/>
              <a:pPr/>
              <a:t>11/24/2014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8BC44823-20A8-451E-A192-3E94A067F5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1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r" rtl="1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r" rtl="1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r" rtl="1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r" rtl="1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r" rtl="1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r" rtl="1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r" rtl="1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r" rtl="1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Les </a:t>
            </a:r>
            <a:r>
              <a:rPr lang="en-US" dirty="0" err="1" smtClean="0"/>
              <a:t>pronoms</a:t>
            </a:r>
            <a:r>
              <a:rPr lang="en-US" dirty="0" smtClean="0"/>
              <a:t> </a:t>
            </a:r>
            <a:r>
              <a:rPr lang="en-US" dirty="0" err="1" smtClean="0"/>
              <a:t>sujets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11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8000" dirty="0" smtClean="0">
                <a:latin typeface="Arial Black" pitchFamily="34" charset="0"/>
              </a:rPr>
              <a:t>je</a:t>
            </a:r>
            <a:endParaRPr lang="en-US" sz="8000" dirty="0">
              <a:latin typeface="Arial Black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14401"/>
            <a:ext cx="7772400" cy="26860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066800"/>
            <a:ext cx="4724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 smtClean="0"/>
          </a:p>
          <a:p>
            <a:r>
              <a:rPr lang="en-US" sz="8000" b="1" dirty="0" err="1" smtClean="0">
                <a:latin typeface="Arial Black" pitchFamily="34" charset="0"/>
              </a:rPr>
              <a:t>tu</a:t>
            </a:r>
            <a:endParaRPr lang="en-US" sz="8000" b="1" dirty="0">
              <a:latin typeface="Arial Black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1"/>
            <a:ext cx="7772400" cy="28384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il_fi" descr="http://3.bp.blogspot.com/_l0krnoLQZCc/SyqQUIuOJRI/AAAAAAAAAGE/aR0K5Im1C3M/s400/tu-decides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838200"/>
            <a:ext cx="51054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8000" dirty="0" err="1" smtClean="0">
                <a:latin typeface="Arial Black" pitchFamily="34" charset="0"/>
              </a:rPr>
              <a:t>il</a:t>
            </a:r>
            <a:endParaRPr lang="en-US" sz="8000" dirty="0">
              <a:latin typeface="Arial Black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43001"/>
            <a:ext cx="7772400" cy="24574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Imagen 7"/>
          <p:cNvPicPr/>
          <p:nvPr/>
        </p:nvPicPr>
        <p:blipFill>
          <a:blip r:embed="rId2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c="http://schemas.openxmlformats.org/markup-compatibility/2006" xmlns:wpc="http://schemas.microsoft.com/office/word/2010/wordprocessingCanvas" xmlns="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66800"/>
            <a:ext cx="762000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8000" b="1" dirty="0" err="1" smtClean="0">
                <a:latin typeface="Aharoni" pitchFamily="2" charset="-79"/>
                <a:cs typeface="Aharoni" pitchFamily="2" charset="-79"/>
              </a:rPr>
              <a:t>elle</a:t>
            </a:r>
            <a:endParaRPr lang="en-US" sz="8000" b="1" dirty="0"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1"/>
            <a:ext cx="7772400" cy="28384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Imagen 14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:a14="http://schemas.microsoft.com/office/drawing/2010/main" xmlns:wps="http://schemas.microsoft.com/office/word/2010/wordprocessingShape" xmlns:wne="http://schemas.microsoft.com/office/word/2006/wordml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="http://schemas.openxmlformats.org/drawingml/2006/wordprocessingDrawing" xmlns:wp14="http://schemas.microsoft.com/office/word/2010/wordprocessingDrawing" xmlns:v="urn:schemas-microsoft-com:vml" xmlns:m="http://schemas.openxmlformats.org/officeDocument/2006/math" xmlns:o="urn:schemas-microsoft-com:office:office" xmlns:mc="http://schemas.openxmlformats.org/markup-compatibility/2006" xmlns:wpc="http://schemas.microsoft.com/office/word/2010/wordprocessingCanvas" xmlns="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74676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505200" y="4648200"/>
            <a:ext cx="5114778" cy="1101248"/>
          </a:xfrm>
          <a:prstGeom prst="rect">
            <a:avLst/>
          </a:prstGeom>
        </p:spPr>
        <p:txBody>
          <a:bodyPr vert="horz" lIns="45720" tIns="0" rIns="45720" bIns="0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lang="en-US" sz="8000" b="1" dirty="0" smtClean="0">
                <a:solidFill>
                  <a:srgbClr val="FFFFFF"/>
                </a:solidFill>
                <a:latin typeface="Aharoni" pitchFamily="2" charset="-79"/>
                <a:cs typeface="Aharoni" pitchFamily="2" charset="-79"/>
              </a:rPr>
              <a:t>Nous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haroni" pitchFamily="2" charset="-79"/>
              <a:ea typeface="+mn-ea"/>
              <a:cs typeface="Aharoni" pitchFamily="2" charset="-79"/>
            </a:endParaRPr>
          </a:p>
        </p:txBody>
      </p:sp>
      <p:pic>
        <p:nvPicPr>
          <p:cNvPr id="1026" name="Picture 2" descr="n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90600" y="0"/>
            <a:ext cx="6934200" cy="5029200"/>
          </a:xfrm>
          <a:prstGeom prst="rect">
            <a:avLst/>
          </a:prstGeom>
          <a:noFill/>
          <a:ln w="9525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2286000" y="4953000"/>
            <a:ext cx="5114778" cy="1101248"/>
          </a:xfrm>
          <a:prstGeom prst="rect">
            <a:avLst/>
          </a:prstGeom>
        </p:spPr>
        <p:txBody>
          <a:bodyPr vert="horz" lIns="45720" tIns="0" rIns="45720" bIns="0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lang="en-US" sz="8000" b="1" dirty="0" err="1" smtClean="0">
                <a:solidFill>
                  <a:srgbClr val="FFFFFF"/>
                </a:solidFill>
                <a:latin typeface="Aharoni" pitchFamily="2" charset="-79"/>
                <a:cs typeface="Aharoni" pitchFamily="2" charset="-79"/>
              </a:rPr>
              <a:t>Vous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haroni" pitchFamily="2" charset="-79"/>
              <a:ea typeface="+mn-ea"/>
              <a:cs typeface="Aharoni" pitchFamily="2" charset="-79"/>
            </a:endParaRPr>
          </a:p>
        </p:txBody>
      </p:sp>
      <p:pic>
        <p:nvPicPr>
          <p:cNvPr id="2050" name="Picture 2" descr="vo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609600"/>
            <a:ext cx="6477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505200" y="4648200"/>
            <a:ext cx="5114778" cy="1101248"/>
          </a:xfrm>
          <a:prstGeom prst="rect">
            <a:avLst/>
          </a:prstGeom>
        </p:spPr>
        <p:txBody>
          <a:bodyPr vert="horz" lIns="45720" tIns="0" rIns="45720" bIns="0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haroni" pitchFamily="2" charset="-79"/>
                <a:ea typeface="+mn-ea"/>
                <a:cs typeface="Aharoni" pitchFamily="2" charset="-79"/>
              </a:rPr>
              <a:t>ils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haroni" pitchFamily="2" charset="-79"/>
              <a:ea typeface="+mn-ea"/>
              <a:cs typeface="Aharoni" pitchFamily="2" charset="-79"/>
            </a:endParaRPr>
          </a:p>
        </p:txBody>
      </p:sp>
      <p:pic>
        <p:nvPicPr>
          <p:cNvPr id="3074" name="Picture 2" descr="eles-elas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5000" y="457200"/>
            <a:ext cx="5943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505200" y="4648200"/>
            <a:ext cx="5114778" cy="1101248"/>
          </a:xfrm>
          <a:prstGeom prst="rect">
            <a:avLst/>
          </a:prstGeom>
        </p:spPr>
        <p:txBody>
          <a:bodyPr vert="horz" lIns="45720" tIns="0" rIns="45720" bIns="0">
            <a:normAutofit fontScale="92500" lnSpcReduction="1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2"/>
              </a:buClr>
              <a:buSzPct val="73000"/>
              <a:buFont typeface="Wingdings 2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haroni" pitchFamily="2" charset="-79"/>
                <a:ea typeface="+mn-ea"/>
                <a:cs typeface="Aharoni" pitchFamily="2" charset="-79"/>
              </a:rPr>
              <a:t>elles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haroni" pitchFamily="2" charset="-79"/>
              <a:ea typeface="+mn-ea"/>
              <a:cs typeface="Aharoni" pitchFamily="2" charset="-79"/>
            </a:endParaRPr>
          </a:p>
        </p:txBody>
      </p:sp>
      <p:pic>
        <p:nvPicPr>
          <p:cNvPr id="4098" name="Picture 2" descr="E:\DCIM\1376418_10203440754995115_2339799130470831556_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685800"/>
            <a:ext cx="4114800" cy="5105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34</TotalTime>
  <Words>11</Words>
  <Application>Microsoft Office PowerPoint</Application>
  <PresentationFormat>On-screen Show (4:3)</PresentationFormat>
  <Paragraphs>10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Paper</vt:lpstr>
      <vt:lpstr>Les pronoms sujets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pronoms sujets</dc:title>
  <dc:creator>hp</dc:creator>
  <cp:lastModifiedBy>Nermine</cp:lastModifiedBy>
  <cp:revision>5</cp:revision>
  <dcterms:created xsi:type="dcterms:W3CDTF">2012-12-04T20:45:54Z</dcterms:created>
  <dcterms:modified xsi:type="dcterms:W3CDTF">2014-11-24T10:26:34Z</dcterms:modified>
</cp:coreProperties>
</file>