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goal: organise research into a clear non-chronological report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answers after students respond: 1 C, 2 B, 3 A. Show the question first and hide the green answers if presenting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914400"/>
            <a:ext cx="4572000" cy="4572000"/>
          </a:xfrm>
          <a:prstGeom prst="ellipse">
            <a:avLst/>
          </a:prstGeom>
          <a:solidFill>
            <a:srgbClr val="2A9D8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200400" cy="3200400"/>
          </a:xfrm>
          <a:prstGeom prst="ellipse">
            <a:avLst/>
          </a:prstGeom>
          <a:solidFill>
            <a:srgbClr val="E76F5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5120640"/>
            <a:ext cx="2011680" cy="2011680"/>
          </a:xfrm>
          <a:prstGeom prst="ellipse">
            <a:avLst/>
          </a:prstGeom>
          <a:solidFill>
            <a:srgbClr val="F4A261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0" y="128016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🐢</a:t>
            </a:r>
            <a:endParaRPr lang="en-US" sz="1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6 ENGLISH · UNIT 2 · SESSION 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Architects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DDF1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the Whole Report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7589520" cy="1371600"/>
          </a:xfrm>
          <a:prstGeom prst="roundRect">
            <a:avLst>
              <a:gd name="adj" fmla="val 10000"/>
            </a:avLst>
          </a:prstGeom>
          <a:solidFill>
            <a:srgbClr val="2A9D8F">
              <a:alpha val="8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977640"/>
            <a:ext cx="7132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3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organise our information so the reader can follow it easily?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minutes · Pearson 3.1 · 3.2 · 3.3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we will learn to…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🗂️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research into sections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83280" y="1600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📌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belongs in each paragraph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1600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🔢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logical order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05256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52560" y="1600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468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effective introduction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48640" y="39776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🏷️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846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headings and subheadings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383280" y="3840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383280" y="39776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♻️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4846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repeating information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17920" y="38404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217920" y="39776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🔗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846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sections clearly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we learn?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lesson we learned to develop information. Which structure helps us develop a paragraph?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56489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5648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774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→ explanation → detail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256489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5648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3774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→ heading → heading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66217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6621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74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answer → question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66217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36621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474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→ beginning → ending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828800" cy="1828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3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4630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 → explanation → detail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0698480" cy="2468880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840480"/>
            <a:ext cx="10149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paragraph doesn't simply list facts.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develops information so the reader understands the topic.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have lots of information!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researched a sea turtle and found all this. Should it ALL go in one paragraph?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reptile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19456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oceans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19456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species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19456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flippers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7472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 seagrass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47472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 jellyfish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47472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pollution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347472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equipment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5488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nesting beaches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475488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beaches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75488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plastic waste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4754880"/>
            <a:ext cx="2651760" cy="9144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fishing equipment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NO!  A good report groups related information together.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Organise information by topic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269748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ABOUT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40280"/>
            <a:ext cx="2331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reptile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oceans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species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flippers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6304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4A261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828800"/>
            <a:ext cx="269748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FOOD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240280"/>
            <a:ext cx="2331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 seagrass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 jellyfish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6304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E76F51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828800"/>
            <a:ext cx="269748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THREATS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240280"/>
            <a:ext cx="2331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pollution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equipment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nesting beaches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61120" y="146304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0" y="146304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0B3C49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1828800"/>
            <a:ext cx="2743200" cy="27432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9828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PROTECTION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24028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beaches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plastic waste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fishing equipment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report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0B3C49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3C49"/>
                </a:solidFill>
              </a:rPr>
              <a:t>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228600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2A9D8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87368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3C49"/>
                </a:solidFill>
              </a:rPr>
              <a:t>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334256" y="228600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F4A261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creature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25896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3C49"/>
                </a:solidFill>
              </a:rPr>
              <a:t>➜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228600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E76F51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64424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3C49"/>
                </a:solidFill>
              </a:rPr>
              <a:t>➜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11312" y="228600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2A9D8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902952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3C49"/>
                </a:solidFill>
              </a:rPr>
              <a:t>➜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0" y="228600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0B3C49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section has a job.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like a reader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394960" cy="640080"/>
          </a:xfrm>
          <a:prstGeom prst="roundRect">
            <a:avLst>
              <a:gd name="adj" fmla="val 17143"/>
            </a:avLst>
          </a:prstGeom>
          <a:solidFill>
            <a:srgbClr val="E76F5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28800"/>
            <a:ext cx="539496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463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402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turtles are reptiles. They live in oceans. Plastic pollution is dangerous. They eat jellyfish. Beaches can be protected. They have flippers. Fishing equipment can trap them.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463040"/>
            <a:ext cx="539496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1828800"/>
            <a:ext cx="539496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463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2402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Sea Turtles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turtles are marine reptiles…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Eat?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species eat…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turtles face…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report is easier to use?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828800" cy="1828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3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4630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B — clear sections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0698480" cy="2468880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840480"/>
            <a:ext cx="10149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sections help the reader to: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find information quickly   ✔ understand how ideas relate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follow the report easily   ✔ know what each section is about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an introduction do?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0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4630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introduction should…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24028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creature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basic context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reader what the report is about</a:t>
            </a:r>
            <a:endParaRPr lang="en-US" sz="1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interest – without a long paragraph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5508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463040"/>
            <a:ext cx="5303520" cy="640080"/>
          </a:xfrm>
          <a:prstGeom prst="roundRect">
            <a:avLst>
              <a:gd name="adj" fmla="val 17143"/>
            </a:avLst>
          </a:prstGeom>
          <a:solidFill>
            <a:srgbClr val="E76F51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828800"/>
            <a:ext cx="530352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463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two questions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24028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creature?</a:t>
            </a:r>
            <a:endParaRPr lang="en-US" sz="2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 to know about it?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better introduction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more suitable for a report?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56489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5648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774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“Sea turtles are cool animals. I really like them because they are interesting. There are lots of things to know about them.”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256489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5648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3774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“Sea turtles are marine reptiles that live in oceans around the world. Although they have survived for millions of years, many species now face serious threats.”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828800" cy="1828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3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4630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Factual, precise and focused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0698480" cy="2468880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840480"/>
            <a:ext cx="10149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present tense   ✔ third person   ✔ appropriate for a report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relative clause:  marine reptiles THAT LIVE IN OCEANS AROUND THE WORLD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the notes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pollution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4630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reptile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nesting beaches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146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 jellyfish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61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equipment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5661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oceans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reduce plastic waste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61772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4A2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flippers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64592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ABOUT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164592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THREATS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65760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0B3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PROTECTION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365760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FOOD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Sorted notes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269748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ABOUT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40280"/>
            <a:ext cx="2331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reptile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oceans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flippers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6304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4A261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828800"/>
            <a:ext cx="269748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FOOD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240280"/>
            <a:ext cx="2331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 jellyfish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6304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E76F51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828800"/>
            <a:ext cx="269748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THREATS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240280"/>
            <a:ext cx="2331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pollution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equipment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61120" y="1463040"/>
            <a:ext cx="27432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0" y="146304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0B3C49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1828800"/>
            <a:ext cx="2743200" cy="27432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9828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PROTECTION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24028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nesting beaches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reduce plastic waste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first?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order is most logical for a report about an endangered creature?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56489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5648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774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→ Threats → Introduction → Facts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256489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5648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3774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→ Food → Introduction → Protection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66217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6621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74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→ About the creature → Threats → Protection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66217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36621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474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→ Protection → Introduction → Threats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828800" cy="1828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3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4630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→ About → Threats → Protection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0698480" cy="2468880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840480"/>
            <a:ext cx="10149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first needs to know WHAT the creature is, then WHAT problems it faces, and finally WHAT can be done to help.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planning framework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488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51960" y="13716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37160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F4A261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737360"/>
            <a:ext cx="365760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ABOUT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1488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/ behaviour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37160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E76F51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1737360"/>
            <a:ext cx="365760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THREATS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1488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dangers?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them?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result?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4048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0B3C49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206240"/>
            <a:ext cx="3657600" cy="27432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PROTECTION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6177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people doing?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people help?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251960" y="38404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384048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4206240"/>
            <a:ext cx="365760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38912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434840" y="46177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protection important?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384048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0B3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4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Sea Turtle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 repetition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394960" cy="640080"/>
          </a:xfrm>
          <a:prstGeom prst="roundRect">
            <a:avLst>
              <a:gd name="adj" fmla="val 17143"/>
            </a:avLst>
          </a:prstGeom>
          <a:solidFill>
            <a:srgbClr val="E76F5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28800"/>
            <a:ext cx="539496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463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BEFORE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2402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turtles live in oceans around the world.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turtles are marine animals that live in oceans.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turtles spend their lives in oceans.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463040"/>
            <a:ext cx="539496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1828800"/>
            <a:ext cx="539496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463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AFTER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28600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turtles are marine reptiles that live in oceans around the world. Most spend their lives in water, although females return to land to lay their eggs.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37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Pronoun + new information.  Ask: “Have I already told my reader this?”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your report flow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45920"/>
            <a:ext cx="109728" cy="1737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286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· in addition · furthermore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645920"/>
            <a:ext cx="109728" cy="1737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286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 · for instance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645920"/>
            <a:ext cx="109728" cy="17373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286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· although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4023360"/>
            <a:ext cx="109728" cy="17373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· since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297680" y="3840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4023360"/>
            <a:ext cx="109728" cy="1737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09160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· as a result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39319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B3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 should not feel like a list of unrelated facts.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connector fits?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turtles are protected on some beaches. ______, their nesting areas are safer during breeding season.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56489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5648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774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256489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5648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3774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66217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6621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74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result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66217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36621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474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828800" cy="1828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3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4630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result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0698480" cy="2468880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840480"/>
            <a:ext cx="10149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a cause → result relationship: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turtles are protected on some beaches. As a result, their nesting areas are safer.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paragraph has a job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turtles face several threats. Plastic pollution is particularly dangerous because turtles may mistake bags for food. They can also become trapped in fishing equipment. As a result, some turtles suffer serious injuries.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336499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364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2004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sea turtles eat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320040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336499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33649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32004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dangers sea turtles face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441655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4165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251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sea turtles live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17920" y="425196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41655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44165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251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 turtles reproduce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Answer: B — One paragraph = one clear main focus.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plan: Sea Turtles in Danger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269748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371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488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reptile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oceans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species threatened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4A261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737360"/>
            <a:ext cx="269748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371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1488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species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flippers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diets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beaches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974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37160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E76F51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737360"/>
            <a:ext cx="269748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1371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1488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pollution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equipment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beaches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on turtles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61120" y="137160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0" y="137160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0B3C49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1737360"/>
            <a:ext cx="2743200" cy="27432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9828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beaches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plastic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fishing gear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206240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0B3C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 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is important · people can help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plan?  organise → sequence → develop → connect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turn: plan your report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SUPPORT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48840"/>
            <a:ext cx="3291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ABOUT: My creature is… It lives… It has…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It faces… Another danger is…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PROTECTION: People can help by…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37160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0B3C49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737360"/>
            <a:ext cx="3657600" cy="27432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CORE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148840"/>
            <a:ext cx="3291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title  ☐ introduction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3–5 facts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2–3 threats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2 protection methods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possible ending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why is this information important to the reader?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37160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E76F51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1737360"/>
            <a:ext cx="365760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148840"/>
            <a:ext cx="3291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Relevant? Logical order? Developed? Connected?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my reader need to know?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where you will use: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relative clause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cause/effect connector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pronoun to avoid repetition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and improve your plan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CHECK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539496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37360"/>
            <a:ext cx="539496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371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Partner check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4884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creature?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main facts?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threats does it face?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it be protected?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organised clearly? Anything repeated?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One strength   💡 One improvement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371600"/>
            <a:ext cx="5394960" cy="640080"/>
          </a:xfrm>
          <a:prstGeom prst="roundRect">
            <a:avLst>
              <a:gd name="adj" fmla="val 17143"/>
            </a:avLst>
          </a:prstGeom>
          <a:solidFill>
            <a:srgbClr val="F4A2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1737360"/>
            <a:ext cx="539496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371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Before you finish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14884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information grouped?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avoided?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has a clear purpose?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logical?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support the topic?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what each paragraph is about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turn my plan into a report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criteria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report plan…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874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clear title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874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introduction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information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0" y="2788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clear sections / headings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611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relevant facts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3611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threats and protection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4480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logical order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217920" y="4526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0" y="4480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unnecessary repetition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175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88720" y="5349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me to write paragraphs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ticket 🎫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E76F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5087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writers organise information into sections?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1488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 group related information and help the reader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3337560"/>
            <a:ext cx="731520" cy="731520"/>
          </a:xfrm>
          <a:prstGeom prst="ellipse">
            <a:avLst/>
          </a:prstGeom>
          <a:solidFill>
            <a:srgbClr val="E76F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108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most logical order?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7490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Introduction → About → Threats → Protection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" y="4937760"/>
            <a:ext cx="731520" cy="731520"/>
          </a:xfrm>
          <a:prstGeom prst="ellipse">
            <a:avLst/>
          </a:prstGeom>
          <a:solidFill>
            <a:srgbClr val="E76F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47091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avoid repeating the same information?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53492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It wastes space and makes the writing less effective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Homework: complete your report plan 🏠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320040"/>
            <a:ext cx="173736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Introduction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48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creature?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51960" y="13716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37160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F4A261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737360"/>
            <a:ext cx="365760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About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148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3–5 facts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37160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E76F51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1737360"/>
            <a:ext cx="3657600" cy="2743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Threats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148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2 threats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4904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0B3C49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Protection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52628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2 ways to protect it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251960" y="374904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3749040"/>
            <a:ext cx="365760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4114800"/>
            <a:ext cx="365760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389120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🔚 Ending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434840" y="452628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protecting this creature matter?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374904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0B3C49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CHALLENGE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with a relative clause, e.g. “The blue whale, which is the largest animal on Earth, faces several threats from human activity.”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✍️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Plan → Draft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Model → Joint Construction → Independent Writing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strong introductions · clear paragraphs · relative clauses · cohesion · present tense · precise vocabulary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2026-10-03T14:00:03Z</dcterms:created>
  <dcterms:modified xsi:type="dcterms:W3CDTF">2026-10-03T14:00:03Z</dcterms:modified>
</cp:coreProperties>
</file>